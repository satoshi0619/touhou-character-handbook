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e7e3b4c7f94a74" /><Relationship Type="http://schemas.openxmlformats.org/officeDocument/2006/relationships/extended-properties" Target="/docProps/app.xml" Id="R05996ec946ef4ceb" /><Relationship Type="http://schemas.openxmlformats.org/officeDocument/2006/relationships/officeDocument" Target="/ppt/presentation.xml" Id="Rdb287f91ba1f4a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a27fb344844670"/>
  </p:sldMasterIdLst>
  <p:notesMasterIdLst>
    <p:notesMasterId xmlns:r="http://schemas.openxmlformats.org/officeDocument/2006/relationships" r:id="R700add4a0fb24fa1"/>
  </p:notesMasterIdLst>
  <p:sldIdLst>
    <p:sldId xmlns:r="http://schemas.openxmlformats.org/officeDocument/2006/relationships" id="256" r:id="R2660ae3ed47e4555"/>
    <p:sldId xmlns:r="http://schemas.openxmlformats.org/officeDocument/2006/relationships" id="257" r:id="Re877afb34e144dba"/>
    <p:sldId xmlns:r="http://schemas.openxmlformats.org/officeDocument/2006/relationships" id="258" r:id="R5026a07438384e15"/>
    <p:sldId xmlns:r="http://schemas.openxmlformats.org/officeDocument/2006/relationships" id="259" r:id="Ree6b8e43372b439d"/>
    <p:sldId xmlns:r="http://schemas.openxmlformats.org/officeDocument/2006/relationships" id="260" r:id="Rdc03016568594d76"/>
    <p:sldId xmlns:r="http://schemas.openxmlformats.org/officeDocument/2006/relationships" id="261" r:id="R11fd7b61003e4b2c"/>
    <p:sldId xmlns:r="http://schemas.openxmlformats.org/officeDocument/2006/relationships" id="262" r:id="Rc20e87d0fcb04b27"/>
    <p:sldId xmlns:r="http://schemas.openxmlformats.org/officeDocument/2006/relationships" id="263" r:id="Ree57f6dbd48746df"/>
    <p:sldId xmlns:r="http://schemas.openxmlformats.org/officeDocument/2006/relationships" id="264" r:id="R4740a30e90a04aed"/>
    <p:sldId xmlns:r="http://schemas.openxmlformats.org/officeDocument/2006/relationships" id="265" r:id="R4571548301654356"/>
    <p:sldId xmlns:r="http://schemas.openxmlformats.org/officeDocument/2006/relationships" id="266" r:id="R3af0a45ab4c84088"/>
    <p:sldId xmlns:r="http://schemas.openxmlformats.org/officeDocument/2006/relationships" id="267" r:id="R5d204488eb984661"/>
    <p:sldId xmlns:r="http://schemas.openxmlformats.org/officeDocument/2006/relationships" id="268" r:id="Re5eb6413bb8f47f4"/>
    <p:sldId xmlns:r="http://schemas.openxmlformats.org/officeDocument/2006/relationships" id="269" r:id="R6822cf37a7154e96"/>
    <p:sldId xmlns:r="http://schemas.openxmlformats.org/officeDocument/2006/relationships" id="270" r:id="Ra8ce97677f6b46b1"/>
    <p:sldId xmlns:r="http://schemas.openxmlformats.org/officeDocument/2006/relationships" id="271" r:id="R972a7520294a4742"/>
    <p:sldId xmlns:r="http://schemas.openxmlformats.org/officeDocument/2006/relationships" id="272" r:id="Re76b5c17fa0244fc"/>
    <p:sldId xmlns:r="http://schemas.openxmlformats.org/officeDocument/2006/relationships" id="273" r:id="Rc965d06ec390475c"/>
    <p:sldId xmlns:r="http://schemas.openxmlformats.org/officeDocument/2006/relationships" id="274" r:id="Rcce5ca5499604043"/>
    <p:sldId xmlns:r="http://schemas.openxmlformats.org/officeDocument/2006/relationships" id="275" r:id="Ree15e09ed3694399"/>
    <p:sldId xmlns:r="http://schemas.openxmlformats.org/officeDocument/2006/relationships" id="276" r:id="R0ad51931e1664076"/>
    <p:sldId xmlns:r="http://schemas.openxmlformats.org/officeDocument/2006/relationships" id="277" r:id="R6eec6c37187b45e7"/>
    <p:sldId xmlns:r="http://schemas.openxmlformats.org/officeDocument/2006/relationships" id="278" r:id="Rbaeb065ad901413d"/>
    <p:sldId xmlns:r="http://schemas.openxmlformats.org/officeDocument/2006/relationships" id="279" r:id="R7c59201df84a4eb6"/>
    <p:sldId xmlns:r="http://schemas.openxmlformats.org/officeDocument/2006/relationships" id="280" r:id="R3dde45b1c86f4ad8"/>
    <p:sldId xmlns:r="http://schemas.openxmlformats.org/officeDocument/2006/relationships" id="281" r:id="R5ca0a3b79537472e"/>
    <p:sldId xmlns:r="http://schemas.openxmlformats.org/officeDocument/2006/relationships" id="282" r:id="R772fc2e9ac1d449d"/>
    <p:sldId xmlns:r="http://schemas.openxmlformats.org/officeDocument/2006/relationships" id="283" r:id="R7a78a7c373694e7d"/>
    <p:sldId xmlns:r="http://schemas.openxmlformats.org/officeDocument/2006/relationships" id="284" r:id="R9dc26ff6bd5a46b4"/>
    <p:sldId xmlns:r="http://schemas.openxmlformats.org/officeDocument/2006/relationships" id="285" r:id="Rc3b79e4b958f4f55"/>
    <p:sldId xmlns:r="http://schemas.openxmlformats.org/officeDocument/2006/relationships" id="286" r:id="Rca1c564f00014a88"/>
    <p:sldId xmlns:r="http://schemas.openxmlformats.org/officeDocument/2006/relationships" id="287" r:id="R1cc506fd158142bd"/>
    <p:sldId xmlns:r="http://schemas.openxmlformats.org/officeDocument/2006/relationships" id="288" r:id="R2c9026ea406d462f"/>
    <p:sldId xmlns:r="http://schemas.openxmlformats.org/officeDocument/2006/relationships" id="289" r:id="R5bb7ff8f578f4aee"/>
    <p:sldId xmlns:r="http://schemas.openxmlformats.org/officeDocument/2006/relationships" id="290" r:id="R6e62b377da9f4b23"/>
    <p:sldId xmlns:r="http://schemas.openxmlformats.org/officeDocument/2006/relationships" id="291" r:id="Ra9a956d86c074c15"/>
    <p:sldId xmlns:r="http://schemas.openxmlformats.org/officeDocument/2006/relationships" id="292" r:id="Rf234377dc05a4035"/>
    <p:sldId xmlns:r="http://schemas.openxmlformats.org/officeDocument/2006/relationships" id="293" r:id="R5e8e7d8ffc1f4a99"/>
    <p:sldId xmlns:r="http://schemas.openxmlformats.org/officeDocument/2006/relationships" id="294" r:id="R84320a87f27a42b0"/>
    <p:sldId xmlns:r="http://schemas.openxmlformats.org/officeDocument/2006/relationships" id="295" r:id="Raef896ad5b5242de"/>
    <p:sldId xmlns:r="http://schemas.openxmlformats.org/officeDocument/2006/relationships" id="296" r:id="R8d39cd3cbd2b451f"/>
    <p:sldId xmlns:r="http://schemas.openxmlformats.org/officeDocument/2006/relationships" id="297" r:id="Rd3c4b958f918488e"/>
    <p:sldId xmlns:r="http://schemas.openxmlformats.org/officeDocument/2006/relationships" id="298" r:id="R19ee4b78588740e6"/>
    <p:sldId xmlns:r="http://schemas.openxmlformats.org/officeDocument/2006/relationships" id="299" r:id="Ref37540c3a994e13"/>
    <p:sldId xmlns:r="http://schemas.openxmlformats.org/officeDocument/2006/relationships" id="300" r:id="R2687d72bf4ff4526"/>
    <p:sldId xmlns:r="http://schemas.openxmlformats.org/officeDocument/2006/relationships" id="301" r:id="Ra5f80777d2ed4aa4"/>
    <p:sldId xmlns:r="http://schemas.openxmlformats.org/officeDocument/2006/relationships" id="302" r:id="R7cdf5c786e1c4283"/>
    <p:sldId xmlns:r="http://schemas.openxmlformats.org/officeDocument/2006/relationships" id="303" r:id="Ra3923551bb8844d6"/>
    <p:sldId xmlns:r="http://schemas.openxmlformats.org/officeDocument/2006/relationships" id="304" r:id="R80329910c0c64515"/>
    <p:sldId xmlns:r="http://schemas.openxmlformats.org/officeDocument/2006/relationships" id="305" r:id="R7129002a9c9f4ca2"/>
    <p:sldId xmlns:r="http://schemas.openxmlformats.org/officeDocument/2006/relationships" id="306" r:id="Rfb1cb5007b234c9d"/>
    <p:sldId xmlns:r="http://schemas.openxmlformats.org/officeDocument/2006/relationships" id="307" r:id="R2a36392ad95b4d85"/>
    <p:sldId xmlns:r="http://schemas.openxmlformats.org/officeDocument/2006/relationships" id="308" r:id="Re8148902a2454a8b"/>
    <p:sldId xmlns:r="http://schemas.openxmlformats.org/officeDocument/2006/relationships" id="309" r:id="Rff34f300557e4ef0"/>
    <p:sldId xmlns:r="http://schemas.openxmlformats.org/officeDocument/2006/relationships" id="310" r:id="R02d7f7d6206a4b11"/>
    <p:sldId xmlns:r="http://schemas.openxmlformats.org/officeDocument/2006/relationships" id="311" r:id="R9f5322d11d284656"/>
    <p:sldId xmlns:r="http://schemas.openxmlformats.org/officeDocument/2006/relationships" id="312" r:id="Rcd8aa9f88aa6438c"/>
    <p:sldId xmlns:r="http://schemas.openxmlformats.org/officeDocument/2006/relationships" id="313" r:id="Re3fc48de9dda49f2"/>
    <p:sldId xmlns:r="http://schemas.openxmlformats.org/officeDocument/2006/relationships" id="314" r:id="Rdf8b4246c8934893"/>
    <p:sldId xmlns:r="http://schemas.openxmlformats.org/officeDocument/2006/relationships" id="315" r:id="Rbe1583b5c2664b58"/>
    <p:sldId xmlns:r="http://schemas.openxmlformats.org/officeDocument/2006/relationships" id="316" r:id="R37f54a74acba4935"/>
    <p:sldId xmlns:r="http://schemas.openxmlformats.org/officeDocument/2006/relationships" id="317" r:id="R5279b0e041cc4bda"/>
    <p:sldId xmlns:r="http://schemas.openxmlformats.org/officeDocument/2006/relationships" id="318" r:id="R2453ca7b05464bce"/>
    <p:sldId xmlns:r="http://schemas.openxmlformats.org/officeDocument/2006/relationships" id="319" r:id="R5714d4322c434ef9"/>
    <p:sldId xmlns:r="http://schemas.openxmlformats.org/officeDocument/2006/relationships" id="320" r:id="R2546fc5da97b4e75"/>
    <p:sldId xmlns:r="http://schemas.openxmlformats.org/officeDocument/2006/relationships" id="321" r:id="R1ee4df77398f4b75"/>
    <p:sldId xmlns:r="http://schemas.openxmlformats.org/officeDocument/2006/relationships" id="322" r:id="R4e186d669a444af9"/>
    <p:sldId xmlns:r="http://schemas.openxmlformats.org/officeDocument/2006/relationships" id="323" r:id="R068a971ad0414723"/>
    <p:sldId xmlns:r="http://schemas.openxmlformats.org/officeDocument/2006/relationships" id="324" r:id="R2588be4fba334474"/>
    <p:sldId xmlns:r="http://schemas.openxmlformats.org/officeDocument/2006/relationships" id="325" r:id="R8a758735a6744de2"/>
    <p:sldId xmlns:r="http://schemas.openxmlformats.org/officeDocument/2006/relationships" id="326" r:id="R56b88e5e2df0425e"/>
    <p:sldId xmlns:r="http://schemas.openxmlformats.org/officeDocument/2006/relationships" id="327" r:id="R179b3bc64e674ff9"/>
    <p:sldId xmlns:r="http://schemas.openxmlformats.org/officeDocument/2006/relationships" id="328" r:id="R9178367b1a684167"/>
    <p:sldId xmlns:r="http://schemas.openxmlformats.org/officeDocument/2006/relationships" id="329" r:id="Rbaeb3bb1b8cf4f29"/>
    <p:sldId xmlns:r="http://schemas.openxmlformats.org/officeDocument/2006/relationships" id="330" r:id="Re4d5720a2618491a"/>
    <p:sldId xmlns:r="http://schemas.openxmlformats.org/officeDocument/2006/relationships" id="331" r:id="Rdd25b373b6c04253"/>
    <p:sldId xmlns:r="http://schemas.openxmlformats.org/officeDocument/2006/relationships" id="332" r:id="Rb3dc8c9e1f8a4989"/>
    <p:sldId xmlns:r="http://schemas.openxmlformats.org/officeDocument/2006/relationships" id="333" r:id="R123c40898dc749bb"/>
    <p:sldId xmlns:r="http://schemas.openxmlformats.org/officeDocument/2006/relationships" id="334" r:id="Rec53bf56495147dc"/>
    <p:sldId xmlns:r="http://schemas.openxmlformats.org/officeDocument/2006/relationships" id="335" r:id="Rc8c78f017b554f5c"/>
    <p:sldId xmlns:r="http://schemas.openxmlformats.org/officeDocument/2006/relationships" id="336" r:id="R954c3a69b8bd47dc"/>
    <p:sldId xmlns:r="http://schemas.openxmlformats.org/officeDocument/2006/relationships" id="337" r:id="R26cf0ece644d48a9"/>
    <p:sldId xmlns:r="http://schemas.openxmlformats.org/officeDocument/2006/relationships" id="338" r:id="R917658fdb9e84778"/>
    <p:sldId xmlns:r="http://schemas.openxmlformats.org/officeDocument/2006/relationships" id="339" r:id="R9f79ce955980471f"/>
    <p:sldId xmlns:r="http://schemas.openxmlformats.org/officeDocument/2006/relationships" id="340" r:id="R7d889a76a4f64143"/>
    <p:sldId xmlns:r="http://schemas.openxmlformats.org/officeDocument/2006/relationships" id="341" r:id="R26791c2ebc40475d"/>
    <p:sldId xmlns:r="http://schemas.openxmlformats.org/officeDocument/2006/relationships" id="342" r:id="Rcf03da4b327f4e65"/>
    <p:sldId xmlns:r="http://schemas.openxmlformats.org/officeDocument/2006/relationships" id="343" r:id="R424933e677ee49a7"/>
    <p:sldId xmlns:r="http://schemas.openxmlformats.org/officeDocument/2006/relationships" id="344" r:id="R306be3ee2d0c4818"/>
    <p:sldId xmlns:r="http://schemas.openxmlformats.org/officeDocument/2006/relationships" id="345" r:id="R754779a1ac444220"/>
    <p:sldId xmlns:r="http://schemas.openxmlformats.org/officeDocument/2006/relationships" id="346" r:id="R6828bf1e2e8944cc"/>
    <p:sldId xmlns:r="http://schemas.openxmlformats.org/officeDocument/2006/relationships" id="347" r:id="Rba42f00764f2404e"/>
    <p:sldId xmlns:r="http://schemas.openxmlformats.org/officeDocument/2006/relationships" id="348" r:id="Rd6ea283337d44c44"/>
    <p:sldId xmlns:r="http://schemas.openxmlformats.org/officeDocument/2006/relationships" id="349" r:id="R016dca5aa07040b6"/>
    <p:sldId xmlns:r="http://schemas.openxmlformats.org/officeDocument/2006/relationships" id="350" r:id="R1fe1eaa6f6c847b8"/>
    <p:sldId xmlns:r="http://schemas.openxmlformats.org/officeDocument/2006/relationships" id="351" r:id="R5084bf5e7c2f4211"/>
    <p:sldId xmlns:r="http://schemas.openxmlformats.org/officeDocument/2006/relationships" id="352" r:id="R0c56351c82a54912"/>
    <p:sldId xmlns:r="http://schemas.openxmlformats.org/officeDocument/2006/relationships" id="353" r:id="Rbd7f7cb13c5640e3"/>
    <p:sldId xmlns:r="http://schemas.openxmlformats.org/officeDocument/2006/relationships" id="354" r:id="Rcbf8fd722a424b00"/>
    <p:sldId xmlns:r="http://schemas.openxmlformats.org/officeDocument/2006/relationships" id="355" r:id="R50108fe6ca524af0"/>
    <p:sldId xmlns:r="http://schemas.openxmlformats.org/officeDocument/2006/relationships" id="356" r:id="R5b715fc819a9415c"/>
    <p:sldId xmlns:r="http://schemas.openxmlformats.org/officeDocument/2006/relationships" id="357" r:id="Rd0071c58fee8434b"/>
    <p:sldId xmlns:r="http://schemas.openxmlformats.org/officeDocument/2006/relationships" id="358" r:id="Ra2d2445d870b43d9"/>
    <p:sldId xmlns:r="http://schemas.openxmlformats.org/officeDocument/2006/relationships" id="359" r:id="R6d11b95d964740e9"/>
    <p:sldId xmlns:r="http://schemas.openxmlformats.org/officeDocument/2006/relationships" id="360" r:id="R0e77b76609704db3"/>
    <p:sldId xmlns:r="http://schemas.openxmlformats.org/officeDocument/2006/relationships" id="361" r:id="Rdc981d384adc43e8"/>
    <p:sldId xmlns:r="http://schemas.openxmlformats.org/officeDocument/2006/relationships" id="362" r:id="R27e8b4e79bed4a2f"/>
    <p:sldId xmlns:r="http://schemas.openxmlformats.org/officeDocument/2006/relationships" id="363" r:id="R1749e3b8607942a3"/>
    <p:sldId xmlns:r="http://schemas.openxmlformats.org/officeDocument/2006/relationships" id="364" r:id="R4820b4015f18491e"/>
    <p:sldId xmlns:r="http://schemas.openxmlformats.org/officeDocument/2006/relationships" id="365" r:id="Rcffdf73a2ff34661"/>
    <p:sldId xmlns:r="http://schemas.openxmlformats.org/officeDocument/2006/relationships" id="366" r:id="Rcc2d175a900744cd"/>
    <p:sldId xmlns:r="http://schemas.openxmlformats.org/officeDocument/2006/relationships" id="367" r:id="Rdc37300ea9144fa8"/>
    <p:sldId xmlns:r="http://schemas.openxmlformats.org/officeDocument/2006/relationships" id="368" r:id="Rbfdf665db1394081"/>
    <p:sldId xmlns:r="http://schemas.openxmlformats.org/officeDocument/2006/relationships" id="369" r:id="R1d78d6fc6df84025"/>
    <p:sldId xmlns:r="http://schemas.openxmlformats.org/officeDocument/2006/relationships" id="370" r:id="R464041ed2b0c475e"/>
    <p:sldId xmlns:r="http://schemas.openxmlformats.org/officeDocument/2006/relationships" id="371" r:id="Rec1ddfb96b874d98"/>
    <p:sldId xmlns:r="http://schemas.openxmlformats.org/officeDocument/2006/relationships" id="372" r:id="R4817d4df6a0a4daa"/>
    <p:sldId xmlns:r="http://schemas.openxmlformats.org/officeDocument/2006/relationships" id="373" r:id="R8902264aa69143bb"/>
    <p:sldId xmlns:r="http://schemas.openxmlformats.org/officeDocument/2006/relationships" id="374" r:id="Rbac08a11c0de462f"/>
    <p:sldId xmlns:r="http://schemas.openxmlformats.org/officeDocument/2006/relationships" id="375" r:id="R112d5087e2154be8"/>
    <p:sldId xmlns:r="http://schemas.openxmlformats.org/officeDocument/2006/relationships" id="376" r:id="R15cd2d7e9a1a4cfd"/>
    <p:sldId xmlns:r="http://schemas.openxmlformats.org/officeDocument/2006/relationships" id="377" r:id="Rf14bd9bfc1644f9c"/>
    <p:sldId xmlns:r="http://schemas.openxmlformats.org/officeDocument/2006/relationships" id="378" r:id="R05ba0b4ddcaf4784"/>
    <p:sldId xmlns:r="http://schemas.openxmlformats.org/officeDocument/2006/relationships" id="379" r:id="Ra01c0c3b0b444a12"/>
    <p:sldId xmlns:r="http://schemas.openxmlformats.org/officeDocument/2006/relationships" id="380" r:id="R63696e3c321746ca"/>
    <p:sldId xmlns:r="http://schemas.openxmlformats.org/officeDocument/2006/relationships" id="381" r:id="R959e2b5391894490"/>
    <p:sldId xmlns:r="http://schemas.openxmlformats.org/officeDocument/2006/relationships" id="382" r:id="R8afc0ea992e6442c"/>
    <p:sldId xmlns:r="http://schemas.openxmlformats.org/officeDocument/2006/relationships" id="383" r:id="Re46f529c51cd4415"/>
    <p:sldId xmlns:r="http://schemas.openxmlformats.org/officeDocument/2006/relationships" id="384" r:id="R259f0fb7f41844fb"/>
    <p:sldId xmlns:r="http://schemas.openxmlformats.org/officeDocument/2006/relationships" id="385" r:id="Rb43fdc7e26344d28"/>
    <p:sldId xmlns:r="http://schemas.openxmlformats.org/officeDocument/2006/relationships" id="386" r:id="Rcea7b4a5dc874445"/>
    <p:sldId xmlns:r="http://schemas.openxmlformats.org/officeDocument/2006/relationships" id="387" r:id="Rc1d87a2745ad4561"/>
    <p:sldId xmlns:r="http://schemas.openxmlformats.org/officeDocument/2006/relationships" id="388" r:id="Re5ebaf05ab2b46ff"/>
    <p:sldId xmlns:r="http://schemas.openxmlformats.org/officeDocument/2006/relationships" id="389" r:id="R367fc615c1be4a3a"/>
    <p:sldId xmlns:r="http://schemas.openxmlformats.org/officeDocument/2006/relationships" id="390" r:id="R009df34495aa4b54"/>
    <p:sldId xmlns:r="http://schemas.openxmlformats.org/officeDocument/2006/relationships" id="391" r:id="R9df4ca93af244878"/>
    <p:sldId xmlns:r="http://schemas.openxmlformats.org/officeDocument/2006/relationships" id="392" r:id="Rc395d992ce6141cf"/>
    <p:sldId xmlns:r="http://schemas.openxmlformats.org/officeDocument/2006/relationships" id="393" r:id="R1da6bcfa55ef4082"/>
    <p:sldId xmlns:r="http://schemas.openxmlformats.org/officeDocument/2006/relationships" id="394" r:id="R82338b1bc41943cf"/>
    <p:sldId xmlns:r="http://schemas.openxmlformats.org/officeDocument/2006/relationships" id="395" r:id="Rc19847de7bfb46a8"/>
    <p:sldId xmlns:r="http://schemas.openxmlformats.org/officeDocument/2006/relationships" id="396" r:id="Re37d58ff08a84b39"/>
    <p:sldId xmlns:r="http://schemas.openxmlformats.org/officeDocument/2006/relationships" id="397" r:id="Rb0915c0f885446b1"/>
    <p:sldId xmlns:r="http://schemas.openxmlformats.org/officeDocument/2006/relationships" id="398" r:id="R033978f1bed5421f"/>
    <p:sldId xmlns:r="http://schemas.openxmlformats.org/officeDocument/2006/relationships" id="399" r:id="R6c7e899666b94f76"/>
    <p:sldId xmlns:r="http://schemas.openxmlformats.org/officeDocument/2006/relationships" id="400" r:id="R9fe630364843411f"/>
    <p:sldId xmlns:r="http://schemas.openxmlformats.org/officeDocument/2006/relationships" id="401" r:id="Rf222b7612dd84971"/>
    <p:sldId xmlns:r="http://schemas.openxmlformats.org/officeDocument/2006/relationships" id="402" r:id="Rae52be3d33b34502"/>
    <p:sldId xmlns:r="http://schemas.openxmlformats.org/officeDocument/2006/relationships" id="403" r:id="R42ebf2d0f5a94974"/>
    <p:sldId xmlns:r="http://schemas.openxmlformats.org/officeDocument/2006/relationships" id="404" r:id="R59a9594e74ef49ff"/>
    <p:sldId xmlns:r="http://schemas.openxmlformats.org/officeDocument/2006/relationships" id="405" r:id="Rb7437aa0bf9745fb"/>
    <p:sldId xmlns:r="http://schemas.openxmlformats.org/officeDocument/2006/relationships" id="406" r:id="R0b29812b03a743fb"/>
    <p:sldId xmlns:r="http://schemas.openxmlformats.org/officeDocument/2006/relationships" id="407" r:id="Rad0a675c38ff4eef"/>
    <p:sldId xmlns:r="http://schemas.openxmlformats.org/officeDocument/2006/relationships" id="408" r:id="R8fbb9324dc224d44"/>
    <p:sldId xmlns:r="http://schemas.openxmlformats.org/officeDocument/2006/relationships" id="409" r:id="Rf75f5ac0d1764e4c"/>
    <p:sldId xmlns:r="http://schemas.openxmlformats.org/officeDocument/2006/relationships" id="410" r:id="R041d55715fe74e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5722dbd54f4ba8" /><Relationship Type="http://schemas.openxmlformats.org/officeDocument/2006/relationships/slideMaster" Target="/ppt/slideMasters/slideMaster1.xml" Id="R22a27fb344844670" /><Relationship Type="http://schemas.openxmlformats.org/officeDocument/2006/relationships/notesMaster" Target="/ppt/notesMasters/notesMaster1.xml" Id="R700add4a0fb24fa1" /><Relationship Type="http://schemas.openxmlformats.org/officeDocument/2006/relationships/presProps" Target="/ppt/presProps.xml" Id="Rbd13c39a8e86409d" /><Relationship Type="http://schemas.openxmlformats.org/officeDocument/2006/relationships/tableStyles" Target="/ppt/tableStyles.xml" Id="R5fd5bba7d462422b" /><Relationship Type="http://schemas.openxmlformats.org/officeDocument/2006/relationships/slide" Target="/ppt/slides/slide1.xml" Id="R2660ae3ed47e4555" /><Relationship Type="http://schemas.openxmlformats.org/officeDocument/2006/relationships/slide" Target="/ppt/slides/slide2.xml" Id="Re877afb34e144dba" /><Relationship Type="http://schemas.openxmlformats.org/officeDocument/2006/relationships/slide" Target="/ppt/slides/slide3.xml" Id="R5026a07438384e15" /><Relationship Type="http://schemas.openxmlformats.org/officeDocument/2006/relationships/slide" Target="/ppt/slides/slide4.xml" Id="Ree6b8e43372b439d" /><Relationship Type="http://schemas.openxmlformats.org/officeDocument/2006/relationships/slide" Target="/ppt/slides/slide5.xml" Id="Rdc03016568594d76" /><Relationship Type="http://schemas.openxmlformats.org/officeDocument/2006/relationships/slide" Target="/ppt/slides/slide6.xml" Id="R11fd7b61003e4b2c" /><Relationship Type="http://schemas.openxmlformats.org/officeDocument/2006/relationships/slide" Target="/ppt/slides/slide7.xml" Id="Rc20e87d0fcb04b27" /><Relationship Type="http://schemas.openxmlformats.org/officeDocument/2006/relationships/slide" Target="/ppt/slides/slide8.xml" Id="Ree57f6dbd48746df" /><Relationship Type="http://schemas.openxmlformats.org/officeDocument/2006/relationships/slide" Target="/ppt/slides/slide9.xml" Id="R4740a30e90a04aed" /><Relationship Type="http://schemas.openxmlformats.org/officeDocument/2006/relationships/slide" Target="/ppt/slides/slide10.xml" Id="R4571548301654356" /><Relationship Type="http://schemas.openxmlformats.org/officeDocument/2006/relationships/slide" Target="/ppt/slides/slide11.xml" Id="R3af0a45ab4c84088" /><Relationship Type="http://schemas.openxmlformats.org/officeDocument/2006/relationships/slide" Target="/ppt/slides/slide12.xml" Id="R5d204488eb984661" /><Relationship Type="http://schemas.openxmlformats.org/officeDocument/2006/relationships/slide" Target="/ppt/slides/slide13.xml" Id="Re5eb6413bb8f47f4" /><Relationship Type="http://schemas.openxmlformats.org/officeDocument/2006/relationships/slide" Target="/ppt/slides/slide14.xml" Id="R6822cf37a7154e96" /><Relationship Type="http://schemas.openxmlformats.org/officeDocument/2006/relationships/slide" Target="/ppt/slides/slide15.xml" Id="Ra8ce97677f6b46b1" /><Relationship Type="http://schemas.openxmlformats.org/officeDocument/2006/relationships/slide" Target="/ppt/slides/slide16.xml" Id="R972a7520294a4742" /><Relationship Type="http://schemas.openxmlformats.org/officeDocument/2006/relationships/slide" Target="/ppt/slides/slide17.xml" Id="Re76b5c17fa0244fc" /><Relationship Type="http://schemas.openxmlformats.org/officeDocument/2006/relationships/slide" Target="/ppt/slides/slide18.xml" Id="Rc965d06ec390475c" /><Relationship Type="http://schemas.openxmlformats.org/officeDocument/2006/relationships/slide" Target="/ppt/slides/slide19.xml" Id="Rcce5ca5499604043" /><Relationship Type="http://schemas.openxmlformats.org/officeDocument/2006/relationships/slide" Target="/ppt/slides/slide20.xml" Id="Ree15e09ed3694399" /><Relationship Type="http://schemas.openxmlformats.org/officeDocument/2006/relationships/slide" Target="/ppt/slides/slide21.xml" Id="R0ad51931e1664076" /><Relationship Type="http://schemas.openxmlformats.org/officeDocument/2006/relationships/slide" Target="/ppt/slides/slide22.xml" Id="R6eec6c37187b45e7" /><Relationship Type="http://schemas.openxmlformats.org/officeDocument/2006/relationships/slide" Target="/ppt/slides/slide23.xml" Id="Rbaeb065ad901413d" /><Relationship Type="http://schemas.openxmlformats.org/officeDocument/2006/relationships/slide" Target="/ppt/slides/slide24.xml" Id="R7c59201df84a4eb6" /><Relationship Type="http://schemas.openxmlformats.org/officeDocument/2006/relationships/slide" Target="/ppt/slides/slide25.xml" Id="R3dde45b1c86f4ad8" /><Relationship Type="http://schemas.openxmlformats.org/officeDocument/2006/relationships/slide" Target="/ppt/slides/slide26.xml" Id="R5ca0a3b79537472e" /><Relationship Type="http://schemas.openxmlformats.org/officeDocument/2006/relationships/slide" Target="/ppt/slides/slide27.xml" Id="R772fc2e9ac1d449d" /><Relationship Type="http://schemas.openxmlformats.org/officeDocument/2006/relationships/slide" Target="/ppt/slides/slide28.xml" Id="R7a78a7c373694e7d" /><Relationship Type="http://schemas.openxmlformats.org/officeDocument/2006/relationships/slide" Target="/ppt/slides/slide29.xml" Id="R9dc26ff6bd5a46b4" /><Relationship Type="http://schemas.openxmlformats.org/officeDocument/2006/relationships/slide" Target="/ppt/slides/slide30.xml" Id="Rc3b79e4b958f4f55" /><Relationship Type="http://schemas.openxmlformats.org/officeDocument/2006/relationships/slide" Target="/ppt/slides/slide31.xml" Id="Rca1c564f00014a88" /><Relationship Type="http://schemas.openxmlformats.org/officeDocument/2006/relationships/slide" Target="/ppt/slides/slide32.xml" Id="R1cc506fd158142bd" /><Relationship Type="http://schemas.openxmlformats.org/officeDocument/2006/relationships/slide" Target="/ppt/slides/slide33.xml" Id="R2c9026ea406d462f" /><Relationship Type="http://schemas.openxmlformats.org/officeDocument/2006/relationships/slide" Target="/ppt/slides/slide34.xml" Id="R5bb7ff8f578f4aee" /><Relationship Type="http://schemas.openxmlformats.org/officeDocument/2006/relationships/slide" Target="/ppt/slides/slide35.xml" Id="R6e62b377da9f4b23" /><Relationship Type="http://schemas.openxmlformats.org/officeDocument/2006/relationships/slide" Target="/ppt/slides/slide36.xml" Id="Ra9a956d86c074c15" /><Relationship Type="http://schemas.openxmlformats.org/officeDocument/2006/relationships/slide" Target="/ppt/slides/slide37.xml" Id="Rf234377dc05a4035" /><Relationship Type="http://schemas.openxmlformats.org/officeDocument/2006/relationships/slide" Target="/ppt/slides/slide38.xml" Id="R5e8e7d8ffc1f4a99" /><Relationship Type="http://schemas.openxmlformats.org/officeDocument/2006/relationships/slide" Target="/ppt/slides/slide39.xml" Id="R84320a87f27a42b0" /><Relationship Type="http://schemas.openxmlformats.org/officeDocument/2006/relationships/slide" Target="/ppt/slides/slide40.xml" Id="Raef896ad5b5242de" /><Relationship Type="http://schemas.openxmlformats.org/officeDocument/2006/relationships/slide" Target="/ppt/slides/slide41.xml" Id="R8d39cd3cbd2b451f" /><Relationship Type="http://schemas.openxmlformats.org/officeDocument/2006/relationships/slide" Target="/ppt/slides/slide42.xml" Id="Rd3c4b958f918488e" /><Relationship Type="http://schemas.openxmlformats.org/officeDocument/2006/relationships/slide" Target="/ppt/slides/slide43.xml" Id="R19ee4b78588740e6" /><Relationship Type="http://schemas.openxmlformats.org/officeDocument/2006/relationships/slide" Target="/ppt/slides/slide44.xml" Id="Ref37540c3a994e13" /><Relationship Type="http://schemas.openxmlformats.org/officeDocument/2006/relationships/slide" Target="/ppt/slides/slide45.xml" Id="R2687d72bf4ff4526" /><Relationship Type="http://schemas.openxmlformats.org/officeDocument/2006/relationships/slide" Target="/ppt/slides/slide46.xml" Id="Ra5f80777d2ed4aa4" /><Relationship Type="http://schemas.openxmlformats.org/officeDocument/2006/relationships/slide" Target="/ppt/slides/slide47.xml" Id="R7cdf5c786e1c4283" /><Relationship Type="http://schemas.openxmlformats.org/officeDocument/2006/relationships/slide" Target="/ppt/slides/slide48.xml" Id="Ra3923551bb8844d6" /><Relationship Type="http://schemas.openxmlformats.org/officeDocument/2006/relationships/slide" Target="/ppt/slides/slide49.xml" Id="R80329910c0c64515" /><Relationship Type="http://schemas.openxmlformats.org/officeDocument/2006/relationships/slide" Target="/ppt/slides/slide50.xml" Id="R7129002a9c9f4ca2" /><Relationship Type="http://schemas.openxmlformats.org/officeDocument/2006/relationships/slide" Target="/ppt/slides/slide51.xml" Id="Rfb1cb5007b234c9d" /><Relationship Type="http://schemas.openxmlformats.org/officeDocument/2006/relationships/slide" Target="/ppt/slides/slide52.xml" Id="R2a36392ad95b4d85" /><Relationship Type="http://schemas.openxmlformats.org/officeDocument/2006/relationships/slide" Target="/ppt/slides/slide53.xml" Id="Re8148902a2454a8b" /><Relationship Type="http://schemas.openxmlformats.org/officeDocument/2006/relationships/slide" Target="/ppt/slides/slide54.xml" Id="Rff34f300557e4ef0" /><Relationship Type="http://schemas.openxmlformats.org/officeDocument/2006/relationships/slide" Target="/ppt/slides/slide55.xml" Id="R02d7f7d6206a4b11" /><Relationship Type="http://schemas.openxmlformats.org/officeDocument/2006/relationships/slide" Target="/ppt/slides/slide56.xml" Id="R9f5322d11d284656" /><Relationship Type="http://schemas.openxmlformats.org/officeDocument/2006/relationships/slide" Target="/ppt/slides/slide57.xml" Id="Rcd8aa9f88aa6438c" /><Relationship Type="http://schemas.openxmlformats.org/officeDocument/2006/relationships/slide" Target="/ppt/slides/slide58.xml" Id="Re3fc48de9dda49f2" /><Relationship Type="http://schemas.openxmlformats.org/officeDocument/2006/relationships/slide" Target="/ppt/slides/slide59.xml" Id="Rdf8b4246c8934893" /><Relationship Type="http://schemas.openxmlformats.org/officeDocument/2006/relationships/slide" Target="/ppt/slides/slide60.xml" Id="Rbe1583b5c2664b58" /><Relationship Type="http://schemas.openxmlformats.org/officeDocument/2006/relationships/slide" Target="/ppt/slides/slide61.xml" Id="R37f54a74acba4935" /><Relationship Type="http://schemas.openxmlformats.org/officeDocument/2006/relationships/slide" Target="/ppt/slides/slide62.xml" Id="R5279b0e041cc4bda" /><Relationship Type="http://schemas.openxmlformats.org/officeDocument/2006/relationships/slide" Target="/ppt/slides/slide63.xml" Id="R2453ca7b05464bce" /><Relationship Type="http://schemas.openxmlformats.org/officeDocument/2006/relationships/slide" Target="/ppt/slides/slide64.xml" Id="R5714d4322c434ef9" /><Relationship Type="http://schemas.openxmlformats.org/officeDocument/2006/relationships/slide" Target="/ppt/slides/slide65.xml" Id="R2546fc5da97b4e75" /><Relationship Type="http://schemas.openxmlformats.org/officeDocument/2006/relationships/slide" Target="/ppt/slides/slide66.xml" Id="R1ee4df77398f4b75" /><Relationship Type="http://schemas.openxmlformats.org/officeDocument/2006/relationships/slide" Target="/ppt/slides/slide67.xml" Id="R4e186d669a444af9" /><Relationship Type="http://schemas.openxmlformats.org/officeDocument/2006/relationships/slide" Target="/ppt/slides/slide68.xml" Id="R068a971ad0414723" /><Relationship Type="http://schemas.openxmlformats.org/officeDocument/2006/relationships/slide" Target="/ppt/slides/slide69.xml" Id="R2588be4fba334474" /><Relationship Type="http://schemas.openxmlformats.org/officeDocument/2006/relationships/slide" Target="/ppt/slides/slide70.xml" Id="R8a758735a6744de2" /><Relationship Type="http://schemas.openxmlformats.org/officeDocument/2006/relationships/slide" Target="/ppt/slides/slide71.xml" Id="R56b88e5e2df0425e" /><Relationship Type="http://schemas.openxmlformats.org/officeDocument/2006/relationships/slide" Target="/ppt/slides/slide72.xml" Id="R179b3bc64e674ff9" /><Relationship Type="http://schemas.openxmlformats.org/officeDocument/2006/relationships/slide" Target="/ppt/slides/slide73.xml" Id="R9178367b1a684167" /><Relationship Type="http://schemas.openxmlformats.org/officeDocument/2006/relationships/slide" Target="/ppt/slides/slide74.xml" Id="Rbaeb3bb1b8cf4f29" /><Relationship Type="http://schemas.openxmlformats.org/officeDocument/2006/relationships/slide" Target="/ppt/slides/slide75.xml" Id="Re4d5720a2618491a" /><Relationship Type="http://schemas.openxmlformats.org/officeDocument/2006/relationships/slide" Target="/ppt/slides/slide76.xml" Id="Rdd25b373b6c04253" /><Relationship Type="http://schemas.openxmlformats.org/officeDocument/2006/relationships/slide" Target="/ppt/slides/slide77.xml" Id="Rb3dc8c9e1f8a4989" /><Relationship Type="http://schemas.openxmlformats.org/officeDocument/2006/relationships/slide" Target="/ppt/slides/slide78.xml" Id="R123c40898dc749bb" /><Relationship Type="http://schemas.openxmlformats.org/officeDocument/2006/relationships/slide" Target="/ppt/slides/slide79.xml" Id="Rec53bf56495147dc" /><Relationship Type="http://schemas.openxmlformats.org/officeDocument/2006/relationships/slide" Target="/ppt/slides/slide80.xml" Id="Rc8c78f017b554f5c" /><Relationship Type="http://schemas.openxmlformats.org/officeDocument/2006/relationships/slide" Target="/ppt/slides/slide81.xml" Id="R954c3a69b8bd47dc" /><Relationship Type="http://schemas.openxmlformats.org/officeDocument/2006/relationships/slide" Target="/ppt/slides/slide82.xml" Id="R26cf0ece644d48a9" /><Relationship Type="http://schemas.openxmlformats.org/officeDocument/2006/relationships/slide" Target="/ppt/slides/slide83.xml" Id="R917658fdb9e84778" /><Relationship Type="http://schemas.openxmlformats.org/officeDocument/2006/relationships/slide" Target="/ppt/slides/slide84.xml" Id="R9f79ce955980471f" /><Relationship Type="http://schemas.openxmlformats.org/officeDocument/2006/relationships/slide" Target="/ppt/slides/slide85.xml" Id="R7d889a76a4f64143" /><Relationship Type="http://schemas.openxmlformats.org/officeDocument/2006/relationships/slide" Target="/ppt/slides/slide86.xml" Id="R26791c2ebc40475d" /><Relationship Type="http://schemas.openxmlformats.org/officeDocument/2006/relationships/slide" Target="/ppt/slides/slide87.xml" Id="Rcf03da4b327f4e65" /><Relationship Type="http://schemas.openxmlformats.org/officeDocument/2006/relationships/slide" Target="/ppt/slides/slide88.xml" Id="R424933e677ee49a7" /><Relationship Type="http://schemas.openxmlformats.org/officeDocument/2006/relationships/slide" Target="/ppt/slides/slide89.xml" Id="R306be3ee2d0c4818" /><Relationship Type="http://schemas.openxmlformats.org/officeDocument/2006/relationships/slide" Target="/ppt/slides/slide90.xml" Id="R754779a1ac444220" /><Relationship Type="http://schemas.openxmlformats.org/officeDocument/2006/relationships/slide" Target="/ppt/slides/slide91.xml" Id="R6828bf1e2e8944cc" /><Relationship Type="http://schemas.openxmlformats.org/officeDocument/2006/relationships/slide" Target="/ppt/slides/slide92.xml" Id="Rba42f00764f2404e" /><Relationship Type="http://schemas.openxmlformats.org/officeDocument/2006/relationships/slide" Target="/ppt/slides/slide93.xml" Id="Rd6ea283337d44c44" /><Relationship Type="http://schemas.openxmlformats.org/officeDocument/2006/relationships/slide" Target="/ppt/slides/slide94.xml" Id="R016dca5aa07040b6" /><Relationship Type="http://schemas.openxmlformats.org/officeDocument/2006/relationships/slide" Target="/ppt/slides/slide95.xml" Id="R1fe1eaa6f6c847b8" /><Relationship Type="http://schemas.openxmlformats.org/officeDocument/2006/relationships/slide" Target="/ppt/slides/slide96.xml" Id="R5084bf5e7c2f4211" /><Relationship Type="http://schemas.openxmlformats.org/officeDocument/2006/relationships/slide" Target="/ppt/slides/slide97.xml" Id="R0c56351c82a54912" /><Relationship Type="http://schemas.openxmlformats.org/officeDocument/2006/relationships/slide" Target="/ppt/slides/slide98.xml" Id="Rbd7f7cb13c5640e3" /><Relationship Type="http://schemas.openxmlformats.org/officeDocument/2006/relationships/slide" Target="/ppt/slides/slide99.xml" Id="Rcbf8fd722a424b00" /><Relationship Type="http://schemas.openxmlformats.org/officeDocument/2006/relationships/slide" Target="/ppt/slides/slide100.xml" Id="R50108fe6ca524af0" /><Relationship Type="http://schemas.openxmlformats.org/officeDocument/2006/relationships/slide" Target="/ppt/slides/slide101.xml" Id="R5b715fc819a9415c" /><Relationship Type="http://schemas.openxmlformats.org/officeDocument/2006/relationships/slide" Target="/ppt/slides/slide102.xml" Id="Rd0071c58fee8434b" /><Relationship Type="http://schemas.openxmlformats.org/officeDocument/2006/relationships/slide" Target="/ppt/slides/slide103.xml" Id="Ra2d2445d870b43d9" /><Relationship Type="http://schemas.openxmlformats.org/officeDocument/2006/relationships/slide" Target="/ppt/slides/slide104.xml" Id="R6d11b95d964740e9" /><Relationship Type="http://schemas.openxmlformats.org/officeDocument/2006/relationships/slide" Target="/ppt/slides/slide105.xml" Id="R0e77b76609704db3" /><Relationship Type="http://schemas.openxmlformats.org/officeDocument/2006/relationships/slide" Target="/ppt/slides/slide106.xml" Id="Rdc981d384adc43e8" /><Relationship Type="http://schemas.openxmlformats.org/officeDocument/2006/relationships/slide" Target="/ppt/slides/slide107.xml" Id="R27e8b4e79bed4a2f" /><Relationship Type="http://schemas.openxmlformats.org/officeDocument/2006/relationships/slide" Target="/ppt/slides/slide108.xml" Id="R1749e3b8607942a3" /><Relationship Type="http://schemas.openxmlformats.org/officeDocument/2006/relationships/slide" Target="/ppt/slides/slide109.xml" Id="R4820b4015f18491e" /><Relationship Type="http://schemas.openxmlformats.org/officeDocument/2006/relationships/slide" Target="/ppt/slides/slide110.xml" Id="Rcffdf73a2ff34661" /><Relationship Type="http://schemas.openxmlformats.org/officeDocument/2006/relationships/slide" Target="/ppt/slides/slide111.xml" Id="Rcc2d175a900744cd" /><Relationship Type="http://schemas.openxmlformats.org/officeDocument/2006/relationships/slide" Target="/ppt/slides/slide112.xml" Id="Rdc37300ea9144fa8" /><Relationship Type="http://schemas.openxmlformats.org/officeDocument/2006/relationships/slide" Target="/ppt/slides/slide113.xml" Id="Rbfdf665db1394081" /><Relationship Type="http://schemas.openxmlformats.org/officeDocument/2006/relationships/slide" Target="/ppt/slides/slide114.xml" Id="R1d78d6fc6df84025" /><Relationship Type="http://schemas.openxmlformats.org/officeDocument/2006/relationships/slide" Target="/ppt/slides/slide115.xml" Id="R464041ed2b0c475e" /><Relationship Type="http://schemas.openxmlformats.org/officeDocument/2006/relationships/slide" Target="/ppt/slides/slide116.xml" Id="Rec1ddfb96b874d98" /><Relationship Type="http://schemas.openxmlformats.org/officeDocument/2006/relationships/slide" Target="/ppt/slides/slide117.xml" Id="R4817d4df6a0a4daa" /><Relationship Type="http://schemas.openxmlformats.org/officeDocument/2006/relationships/slide" Target="/ppt/slides/slide118.xml" Id="R8902264aa69143bb" /><Relationship Type="http://schemas.openxmlformats.org/officeDocument/2006/relationships/slide" Target="/ppt/slides/slide119.xml" Id="Rbac08a11c0de462f" /><Relationship Type="http://schemas.openxmlformats.org/officeDocument/2006/relationships/slide" Target="/ppt/slides/slide120.xml" Id="R112d5087e2154be8" /><Relationship Type="http://schemas.openxmlformats.org/officeDocument/2006/relationships/slide" Target="/ppt/slides/slide121.xml" Id="R15cd2d7e9a1a4cfd" /><Relationship Type="http://schemas.openxmlformats.org/officeDocument/2006/relationships/slide" Target="/ppt/slides/slide122.xml" Id="Rf14bd9bfc1644f9c" /><Relationship Type="http://schemas.openxmlformats.org/officeDocument/2006/relationships/slide" Target="/ppt/slides/slide123.xml" Id="R05ba0b4ddcaf4784" /><Relationship Type="http://schemas.openxmlformats.org/officeDocument/2006/relationships/slide" Target="/ppt/slides/slide124.xml" Id="Ra01c0c3b0b444a12" /><Relationship Type="http://schemas.openxmlformats.org/officeDocument/2006/relationships/slide" Target="/ppt/slides/slide125.xml" Id="R63696e3c321746ca" /><Relationship Type="http://schemas.openxmlformats.org/officeDocument/2006/relationships/slide" Target="/ppt/slides/slide126.xml" Id="R959e2b5391894490" /><Relationship Type="http://schemas.openxmlformats.org/officeDocument/2006/relationships/slide" Target="/ppt/slides/slide127.xml" Id="R8afc0ea992e6442c" /><Relationship Type="http://schemas.openxmlformats.org/officeDocument/2006/relationships/slide" Target="/ppt/slides/slide128.xml" Id="Re46f529c51cd4415" /><Relationship Type="http://schemas.openxmlformats.org/officeDocument/2006/relationships/slide" Target="/ppt/slides/slide129.xml" Id="R259f0fb7f41844fb" /><Relationship Type="http://schemas.openxmlformats.org/officeDocument/2006/relationships/slide" Target="/ppt/slides/slide130.xml" Id="Rb43fdc7e26344d28" /><Relationship Type="http://schemas.openxmlformats.org/officeDocument/2006/relationships/slide" Target="/ppt/slides/slide131.xml" Id="Rcea7b4a5dc874445" /><Relationship Type="http://schemas.openxmlformats.org/officeDocument/2006/relationships/slide" Target="/ppt/slides/slide132.xml" Id="Rc1d87a2745ad4561" /><Relationship Type="http://schemas.openxmlformats.org/officeDocument/2006/relationships/slide" Target="/ppt/slides/slide133.xml" Id="Re5ebaf05ab2b46ff" /><Relationship Type="http://schemas.openxmlformats.org/officeDocument/2006/relationships/slide" Target="/ppt/slides/slide134.xml" Id="R367fc615c1be4a3a" /><Relationship Type="http://schemas.openxmlformats.org/officeDocument/2006/relationships/slide" Target="/ppt/slides/slide135.xml" Id="R009df34495aa4b54" /><Relationship Type="http://schemas.openxmlformats.org/officeDocument/2006/relationships/slide" Target="/ppt/slides/slide136.xml" Id="R9df4ca93af244878" /><Relationship Type="http://schemas.openxmlformats.org/officeDocument/2006/relationships/slide" Target="/ppt/slides/slide137.xml" Id="Rc395d992ce6141cf" /><Relationship Type="http://schemas.openxmlformats.org/officeDocument/2006/relationships/slide" Target="/ppt/slides/slide138.xml" Id="R1da6bcfa55ef4082" /><Relationship Type="http://schemas.openxmlformats.org/officeDocument/2006/relationships/slide" Target="/ppt/slides/slide139.xml" Id="R82338b1bc41943cf" /><Relationship Type="http://schemas.openxmlformats.org/officeDocument/2006/relationships/slide" Target="/ppt/slides/slide140.xml" Id="Rc19847de7bfb46a8" /><Relationship Type="http://schemas.openxmlformats.org/officeDocument/2006/relationships/slide" Target="/ppt/slides/slide141.xml" Id="Re37d58ff08a84b39" /><Relationship Type="http://schemas.openxmlformats.org/officeDocument/2006/relationships/slide" Target="/ppt/slides/slide142.xml" Id="Rb0915c0f885446b1" /><Relationship Type="http://schemas.openxmlformats.org/officeDocument/2006/relationships/slide" Target="/ppt/slides/slide143.xml" Id="R033978f1bed5421f" /><Relationship Type="http://schemas.openxmlformats.org/officeDocument/2006/relationships/slide" Target="/ppt/slides/slide144.xml" Id="R6c7e899666b94f76" /><Relationship Type="http://schemas.openxmlformats.org/officeDocument/2006/relationships/slide" Target="/ppt/slides/slide145.xml" Id="R9fe630364843411f" /><Relationship Type="http://schemas.openxmlformats.org/officeDocument/2006/relationships/slide" Target="/ppt/slides/slide146.xml" Id="Rf222b7612dd84971" /><Relationship Type="http://schemas.openxmlformats.org/officeDocument/2006/relationships/slide" Target="/ppt/slides/slide147.xml" Id="Rae52be3d33b34502" /><Relationship Type="http://schemas.openxmlformats.org/officeDocument/2006/relationships/slide" Target="/ppt/slides/slide148.xml" Id="R42ebf2d0f5a94974" /><Relationship Type="http://schemas.openxmlformats.org/officeDocument/2006/relationships/slide" Target="/ppt/slides/slide149.xml" Id="R59a9594e74ef49ff" /><Relationship Type="http://schemas.openxmlformats.org/officeDocument/2006/relationships/slide" Target="/ppt/slides/slide150.xml" Id="Rb7437aa0bf9745fb" /><Relationship Type="http://schemas.openxmlformats.org/officeDocument/2006/relationships/slide" Target="/ppt/slides/slide151.xml" Id="R0b29812b03a743fb" /><Relationship Type="http://schemas.openxmlformats.org/officeDocument/2006/relationships/slide" Target="/ppt/slides/slide152.xml" Id="Rad0a675c38ff4eef" /><Relationship Type="http://schemas.openxmlformats.org/officeDocument/2006/relationships/slide" Target="/ppt/slides/slide153.xml" Id="R8fbb9324dc224d44" /><Relationship Type="http://schemas.openxmlformats.org/officeDocument/2006/relationships/slide" Target="/ppt/slides/slide154.xml" Id="Rf75f5ac0d1764e4c" /><Relationship Type="http://schemas.openxmlformats.org/officeDocument/2006/relationships/slide" Target="/ppt/slides/slide155.xml" Id="R041d55715fe74e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f1dfbfde644b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b3d58f626f4d98" /><Relationship Type="http://schemas.openxmlformats.org/officeDocument/2006/relationships/notesMaster" Target="/ppt/notesMasters/notesMaster1.xml" Id="Rc8844744db3243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bd3637e8fa4a31" /><Relationship Type="http://schemas.openxmlformats.org/officeDocument/2006/relationships/notesMaster" Target="/ppt/notesMasters/notesMaster1.xml" Id="R92341a3d9f8b4c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181aae02574b21" /><Relationship Type="http://schemas.openxmlformats.org/officeDocument/2006/relationships/notesMaster" Target="/ppt/notesMasters/notesMaster1.xml" Id="R77b0c51cbbd84d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477db1de7749da" /><Relationship Type="http://schemas.openxmlformats.org/officeDocument/2006/relationships/notesMaster" Target="/ppt/notesMasters/notesMaster1.xml" Id="Re8fd7b9ee92c46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17494004204676" /><Relationship Type="http://schemas.openxmlformats.org/officeDocument/2006/relationships/notesMaster" Target="/ppt/notesMasters/notesMaster1.xml" Id="R095da2ebd99949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ab1e9f51574bc6" /><Relationship Type="http://schemas.openxmlformats.org/officeDocument/2006/relationships/notesMaster" Target="/ppt/notesMasters/notesMaster1.xml" Id="Rc03cc6a21c9643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c2cb6f39ef41a9" /><Relationship Type="http://schemas.openxmlformats.org/officeDocument/2006/relationships/notesMaster" Target="/ppt/notesMasters/notesMaster1.xml" Id="Re7e251e59d1a43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dc85bf886344b5" /><Relationship Type="http://schemas.openxmlformats.org/officeDocument/2006/relationships/notesMaster" Target="/ppt/notesMasters/notesMaster1.xml" Id="R3b32ca4cb4074f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de18cd114b4bfe" /><Relationship Type="http://schemas.openxmlformats.org/officeDocument/2006/relationships/notesMaster" Target="/ppt/notesMasters/notesMaster1.xml" Id="Rcb2d1fbd5a4b40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394b9a5a574322" /><Relationship Type="http://schemas.openxmlformats.org/officeDocument/2006/relationships/notesMaster" Target="/ppt/notesMasters/notesMaster1.xml" Id="Rdd4ebf0ca9a446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a60394fb5c46b7" /><Relationship Type="http://schemas.openxmlformats.org/officeDocument/2006/relationships/notesMaster" Target="/ppt/notesMasters/notesMaster1.xml" Id="R2677109e16cf40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fe488bc81e4e67" /><Relationship Type="http://schemas.openxmlformats.org/officeDocument/2006/relationships/notesMaster" Target="/ppt/notesMasters/notesMaster1.xml" Id="R091b98861cb647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4638473b9a4c71" /><Relationship Type="http://schemas.openxmlformats.org/officeDocument/2006/relationships/notesMaster" Target="/ppt/notesMasters/notesMaster1.xml" Id="R3d323502729843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bdbb4d016c04983" /><Relationship Type="http://schemas.openxmlformats.org/officeDocument/2006/relationships/notesMaster" Target="/ppt/notesMasters/notesMaster1.xml" Id="R394427a9d36241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9bd2b8c2e341ba" /><Relationship Type="http://schemas.openxmlformats.org/officeDocument/2006/relationships/notesMaster" Target="/ppt/notesMasters/notesMaster1.xml" Id="Rea06ba83886142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cae39540504f8a" /><Relationship Type="http://schemas.openxmlformats.org/officeDocument/2006/relationships/notesMaster" Target="/ppt/notesMasters/notesMaster1.xml" Id="R45e7b48c78b8427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81ac0a0767d48b3" /><Relationship Type="http://schemas.openxmlformats.org/officeDocument/2006/relationships/notesMaster" Target="/ppt/notesMasters/notesMaster1.xml" Id="R1a2b79f3ee11467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93127a3dc34651" /><Relationship Type="http://schemas.openxmlformats.org/officeDocument/2006/relationships/notesMaster" Target="/ppt/notesMasters/notesMaster1.xml" Id="R2b2a5101e24f445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fb3fa97dfed4ffb" /><Relationship Type="http://schemas.openxmlformats.org/officeDocument/2006/relationships/notesMaster" Target="/ppt/notesMasters/notesMaster1.xml" Id="Rec04f696fcf04c9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cdee4d6973c4d82" /><Relationship Type="http://schemas.openxmlformats.org/officeDocument/2006/relationships/notesMaster" Target="/ppt/notesMasters/notesMaster1.xml" Id="R9a33edb24e014f2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28cffa560184353" /><Relationship Type="http://schemas.openxmlformats.org/officeDocument/2006/relationships/notesMaster" Target="/ppt/notesMasters/notesMaster1.xml" Id="R7484a3e4b27346e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593c98baeba4fab" /><Relationship Type="http://schemas.openxmlformats.org/officeDocument/2006/relationships/notesMaster" Target="/ppt/notesMasters/notesMaster1.xml" Id="R99b46b43018944a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75e623bb64648e2" /><Relationship Type="http://schemas.openxmlformats.org/officeDocument/2006/relationships/notesMaster" Target="/ppt/notesMasters/notesMaster1.xml" Id="Rcd92fc3d0820440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dc5d0f457fb4f3a" /><Relationship Type="http://schemas.openxmlformats.org/officeDocument/2006/relationships/notesMaster" Target="/ppt/notesMasters/notesMaster1.xml" Id="R105ccac69f364a4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a4af603f8ad4655" /><Relationship Type="http://schemas.openxmlformats.org/officeDocument/2006/relationships/notesMaster" Target="/ppt/notesMasters/notesMaster1.xml" Id="Rd7a889b7e93d4bd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53844481b9448d5" /><Relationship Type="http://schemas.openxmlformats.org/officeDocument/2006/relationships/notesMaster" Target="/ppt/notesMasters/notesMaster1.xml" Id="R226da07719f44ec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28a3138f63641b5" /><Relationship Type="http://schemas.openxmlformats.org/officeDocument/2006/relationships/notesMaster" Target="/ppt/notesMasters/notesMaster1.xml" Id="R1abcaf824e67483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120b95ae4fc4367" /><Relationship Type="http://schemas.openxmlformats.org/officeDocument/2006/relationships/notesMaster" Target="/ppt/notesMasters/notesMaster1.xml" Id="Ra46f4ced574443b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2ca526ef4364379" /><Relationship Type="http://schemas.openxmlformats.org/officeDocument/2006/relationships/notesMaster" Target="/ppt/notesMasters/notesMaster1.xml" Id="R8e36ca51fc884d9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d7c294fd1f946a2" /><Relationship Type="http://schemas.openxmlformats.org/officeDocument/2006/relationships/notesMaster" Target="/ppt/notesMasters/notesMaster1.xml" Id="R1835a666b516400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dc266349856408f" /><Relationship Type="http://schemas.openxmlformats.org/officeDocument/2006/relationships/notesMaster" Target="/ppt/notesMasters/notesMaster1.xml" Id="Rbda5bb6ba0274af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6aa778bd8b146d9" /><Relationship Type="http://schemas.openxmlformats.org/officeDocument/2006/relationships/notesMaster" Target="/ppt/notesMasters/notesMaster1.xml" Id="R21f484b701a84dd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06a3be2529b4219" /><Relationship Type="http://schemas.openxmlformats.org/officeDocument/2006/relationships/notesMaster" Target="/ppt/notesMasters/notesMaster1.xml" Id="R79bdb0c9e545430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82a67e570be4388" /><Relationship Type="http://schemas.openxmlformats.org/officeDocument/2006/relationships/notesMaster" Target="/ppt/notesMasters/notesMaster1.xml" Id="Rd6eda850e1b748b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d51d062f5694438" /><Relationship Type="http://schemas.openxmlformats.org/officeDocument/2006/relationships/notesMaster" Target="/ppt/notesMasters/notesMaster1.xml" Id="Rbcaedacb5be64e4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c10a271370e4b3f" /><Relationship Type="http://schemas.openxmlformats.org/officeDocument/2006/relationships/notesMaster" Target="/ppt/notesMasters/notesMaster1.xml" Id="Rae558e2a5ff542e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69732b8334f488c" /><Relationship Type="http://schemas.openxmlformats.org/officeDocument/2006/relationships/notesMaster" Target="/ppt/notesMasters/notesMaster1.xml" Id="Rc6fc19710d3e4bd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9b569d745164cea" /><Relationship Type="http://schemas.openxmlformats.org/officeDocument/2006/relationships/notesMaster" Target="/ppt/notesMasters/notesMaster1.xml" Id="Rda2a79a06e6240b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dcd01b9285e40e9" /><Relationship Type="http://schemas.openxmlformats.org/officeDocument/2006/relationships/notesMaster" Target="/ppt/notesMasters/notesMaster1.xml" Id="R2fa4696f569b4dd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30be2b1ea0c4d92" /><Relationship Type="http://schemas.openxmlformats.org/officeDocument/2006/relationships/notesMaster" Target="/ppt/notesMasters/notesMaster1.xml" Id="Rafc82c2396ac433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6cb7f8ba7b84d95" /><Relationship Type="http://schemas.openxmlformats.org/officeDocument/2006/relationships/notesMaster" Target="/ppt/notesMasters/notesMaster1.xml" Id="R3edab1b067314e3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4483f9638824737" /><Relationship Type="http://schemas.openxmlformats.org/officeDocument/2006/relationships/notesMaster" Target="/ppt/notesMasters/notesMaster1.xml" Id="R49672a9836a6487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6c2928de52b4dc7" /><Relationship Type="http://schemas.openxmlformats.org/officeDocument/2006/relationships/notesMaster" Target="/ppt/notesMasters/notesMaster1.xml" Id="R7c9c355f7bfb4a7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ad85f23b8b74058" /><Relationship Type="http://schemas.openxmlformats.org/officeDocument/2006/relationships/notesMaster" Target="/ppt/notesMasters/notesMaster1.xml" Id="Rf8df81b572854ae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d826427698f42bb" /><Relationship Type="http://schemas.openxmlformats.org/officeDocument/2006/relationships/notesMaster" Target="/ppt/notesMasters/notesMaster1.xml" Id="R9f793d098988448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1482610f39c4bdd" /><Relationship Type="http://schemas.openxmlformats.org/officeDocument/2006/relationships/notesMaster" Target="/ppt/notesMasters/notesMaster1.xml" Id="R8187921c6763440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98ce6a863b44736" /><Relationship Type="http://schemas.openxmlformats.org/officeDocument/2006/relationships/notesMaster" Target="/ppt/notesMasters/notesMaster1.xml" Id="R90673b4e740c42b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f430192c40e4939" /><Relationship Type="http://schemas.openxmlformats.org/officeDocument/2006/relationships/notesMaster" Target="/ppt/notesMasters/notesMaster1.xml" Id="R5dfa44db0000430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6c4448130df4fd9" /><Relationship Type="http://schemas.openxmlformats.org/officeDocument/2006/relationships/notesMaster" Target="/ppt/notesMasters/notesMaster1.xml" Id="R31fdaa079e41424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12800fbec7f4985" /><Relationship Type="http://schemas.openxmlformats.org/officeDocument/2006/relationships/notesMaster" Target="/ppt/notesMasters/notesMaster1.xml" Id="R12bc915d87a64be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05e3a71e5284bbe" /><Relationship Type="http://schemas.openxmlformats.org/officeDocument/2006/relationships/notesMaster" Target="/ppt/notesMasters/notesMaster1.xml" Id="R05f4fcb4bafc45d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9d83519006246af" /><Relationship Type="http://schemas.openxmlformats.org/officeDocument/2006/relationships/notesMaster" Target="/ppt/notesMasters/notesMaster1.xml" Id="Rec10b7ec0294470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d91bb56ca52421f" /><Relationship Type="http://schemas.openxmlformats.org/officeDocument/2006/relationships/notesMaster" Target="/ppt/notesMasters/notesMaster1.xml" Id="Ra1a5d718560a4226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d162218b71064069" /><Relationship Type="http://schemas.openxmlformats.org/officeDocument/2006/relationships/notesMaster" Target="/ppt/notesMasters/notesMaster1.xml" Id="Rc93be037ca7b4583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f751362129d4614" /><Relationship Type="http://schemas.openxmlformats.org/officeDocument/2006/relationships/notesMaster" Target="/ppt/notesMasters/notesMaster1.xml" Id="Re8570a8bdb0448e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40d10f9558d4ae7" /><Relationship Type="http://schemas.openxmlformats.org/officeDocument/2006/relationships/notesMaster" Target="/ppt/notesMasters/notesMaster1.xml" Id="R1fd3e565ca9440ff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8650640e36724983" /><Relationship Type="http://schemas.openxmlformats.org/officeDocument/2006/relationships/notesMaster" Target="/ppt/notesMasters/notesMaster1.xml" Id="Rb21ee5a53f964575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f7488fbe784a46ee" /><Relationship Type="http://schemas.openxmlformats.org/officeDocument/2006/relationships/notesMaster" Target="/ppt/notesMasters/notesMaster1.xml" Id="Rae09c6dce815492d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c6e05581a3b41c7" /><Relationship Type="http://schemas.openxmlformats.org/officeDocument/2006/relationships/notesMaster" Target="/ppt/notesMasters/notesMaster1.xml" Id="R9644aa957aac4f51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e209b92f8eb44404" /><Relationship Type="http://schemas.openxmlformats.org/officeDocument/2006/relationships/notesMaster" Target="/ppt/notesMasters/notesMaster1.xml" Id="R15eac02714684432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23c7d871cbc54395" /><Relationship Type="http://schemas.openxmlformats.org/officeDocument/2006/relationships/notesMaster" Target="/ppt/notesMasters/notesMaster1.xml" Id="Rdcd93ed1e9f34fae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e1650e0216f14a2d" /><Relationship Type="http://schemas.openxmlformats.org/officeDocument/2006/relationships/notesMaster" Target="/ppt/notesMasters/notesMaster1.xml" Id="R86d8a042bfea4fa6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87af4828320b4022" /><Relationship Type="http://schemas.openxmlformats.org/officeDocument/2006/relationships/notesMaster" Target="/ppt/notesMasters/notesMaster1.xml" Id="Rb08e637374c24104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e6b74648cc4e4cb7" /><Relationship Type="http://schemas.openxmlformats.org/officeDocument/2006/relationships/notesMaster" Target="/ppt/notesMasters/notesMaster1.xml" Id="Rc60ad9e121c94a65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c1a5a36fe79d49c8" /><Relationship Type="http://schemas.openxmlformats.org/officeDocument/2006/relationships/notesMaster" Target="/ppt/notesMasters/notesMaster1.xml" Id="R383d4648fe384e7b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8ae4f7b74dad48f3" /><Relationship Type="http://schemas.openxmlformats.org/officeDocument/2006/relationships/notesMaster" Target="/ppt/notesMasters/notesMaster1.xml" Id="R4196d52bca364ad1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eb0eb2ec826a481b" /><Relationship Type="http://schemas.openxmlformats.org/officeDocument/2006/relationships/notesMaster" Target="/ppt/notesMasters/notesMaster1.xml" Id="Ra4c1169fcf184dad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3ebd28defea34ebc" /><Relationship Type="http://schemas.openxmlformats.org/officeDocument/2006/relationships/notesMaster" Target="/ppt/notesMasters/notesMaster1.xml" Id="Rd9a1751a133a49df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42a728a867e54022" /><Relationship Type="http://schemas.openxmlformats.org/officeDocument/2006/relationships/notesMaster" Target="/ppt/notesMasters/notesMaster1.xml" Id="R54c67b36dd13435e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d129972c62104739" /><Relationship Type="http://schemas.openxmlformats.org/officeDocument/2006/relationships/notesMaster" Target="/ppt/notesMasters/notesMaster1.xml" Id="R027da74cfcff48dc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86202891f4a34c3b" /><Relationship Type="http://schemas.openxmlformats.org/officeDocument/2006/relationships/notesMaster" Target="/ppt/notesMasters/notesMaster1.xml" Id="R6a92a0738b054e70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d7b05927909e49a0" /><Relationship Type="http://schemas.openxmlformats.org/officeDocument/2006/relationships/notesMaster" Target="/ppt/notesMasters/notesMaster1.xml" Id="R88b36d00a0854ebe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914f90f90ba04282" /><Relationship Type="http://schemas.openxmlformats.org/officeDocument/2006/relationships/notesMaster" Target="/ppt/notesMasters/notesMaster1.xml" Id="Rda496e0bb954412a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62b3445c49604854" /><Relationship Type="http://schemas.openxmlformats.org/officeDocument/2006/relationships/notesMaster" Target="/ppt/notesMasters/notesMaster1.xml" Id="Rdcc162a27e754a4a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7bb973c2e63e42b0" /><Relationship Type="http://schemas.openxmlformats.org/officeDocument/2006/relationships/notesMaster" Target="/ppt/notesMasters/notesMaster1.xml" Id="R0f2e95ee4f514138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6a7217b5b06d480c" /><Relationship Type="http://schemas.openxmlformats.org/officeDocument/2006/relationships/notesMaster" Target="/ppt/notesMasters/notesMaster1.xml" Id="R9393e4b9ba784c47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9256d62f9cbd4620" /><Relationship Type="http://schemas.openxmlformats.org/officeDocument/2006/relationships/notesMaster" Target="/ppt/notesMasters/notesMaster1.xml" Id="Rdf0af75425484d6c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041050a31f394772" /><Relationship Type="http://schemas.openxmlformats.org/officeDocument/2006/relationships/notesMaster" Target="/ppt/notesMasters/notesMaster1.xml" Id="R67987a98ceaa4dd3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a78688c9ee2049c1" /><Relationship Type="http://schemas.openxmlformats.org/officeDocument/2006/relationships/notesMaster" Target="/ppt/notesMasters/notesMaster1.xml" Id="Re24e0fdacffd4aac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2ef17f3d367e4695" /><Relationship Type="http://schemas.openxmlformats.org/officeDocument/2006/relationships/notesMaster" Target="/ppt/notesMasters/notesMaster1.xml" Id="Rc7684d50755a450e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a1c744c674474a80" /><Relationship Type="http://schemas.openxmlformats.org/officeDocument/2006/relationships/notesMaster" Target="/ppt/notesMasters/notesMaster1.xml" Id="R623ebd874d304be2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84e415c7ca5d44c0" /><Relationship Type="http://schemas.openxmlformats.org/officeDocument/2006/relationships/notesMaster" Target="/ppt/notesMasters/notesMaster1.xml" Id="Ra81a1c58ae604bf6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532e6c148bee4993" /><Relationship Type="http://schemas.openxmlformats.org/officeDocument/2006/relationships/notesMaster" Target="/ppt/notesMasters/notesMaster1.xml" Id="Rf349bbb2a0cb4cb7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988051bdf3b14b40" /><Relationship Type="http://schemas.openxmlformats.org/officeDocument/2006/relationships/notesMaster" Target="/ppt/notesMasters/notesMaster1.xml" Id="Rd698d4daf4e04824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88ed04caa00741fd" /><Relationship Type="http://schemas.openxmlformats.org/officeDocument/2006/relationships/notesMaster" Target="/ppt/notesMasters/notesMaster1.xml" Id="R704242e8e6cd4ef7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7eb315daf15e4a86" /><Relationship Type="http://schemas.openxmlformats.org/officeDocument/2006/relationships/notesMaster" Target="/ppt/notesMasters/notesMaster1.xml" Id="R7f6711ba6e37401c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67ac433daeed4fff" /><Relationship Type="http://schemas.openxmlformats.org/officeDocument/2006/relationships/notesMaster" Target="/ppt/notesMasters/notesMaster1.xml" Id="R4cf6d3dfd70543a6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13bdda7bcf944d96" /><Relationship Type="http://schemas.openxmlformats.org/officeDocument/2006/relationships/notesMaster" Target="/ppt/notesMasters/notesMaster1.xml" Id="R26548c3d42fe4874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92488c7019244291" /><Relationship Type="http://schemas.openxmlformats.org/officeDocument/2006/relationships/notesMaster" Target="/ppt/notesMasters/notesMaster1.xml" Id="Rc0c212510e224690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fbda9ba2d5744c8e" /><Relationship Type="http://schemas.openxmlformats.org/officeDocument/2006/relationships/notesMaster" Target="/ppt/notesMasters/notesMaster1.xml" Id="R5afcf2bf6c0c44a2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d89995acdd1f4021" /><Relationship Type="http://schemas.openxmlformats.org/officeDocument/2006/relationships/notesMaster" Target="/ppt/notesMasters/notesMaster1.xml" Id="Rb8c4a50421bd4292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af55548352004fcd" /><Relationship Type="http://schemas.openxmlformats.org/officeDocument/2006/relationships/notesMaster" Target="/ppt/notesMasters/notesMaster1.xml" Id="R8e7c595495e946a9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1870cfac882f4d4c" /><Relationship Type="http://schemas.openxmlformats.org/officeDocument/2006/relationships/notesMaster" Target="/ppt/notesMasters/notesMaster1.xml" Id="Rfa7c2a6bfc634be4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e78975cffa6e429d" /><Relationship Type="http://schemas.openxmlformats.org/officeDocument/2006/relationships/notesMaster" Target="/ppt/notesMasters/notesMaster1.xml" Id="R3057026245e043f9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a466f88ed9754b86" /><Relationship Type="http://schemas.openxmlformats.org/officeDocument/2006/relationships/notesMaster" Target="/ppt/notesMasters/notesMaster1.xml" Id="R563398acf8084760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763d6f9df7bf4dbb" /><Relationship Type="http://schemas.openxmlformats.org/officeDocument/2006/relationships/notesMaster" Target="/ppt/notesMasters/notesMaster1.xml" Id="R96379f3186374d36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518660dad4ad476f" /><Relationship Type="http://schemas.openxmlformats.org/officeDocument/2006/relationships/notesMaster" Target="/ppt/notesMasters/notesMaster1.xml" Id="Rb54c35d6c4544fcd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dcd2efafed3d4e0e" /><Relationship Type="http://schemas.openxmlformats.org/officeDocument/2006/relationships/notesMaster" Target="/ppt/notesMasters/notesMaster1.xml" Id="Ra857c9a1a0fb43c7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e885215970c14341" /><Relationship Type="http://schemas.openxmlformats.org/officeDocument/2006/relationships/notesMaster" Target="/ppt/notesMasters/notesMaster1.xml" Id="R3ece56b629a84b79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138125e22bf64333" /><Relationship Type="http://schemas.openxmlformats.org/officeDocument/2006/relationships/notesMaster" Target="/ppt/notesMasters/notesMaster1.xml" Id="Rd734ddcbab5b441c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027d201ae06c4338" /><Relationship Type="http://schemas.openxmlformats.org/officeDocument/2006/relationships/notesMaster" Target="/ppt/notesMasters/notesMaster1.xml" Id="Re316b7acd39b4096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50e0af4f97d74dc7" /><Relationship Type="http://schemas.openxmlformats.org/officeDocument/2006/relationships/notesMaster" Target="/ppt/notesMasters/notesMaster1.xml" Id="R6887ef299fb641f1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8f9752b50e724624" /><Relationship Type="http://schemas.openxmlformats.org/officeDocument/2006/relationships/notesMaster" Target="/ppt/notesMasters/notesMaster1.xml" Id="R671868d549324be5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5441f35452b34c10" /><Relationship Type="http://schemas.openxmlformats.org/officeDocument/2006/relationships/notesMaster" Target="/ppt/notesMasters/notesMaster1.xml" Id="R73cd8c86c2c84d32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6e52357219214944" /><Relationship Type="http://schemas.openxmlformats.org/officeDocument/2006/relationships/notesMaster" Target="/ppt/notesMasters/notesMaster1.xml" Id="R967a5d1d69c74e07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2b46c115f3184230" /><Relationship Type="http://schemas.openxmlformats.org/officeDocument/2006/relationships/notesMaster" Target="/ppt/notesMasters/notesMaster1.xml" Id="R7db5a946bc484921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5447f628be4e489d" /><Relationship Type="http://schemas.openxmlformats.org/officeDocument/2006/relationships/notesMaster" Target="/ppt/notesMasters/notesMaster1.xml" Id="Rd9948da8596d4fb8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110e45a9ac6048e6" /><Relationship Type="http://schemas.openxmlformats.org/officeDocument/2006/relationships/notesMaster" Target="/ppt/notesMasters/notesMaster1.xml" Id="Rc39da0de91514a1f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d4a1ac10889e478a" /><Relationship Type="http://schemas.openxmlformats.org/officeDocument/2006/relationships/notesMaster" Target="/ppt/notesMasters/notesMaster1.xml" Id="Rc57c0e4522fe4de6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52fecbe25b824f56" /><Relationship Type="http://schemas.openxmlformats.org/officeDocument/2006/relationships/notesMaster" Target="/ppt/notesMasters/notesMaster1.xml" Id="Rec7e28180f1342fb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1798720cb91f430c" /><Relationship Type="http://schemas.openxmlformats.org/officeDocument/2006/relationships/notesMaster" Target="/ppt/notesMasters/notesMaster1.xml" Id="R25d8595b0fe04d87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4c2e21682e4844de" /><Relationship Type="http://schemas.openxmlformats.org/officeDocument/2006/relationships/notesMaster" Target="/ppt/notesMasters/notesMaster1.xml" Id="Rb88c4726e0ec40bd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5311b806e5b4404f" /><Relationship Type="http://schemas.openxmlformats.org/officeDocument/2006/relationships/notesMaster" Target="/ppt/notesMasters/notesMaster1.xml" Id="R7ec96f2e60c74fe2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bda724faa6db476e" /><Relationship Type="http://schemas.openxmlformats.org/officeDocument/2006/relationships/notesMaster" Target="/ppt/notesMasters/notesMaster1.xml" Id="Re5f08c76eb634b58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2a1adbf73c884e07" /><Relationship Type="http://schemas.openxmlformats.org/officeDocument/2006/relationships/notesMaster" Target="/ppt/notesMasters/notesMaster1.xml" Id="R3825af6176a44383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bbe2cdb1fa924e7e" /><Relationship Type="http://schemas.openxmlformats.org/officeDocument/2006/relationships/notesMaster" Target="/ppt/notesMasters/notesMaster1.xml" Id="R665aa48ae5864942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9bd36535eb744e11" /><Relationship Type="http://schemas.openxmlformats.org/officeDocument/2006/relationships/notesMaster" Target="/ppt/notesMasters/notesMaster1.xml" Id="R576bf183dccf4aff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9f47f7e9a26e4101" /><Relationship Type="http://schemas.openxmlformats.org/officeDocument/2006/relationships/notesMaster" Target="/ppt/notesMasters/notesMaster1.xml" Id="R2086c20614af4a12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89f7de8973774cb2" /><Relationship Type="http://schemas.openxmlformats.org/officeDocument/2006/relationships/notesMaster" Target="/ppt/notesMasters/notesMaster1.xml" Id="R751bb01f8c374ac5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a61f88e9d2704e46" /><Relationship Type="http://schemas.openxmlformats.org/officeDocument/2006/relationships/notesMaster" Target="/ppt/notesMasters/notesMaster1.xml" Id="R5c5ed3c9d6554160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89d035dad7f64ee3" /><Relationship Type="http://schemas.openxmlformats.org/officeDocument/2006/relationships/notesMaster" Target="/ppt/notesMasters/notesMaster1.xml" Id="R411c4153c721470b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a7d0f69a1bbf4338" /><Relationship Type="http://schemas.openxmlformats.org/officeDocument/2006/relationships/notesMaster" Target="/ppt/notesMasters/notesMaster1.xml" Id="Rd8ecb5af2ff34135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fe3dcb137b944f09" /><Relationship Type="http://schemas.openxmlformats.org/officeDocument/2006/relationships/notesMaster" Target="/ppt/notesMasters/notesMaster1.xml" Id="R55f31b4bcedb46f4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d335ddf6f2164182" /><Relationship Type="http://schemas.openxmlformats.org/officeDocument/2006/relationships/notesMaster" Target="/ppt/notesMasters/notesMaster1.xml" Id="R8a0f1742b2534efb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a152a688a1ce4723" /><Relationship Type="http://schemas.openxmlformats.org/officeDocument/2006/relationships/notesMaster" Target="/ppt/notesMasters/notesMaster1.xml" Id="R44405cfe91f74707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76f0935c7c514aa5" /><Relationship Type="http://schemas.openxmlformats.org/officeDocument/2006/relationships/notesMaster" Target="/ppt/notesMasters/notesMaster1.xml" Id="R8eb703619cc249d9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016a1565f62841ef" /><Relationship Type="http://schemas.openxmlformats.org/officeDocument/2006/relationships/notesMaster" Target="/ppt/notesMasters/notesMaster1.xml" Id="Ra6c2324d80984491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181239af27384ada" /><Relationship Type="http://schemas.openxmlformats.org/officeDocument/2006/relationships/notesMaster" Target="/ppt/notesMasters/notesMaster1.xml" Id="Rcf02afcbdb48485c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f71e3d496a8046bc" /><Relationship Type="http://schemas.openxmlformats.org/officeDocument/2006/relationships/notesMaster" Target="/ppt/notesMasters/notesMaster1.xml" Id="Rb0eebc63bde242fc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dca78796ce554743" /><Relationship Type="http://schemas.openxmlformats.org/officeDocument/2006/relationships/notesMaster" Target="/ppt/notesMasters/notesMaster1.xml" Id="R15de2e68ed1c4683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f3a12c803b1f4df4" /><Relationship Type="http://schemas.openxmlformats.org/officeDocument/2006/relationships/notesMaster" Target="/ppt/notesMasters/notesMaster1.xml" Id="R13fec6d17f8f4e07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b2504556b804485d" /><Relationship Type="http://schemas.openxmlformats.org/officeDocument/2006/relationships/notesMaster" Target="/ppt/notesMasters/notesMaster1.xml" Id="R81cf978635974d7b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d2ada900b7fc4986" /><Relationship Type="http://schemas.openxmlformats.org/officeDocument/2006/relationships/notesMaster" Target="/ppt/notesMasters/notesMaster1.xml" Id="R672c992f73054547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7d9fdc0b423844b8" /><Relationship Type="http://schemas.openxmlformats.org/officeDocument/2006/relationships/notesMaster" Target="/ppt/notesMasters/notesMaster1.xml" Id="R4ca207e1570d46c8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8aad1affd476449f" /><Relationship Type="http://schemas.openxmlformats.org/officeDocument/2006/relationships/notesMaster" Target="/ppt/notesMasters/notesMaster1.xml" Id="R3d977e3a728340de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2f6b7debae6f47e0" /><Relationship Type="http://schemas.openxmlformats.org/officeDocument/2006/relationships/notesMaster" Target="/ppt/notesMasters/notesMaster1.xml" Id="Ra919c38d5af64337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cd83804c1c3a46f5" /><Relationship Type="http://schemas.openxmlformats.org/officeDocument/2006/relationships/notesMaster" Target="/ppt/notesMasters/notesMaster1.xml" Id="Rd607f04a109a4f42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a711cdccda394882" /><Relationship Type="http://schemas.openxmlformats.org/officeDocument/2006/relationships/notesMaster" Target="/ppt/notesMasters/notesMaster1.xml" Id="Ra8e388ec67894ebb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8a076c1d3e2342f7" /><Relationship Type="http://schemas.openxmlformats.org/officeDocument/2006/relationships/notesMaster" Target="/ppt/notesMasters/notesMaster1.xml" Id="Rc17bf3e05c144643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ddd9405d3e4840a7" /><Relationship Type="http://schemas.openxmlformats.org/officeDocument/2006/relationships/notesMaster" Target="/ppt/notesMasters/notesMaster1.xml" Id="Re9181b7807f845bd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9098d42edab6464e" /><Relationship Type="http://schemas.openxmlformats.org/officeDocument/2006/relationships/notesMaster" Target="/ppt/notesMasters/notesMaster1.xml" Id="Rda0c0a833bcc4ff1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900191aae9564f76" /><Relationship Type="http://schemas.openxmlformats.org/officeDocument/2006/relationships/notesMaster" Target="/ppt/notesMasters/notesMaster1.xml" Id="R9ce4c4381bb7427f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0d4422a63ade4bd4" /><Relationship Type="http://schemas.openxmlformats.org/officeDocument/2006/relationships/notesMaster" Target="/ppt/notesMasters/notesMaster1.xml" Id="R3157cf13d3d3489c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dbbb11382f0a4251" /><Relationship Type="http://schemas.openxmlformats.org/officeDocument/2006/relationships/notesMaster" Target="/ppt/notesMasters/notesMaster1.xml" Id="Re70452b7976f42e5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0e8fed9afa6a4480" /><Relationship Type="http://schemas.openxmlformats.org/officeDocument/2006/relationships/notesMaster" Target="/ppt/notesMasters/notesMaster1.xml" Id="R4aa2ac48d1794fd5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127a16056d38463d" /><Relationship Type="http://schemas.openxmlformats.org/officeDocument/2006/relationships/notesMaster" Target="/ppt/notesMasters/notesMaster1.xml" Id="R74d4893e59ac47c7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fb1948f447bf4fc3" /><Relationship Type="http://schemas.openxmlformats.org/officeDocument/2006/relationships/notesMaster" Target="/ppt/notesMasters/notesMaster1.xml" Id="R9801d9f273d4402a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e24938f600f84253" /><Relationship Type="http://schemas.openxmlformats.org/officeDocument/2006/relationships/notesMaster" Target="/ppt/notesMasters/notesMaster1.xml" Id="Ra0e0680f4cbe436e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7e1c05a9486a4334" /><Relationship Type="http://schemas.openxmlformats.org/officeDocument/2006/relationships/notesMaster" Target="/ppt/notesMasters/notesMaster1.xml" Id="Rd5e1c2725c1f4384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3dacb4a3d46b409e" /><Relationship Type="http://schemas.openxmlformats.org/officeDocument/2006/relationships/notesMaster" Target="/ppt/notesMasters/notesMaster1.xml" Id="R0d5475a654ab4f99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fb831b24176649f6" /><Relationship Type="http://schemas.openxmlformats.org/officeDocument/2006/relationships/notesMaster" Target="/ppt/notesMasters/notesMaster1.xml" Id="R928bc35a9f044b6b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bd3761e53752438c" /><Relationship Type="http://schemas.openxmlformats.org/officeDocument/2006/relationships/notesMaster" Target="/ppt/notesMasters/notesMaster1.xml" Id="Re021ef5a0c8a4be3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7e5e89b78d064c8d" /><Relationship Type="http://schemas.openxmlformats.org/officeDocument/2006/relationships/notesMaster" Target="/ppt/notesMasters/notesMaster1.xml" Id="R2f974a5b1a05402f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e18c8faa90144c4a" /><Relationship Type="http://schemas.openxmlformats.org/officeDocument/2006/relationships/notesMaster" Target="/ppt/notesMasters/notesMaster1.xml" Id="R0677199aa57144ec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36728c38b26e4f9e" /><Relationship Type="http://schemas.openxmlformats.org/officeDocument/2006/relationships/notesMaster" Target="/ppt/notesMasters/notesMaster1.xml" Id="R1f0da1f219d14c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https://thwiki.cc/%E9%9C%B2%E7%B1%B3%E5%A8%85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https://thwiki.cc/%E5%A4%A7%E5%A6%96%E7%B2%BE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https://thwiki.cc/%E7%90%AA%E9%9C%B2%E8%AF%BA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https://thwiki.cc/%E7%BA%A2%E7%BE%8E%E9%93%83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https://thwiki.cc/%E5%B0%8F%E6%81%B6%E9%AD%94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https://thwiki.cc/%E5%B8%95%E7%A7%8B%E8%8E%89%C2%B7%E8%AF%BA%E8%95%BE%E5%A7%AC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https://thwiki.cc/%E5%8D%81%E5%85%AD%E5%A4%9C%E5%92%B2%E5%A4%9C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https://thwiki.cc/%E8%95%BE%E7%B1%B3%E8%8E%89%E4%BA%9A%C2%B7%E6%96%AF%E5%8D%A1%E8%95%BE%E7%89%B9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https://thwiki.cc/%E8%8A%99%E5%85%B0%E6%9C%B5%E9%9C%B2%C2%B7%E6%96%AF%E5%8D%A1%E8%95%BE%E7%89%B9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https://thwiki.cc/%E8%95%BE%E8%92%82%C2%B7%E9%9C%8D%E7%93%A6%E7%89%B9%E6%B4%9B%E5%85%8B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https://thwiki.cc/%E6%A9%99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https://thwiki.cc/%E7%88%B1%E4%B8%BD%E4%B8%9D%C2%B7%E7%8E%9B%E6%A0%BC%E7%89%B9%E6%B4%9B%E4%BE%9D%E5%BE%B7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https://thwiki.cc/%E8%8E%89%E8%8E%89%E9%9C%8D%E7%93%A6%E7%89%B9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https://thwiki.cc/%E9%9C%B2%E5%A8%9C%E8%90%A8%C2%B7%E6%99%AE%E8%8E%89%E5%85%B9%E5%A7%86%E5%88%A9%E5%B7%B4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https://thwiki.cc/%E6%A2%85%E9%9C%B2%E5%85%B0%C2%B7%E6%99%AE%E8%8E%89%E5%85%B9%E5%A7%86%E5%88%A9%E5%B7%B4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https://thwiki.cc/%E8%8E%89%E8%8E%89%E5%8D%A1%C2%B7%E6%99%AE%E8%8E%89%E5%85%B9%E5%A7%86%E5%88%A9%E5%B7%B4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https://thwiki.cc/%E9%AD%82%E9%AD%84%E5%A6%96%E6%A2%A6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https://thwiki.cc/%E8%A5%BF%E8%A1%8C%E5%AF%BA%E5%B9%BD%E5%B9%BD%E5%AD%90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https://thwiki.cc/%E5%85%AB%E4%BA%91%E8%93%9D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https://thwiki.cc/%E5%85%AB%E4%BA%91%E7%B4%AB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https://thwiki.cc/%E4%BC%8A%E5%90%B9%E8%90%83%E9%A6%99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https://thwiki.cc/%E8%8E%89%E6%A0%BC%E9%9C%B2%C2%B7%E5%A5%88%E7%89%B9%E5%B7%B4%E6%A0%BC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https://thwiki.cc/%E7%B1%B3%E6%96%AF%E8%92%82%E5%A8%85%C2%B7%E8%90%9D%E8%95%BE%E6%8B%89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https://thwiki.cc/%E4%B8%8A%E7%99%BD%E6%B3%BD%E6%85%A7%E9%9F%B3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https://thwiki.cc/因幡帝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https://thwiki.cc/%E9%93%83%E4%BB%99%C2%B7%E4%BC%98%E6%98%99%E5%8D%8E%E9%99%A2%C2%B7%E5%9B%A0%E5%B9%A1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https://thwiki.cc/%E5%85%AB%E6%84%8F%E6%B0%B8%E7%90%B3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https://thwiki.cc/%E8%93%AC%E8%8E%B1%E5%B1%B1%E8%BE%89%E5%A4%9C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https://thwiki.cc/%E8%97%A4%E5%8E%9F%E5%A6%B9%E7%BA%A2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https://thwiki.cc/%E6%A2%85%E8%92%82%E6%AC%A3%C2%B7%E6%A2%85%E5%85%B0%E5%8F%AF%E8%8E%89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https://thwiki.cc/%E9%A3%8E%E8%A7%81%E5%B9%BD%E9%A6%99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https://thwiki.cc/%E5%B0%84%E5%91%BD%E4%B8%B8%E6%96%87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https://thwiki.cc/%E5%B0%8F%E9%87%8E%E5%A1%9A%E5%B0%8F%E7%94%BA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https://thwiki.cc/%E5%9B%9B%E5%AD%A3%E6%98%A0%E5%A7%AC%C2%B7%E5%A4%9C%E6%91%A9%E4%BB%99%E9%82%A3%E5%BA%A6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https://thwiki.cc/%E7%A7%8B%E9%9D%99%E5%8F%B6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https://thwiki.cc/%E7%A7%8B%E7%A9%B0%E5%AD%90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https://thwiki.cc/%E9%94%AE%E5%B1%B1%E9%9B%8F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https://thwiki.cc/%E6%B2%B3%E5%9F%8E%E8%8D%B7%E5%8F%96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https://thwiki.cc/%E7%8A%AC%E8%B5%B0%E6%A4%9B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https://thwiki.cc/%E4%B8%9C%E9%A3%8E%E8%B0%B7%E6%97%A9%E8%8B%97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https://thwiki.cc/%E5%85%AB%E5%9D%82%E7%A5%9E%E5%A5%88%E5%AD%90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https://thwiki.cc/%E6%B4%A9%E7%9F%A2%E8%AF%B9%E8%AE%BF%E5%AD%90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https://thwiki.cc/%E6%B0%B8%E6%B1%9F%E8%A1%A3%E7%8E%96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https://thwiki.cc/%E6%AF%94%E9%82%A3%E5%90%8D%E5%B1%85%E5%A4%A9%E5%AD%90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https://thwiki.cc/%E7%90%AA%E6%96%AF%E7%BE%8E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https://thwiki.cc/%E9%BB%91%E8%B0%B7%E5%B1%B1%E5%A5%B3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https://thwiki.cc/%E6%B0%B4%E6%A1%A5%E5%B8%95%E9%9C%B2%E8%A5%BF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https://thwiki.cc/%E6%98%9F%E7%86%8A%E5%8B%87%E4%BB%AA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https://thwiki.cc/%E5%8F%A4%E6%98%8E%E5%9C%B0%E8%A7%89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https://thwiki.cc/%E7%81%AB%E7%84%B0%E7%8C%AB%E7%87%90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https://thwiki.cc/%E7%81%B5%E4%B9%8C%E8%B7%AF%E7%A9%BA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https://thwiki.cc/%E5%8F%A4%E6%98%8E%E5%9C%B0%E6%81%8B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https://thwiki.cc/%E5%A8%9C%E5%85%B9%E7%8E%B2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https://thwiki.cc/%E5%A4%9A%E5%A4%9A%E8%89%AF%E5%B0%8F%E4%BC%9E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https://thwiki.cc/云居一轮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https://thwiki.cc/云山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https://thwiki.cc/%E6%9D%91%E7%BA%B1%E6%B0%B4%E8%9C%9C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https://thwiki.cc/%E5%AF%85%E4%B8%B8%E6%98%9F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https://thwiki.cc/%E5%9C%A3%E7%99%BD%E8%8E%B2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https://thwiki.cc/%E5%B0%81%E5%85%BD%E9%B5%BA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https://thwiki.cc/%E5%A7%AC%E6%B5%B7%E6%A3%A0%E6%9E%9C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https://thwiki.cc/%E6%A1%91%E5%B0%BC%E7%B1%B3%E5%B0%94%E5%85%8B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https://thwiki.cc/%E9%9C%B2%E5%A8%9C%E5%88%87%E9%9C%B2%E5%BE%B7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https://thwiki.cc/%E6%96%AF%E5%A1%94%E8%90%A8%E8%8F%B2%E9%9B%85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https://thwiki.cc/%E5%B9%BD%E8%B0%B7%E5%93%8D%E5%AD%90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https://thwiki.cc/%E5%AE%AB%E5%8F%A4%E8%8A%B3%E9%A6%99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https://thwiki.cc/%E9%9C%8D%E9%9D%92%E5%A8%A5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https://thwiki.cc/%E8%8B%8F%E6%88%91%E5%B1%A0%E8%87%AA%E5%8F%A4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https://thwiki.cc/%E7%89%A9%E9%83%A8%E5%B8%83%E9%83%BD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https://thwiki.cc/%E4%B8%B0%E8%81%AA%E8%80%B3%E7%A5%9E%E5%AD%90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https://thwiki.cc/%E4%BA%8C%E5%B2%A9%E7%8C%AF%E8%97%8F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https://thwiki.cc/%E7%A7%A6%E5%BF%83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https://thwiki.cc/%E8%8B%A5%E9%B9%AD%E5%A7%AC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https://thwiki.cc/%E8%B5%A4%E8%9B%AE%E5%A5%87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https://thwiki.cc/%E4%BB%8A%E6%B3%89%E5%BD%B1%E7%8B%BC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https://thwiki.cc/%E4%B9%9D%E5%8D%81%E4%B9%9D%E5%BC%81%E5%BC%81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https://thwiki.cc/%E4%B9%9D%E5%8D%81%E4%B9%9D%E5%85%AB%E6%A1%A5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https://thwiki.cc/%E9%AC%BC%E4%BA%BA%E6%AD%A3%E9%82%AA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https://thwiki.cc/%E5%B0%91%E5%90%8D%E9%92%88%E5%A6%99%E4%B8%B8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https://thwiki.cc/%E5%A0%80%E5%B7%9D%E9%9B%B7%E9%BC%93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https://thwiki.cc/%E8%8C%A8%E6%9C%A8%E5%8D%8E%E6%89%87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https://thwiki.cc/%E5%AE%87%E4%BD%90%E8%A7%81%E5%A0%87%E5%AD%90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https://thwiki.cc/%E6%B8%85%E5%85%B0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https://thwiki.cc/%E9%93%83%E7%91%9A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https://thwiki.cc/%E5%93%86%E6%9D%A5%E5%92%AA%C2%B7%E8%8B%8F%E4%BC%8A%E7%89%B9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https://thwiki.cc/%E7%A8%80%E7%A5%9E%E6%8E%A2%E5%A5%B3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https://thwiki.cc/%E5%85%8B%E5%8A%B3%E6%81%A9%E7%9A%AE%E4%B8%9D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https://thwiki.cc/%E7%BA%AF%E7%8B%90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https://thwiki.cc/%E8%B5%AB%E5%8D%A1%E6%8F%90%E4%BA%9A%C2%B7%E6%8B%89%E7%A2%A7%E6%96%AF%E6%8B%89%E7%A5%96%E5%88%A9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https://thwiki.cc/%E4%BE%9D%E7%A5%9E%E5%A5%B3%E8%8B%91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https://thwiki.cc/%E4%BE%9D%E7%A5%9E%E7%B4%AB%E8%8B%91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https://thwiki.cc/%E7%88%B1%E5%A1%94%E5%A6%AE%E7%BC%87%E6%8B%89%E5%B0%94%E7%93%A6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https://thwiki.cc/%E5%9D%82%E7%94%B0%E5%90%88%E6%AC%A2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https://thwiki.cc/%E9%AB%98%E4%B8%BD%E9%87%8E%E9%98%BF%E5%90%BD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https://thwiki.cc/%E7%9F%A2%E7%94%B0%E5%AF%BA%E6%88%90%E7%BE%8E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https://thwiki.cc/%E4%B8%81%E7%A4%BC%E7%94%B0%E8%88%9E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https://thwiki.cc/%E5%B0%94%E5%AD%90%E7%94%B0%E9%87%8C%E4%B9%83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https://thwiki.cc/%E6%91%A9%E5%A4%9A%E7%BD%97%E9%9A%90%E5%B2%90%E5%A5%88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https://thwiki.cc/%E6%88%8E%E7%92%8E%E8%8A%B1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https://thwiki.cc/%E7%89%9B%E5%B4%8E%E6%B6%A6%E7%BE%8E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https://thwiki.cc/%E5%BA%AD%E6%B8%A1%E4%B9%85%E4%BE%98%E6%AD%8C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https://thwiki.cc/%E5%90%89%E5%90%8A%E5%85%AB%E5%8D%83%E6%85%A7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https://thwiki.cc/%E6%9D%96%E5%88%80%E5%81%B6%E7%A3%A8%E5%BC%93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https://thwiki.cc/%E5%9F%B4%E5%AE%89%E7%A5%9E%E8%A2%BF%E5%A7%AC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https://thwiki.cc/%E9%AA%8A%E9%A9%B9%E6%97%A9%E9%AC%BC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https://thwiki.cc/%E9%A5%95%E9%A4%AE%E5%B0%A4%E9%AD%94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https://thwiki.cc/%E8%B1%AA%E5%BE%B7%E5%AF%BA%E4%B8%89%E8%8A%B1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https://thwiki.cc/%E5%B1%B1%E5%9F%8E%E9%AB%98%E5%B2%AD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https://thwiki.cc/%E9%A9%B9%E8%8D%89%E5%B1%B1%E5%A6%82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https://thwiki.cc/%E7%8E%89%E9%80%A0%E9%AD%85%E9%A1%BB%E4%B8%B8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https://thwiki.cc/%E8%8F%85%E7%89%A7%E5%85%B8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https://thwiki.cc/%E9%A5%AD%E7%BA%B2%E4%B8%B8%E9%BE%99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https://thwiki.cc/%E5%A4%A9%E5%BC%93%E5%8D%83%E4%BA%A6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https://thwiki.cc/%E5%A7%AC%E8%99%AB%E7%99%BE%E7%99%BE%E4%B8%96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https://thwiki.cc/%E5%AD%99%E7%BE%8E%E5%A4%A9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https://thwiki.cc/%E4%B8%89%E5%A4%B4%E6%85%A7%E4%B9%8B%E5%AD%90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https://thwiki.cc/%E5%A4%A9%E7%81%AB%E4%BA%BA%E8%A1%80%E6%9E%AA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https://thwiki.cc/%E8%B1%AB%E6%AF%8D%E9%83%BD%E6%97%A5%E7%8B%AD%E7%BE%8E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https://thwiki.cc/%E6%97%A5%E7%99%BD%E6%AE%8B%E6%97%A0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https://thwiki.cc/%E7%BB%B5%E6%9C%88%E4%B8%B0%E5%A7%AC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https://thwiki.cc/%E7%BB%B5%E6%9C%88%E4%BE%9D%E5%A7%AC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https://thwiki.cc/%E6%9C%AC%E5%B1%85%E5%B0%8F%E9%93%83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https://thwiki.cc/%E5%A5%A5%E9%87%8E%E7%94%B0%E7%BE%8E%E5%AE%B5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https://thwiki.cc/%E5%AE%AB%E5%87%BA%E5%8F%A3%E7%91%9E%E7%81%B5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https://thwiki.cc/%E6%A3%AE%E8%BF%91%E9%9C%96%E4%B9%8B%E5%8A%A9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https://thwiki.cc/%E7%A8%97%E7%94%B0%E9%98%BF%E6%B1%82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https://thwiki.cc/%E9%9B%BE%E9%9B%A8%E9%AD%94%E7%90%86%E6%B2%99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https://thwiki.cc/%E5%8D%9A%E4%B8%BD%E7%81%B5%E6%A2%A6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https://thwiki.cc/%E5%B0%98%E5%A1%9A%E5%A7%A5%E8%8A%BD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https://thwiki.cc/%E5%B0%81%E5%85%BD%E9%AD%91%E9%AD%85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https://thwiki.cc/%E9%81%93%E7%A5%9E%E9%A9%AF%E5%AD%90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https://thwiki.cc/%E7%BB%B4%E7%BC%A6%C2%B7%E6%B5%85%E9%97%B4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https://thwiki.cc/%E7%A3%90%E6%B0%B8%E9%98%BF%E6%A2%A8%E5%A4%9C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https://thwiki.cc/%E6%B8%A1%E9%87%8C%E8%B4%9D%E5%AD%90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https://thwiki.cc/%E5%AE%87%E4%BD%90%E8%A7%81%E8%8E%B2%E5%AD%90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https://thwiki.cc/%E7%8E%9B%E8%89%BE%E9%9C%B2%E8%B4%9D%E8%8E%89%C2%B7%E8%B5%AB%E6%81%A9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https://thwiki.cc/Reisen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1f50e0b7b749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0340dbbd044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5bf5d8cfc4e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6d48b64f54d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fa3cfd9144c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42c777858d4b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22AF76-5B76-4C71-AEBC-4EC97BF135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989B96C-D474-4C8E-93FA-5A802E0551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29329EC-D291-4E76-9D13-514E1683B3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3E4D48-89EC-4B9A-BC16-F0DABAF0BA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AEC9C74-7596-4FC2-AEF3-619B5C2B62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BF02C2-DF99-4E6A-B2F9-89FE314B8A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DAC1D8-A876-4D94-98AE-089788D5E1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131040B-E70D-40A7-BF69-0D36E80872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C2852B-5FC3-469D-8D10-001C664A8B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AFA5C1-F461-47DC-8699-1651F48261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965f49b2874ec3" /><Relationship Type="http://schemas.openxmlformats.org/officeDocument/2006/relationships/slideLayout" Target="/ppt/slideLayouts/slideLayout1.xml" Id="R6f9348e62fa54ae5" /><Relationship Type="http://schemas.openxmlformats.org/officeDocument/2006/relationships/slideLayout" Target="/ppt/slideLayouts/slideLayout2.xml" Id="R187f6be12bf040f7" /><Relationship Type="http://schemas.openxmlformats.org/officeDocument/2006/relationships/slideLayout" Target="/ppt/slideLayouts/slideLayout3.xml" Id="R0935fdef555248d0" /><Relationship Type="http://schemas.openxmlformats.org/officeDocument/2006/relationships/slideLayout" Target="/ppt/slideLayouts/slideLayout4.xml" Id="R1310a134515343e9" /><Relationship Type="http://schemas.openxmlformats.org/officeDocument/2006/relationships/slideLayout" Target="/ppt/slideLayouts/slideLayout5.xml" Id="R235ec3c7917c4cf6" /><Relationship Type="http://schemas.openxmlformats.org/officeDocument/2006/relationships/slideLayout" Target="/ppt/slideLayouts/slideLayout6.xml" Id="Rc318d5bdf8fc49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9348e62fa54ae5"/>
    <p:sldLayoutId xmlns:r="http://schemas.openxmlformats.org/officeDocument/2006/relationships" id="2147483650" r:id="R187f6be12bf040f7"/>
    <p:sldLayoutId xmlns:r="http://schemas.openxmlformats.org/officeDocument/2006/relationships" id="2147483651" r:id="R0935fdef555248d0"/>
    <p:sldLayoutId xmlns:r="http://schemas.openxmlformats.org/officeDocument/2006/relationships" id="2147483652" r:id="R1310a134515343e9"/>
    <p:sldLayoutId xmlns:r="http://schemas.openxmlformats.org/officeDocument/2006/relationships" id="2147483653" r:id="R235ec3c7917c4cf6"/>
    <p:sldLayoutId xmlns:r="http://schemas.openxmlformats.org/officeDocument/2006/relationships" id="2147483654" r:id="Rc318d5bdf8fc49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bde948aac8437f" /><Relationship Type="http://schemas.openxmlformats.org/officeDocument/2006/relationships/image" Target="/ppt/media/image.png" Id="Rb137ef5d51be4204" /><Relationship Type="http://schemas.openxmlformats.org/officeDocument/2006/relationships/image" Target="/ppt/media/image2.png" Id="R8fff2dc5815d406f" /><Relationship Type="http://schemas.openxmlformats.org/officeDocument/2006/relationships/image" Target="/ppt/media/image3.png" Id="R9f6400b81962450c" /><Relationship Type="http://schemas.openxmlformats.org/officeDocument/2006/relationships/image" Target="/ppt/media/image4.png" Id="R880c3898786740b6" /><Relationship Type="http://schemas.openxmlformats.org/officeDocument/2006/relationships/notesSlide" Target="/ppt/notesSlides/notesSlide1.xml" Id="R38bddaaed3cc43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5cc14ec41c4b13" /><Relationship Type="http://schemas.openxmlformats.org/officeDocument/2006/relationships/image" Target="/ppt/media/image.jpeg" Id="Rca86b66f3bb34fdd" /><Relationship Type="http://schemas.openxmlformats.org/officeDocument/2006/relationships/image" Target="/ppt/media/image2.jpeg" Id="Rd2144b5bc64b43b5" /><Relationship Type="http://schemas.openxmlformats.org/officeDocument/2006/relationships/image" Target="/ppt/media/image3.jpeg" Id="R1e84adda55754b21" /><Relationship Type="http://schemas.openxmlformats.org/officeDocument/2006/relationships/image" Target="/ppt/media/image4.jpeg" Id="R42b61b67eabf4660" /><Relationship Type="http://schemas.openxmlformats.org/officeDocument/2006/relationships/image" Target="/ppt/media/image5.jpeg" Id="R5e99eee2d32741d3" /><Relationship Type="http://schemas.openxmlformats.org/officeDocument/2006/relationships/image" Target="/ppt/media/image6.jpeg" Id="R1c5a59796408476f" /><Relationship Type="http://schemas.openxmlformats.org/officeDocument/2006/relationships/image" Target="/ppt/media/image7.jpeg" Id="R4022c45dceb04891" /><Relationship Type="http://schemas.openxmlformats.org/officeDocument/2006/relationships/image" Target="/ppt/media/image8.jpeg" Id="Ra8d739f50b6f41c6" /><Relationship Type="http://schemas.openxmlformats.org/officeDocument/2006/relationships/image" Target="/ppt/media/image9.jpeg" Id="R5481687a54ed430b" /><Relationship Type="http://schemas.openxmlformats.org/officeDocument/2006/relationships/notesSlide" Target="/ppt/notesSlides/notesSlide2.xml" Id="R4318f41eef5b40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61778e10144aed" /><Relationship Type="http://schemas.openxmlformats.org/officeDocument/2006/relationships/image" Target="/ppt/media/image10.jpeg" Id="R0ba0b9899ba24d52" /><Relationship Type="http://schemas.openxmlformats.org/officeDocument/2006/relationships/notesSlide" Target="/ppt/notesSlides/notesSlide3.xml" Id="R9089ea3289f74b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5f6cbf80364011" /><Relationship Type="http://schemas.openxmlformats.org/officeDocument/2006/relationships/image" Target="/ppt/media/image11.jpeg" Id="Rc34f9cc4c7534dcc" /><Relationship Type="http://schemas.openxmlformats.org/officeDocument/2006/relationships/notesSlide" Target="/ppt/notesSlides/notesSlide4.xml" Id="R1e5a2d27750047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8f7f03169b438d" /><Relationship Type="http://schemas.openxmlformats.org/officeDocument/2006/relationships/image" Target="/ppt/media/image5.png" Id="R3b81f9455d29481b" /><Relationship Type="http://schemas.openxmlformats.org/officeDocument/2006/relationships/notesSlide" Target="/ppt/notesSlides/notesSlide5.xml" Id="Rafd0b3d378f840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39f04190f04601" /><Relationship Type="http://schemas.openxmlformats.org/officeDocument/2006/relationships/image" Target="/ppt/media/image12.jpeg" Id="R34ce74b60e6f426a" /><Relationship Type="http://schemas.openxmlformats.org/officeDocument/2006/relationships/notesSlide" Target="/ppt/notesSlides/notesSlide6.xml" Id="R507ddc35401b47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3bcc16030f4821" /><Relationship Type="http://schemas.openxmlformats.org/officeDocument/2006/relationships/image" Target="/ppt/media/image13.jpeg" Id="R17106c2e3ff943d5" /><Relationship Type="http://schemas.openxmlformats.org/officeDocument/2006/relationships/notesSlide" Target="/ppt/notesSlides/notesSlide7.xml" Id="R55c66927f3f345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b95cabefac40e5" /><Relationship Type="http://schemas.openxmlformats.org/officeDocument/2006/relationships/image" Target="/ppt/media/image14.jpeg" Id="R6134eaae37bc41bf" /><Relationship Type="http://schemas.openxmlformats.org/officeDocument/2006/relationships/notesSlide" Target="/ppt/notesSlides/notesSlide8.xml" Id="Rf76dc1f9fd4044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7838e1e5340ca" /><Relationship Type="http://schemas.openxmlformats.org/officeDocument/2006/relationships/image" Target="/ppt/media/image6.png" Id="R70afe1f510274d2f" /><Relationship Type="http://schemas.openxmlformats.org/officeDocument/2006/relationships/notesSlide" Target="/ppt/notesSlides/notesSlide9.xml" Id="Re409af0ce30048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8c41a89f7a45a8" /><Relationship Type="http://schemas.openxmlformats.org/officeDocument/2006/relationships/image" Target="/ppt/media/image7.png" Id="Racf26e381e1344e4" /><Relationship Type="http://schemas.openxmlformats.org/officeDocument/2006/relationships/notesSlide" Target="/ppt/notesSlides/notesSlide10.xml" Id="R3312ec1a96ac47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6acf9f92fa441c" /><Relationship Type="http://schemas.openxmlformats.org/officeDocument/2006/relationships/image" Target="/ppt/media/image8.png" Id="R7e2bb189206d40c4" /><Relationship Type="http://schemas.openxmlformats.org/officeDocument/2006/relationships/notesSlide" Target="/ppt/notesSlides/notesSlide11.xml" Id="R707d4afa6c1248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3114e57a8f47a8" /><Relationship Type="http://schemas.openxmlformats.org/officeDocument/2006/relationships/image" Target="/ppt/media/image15.jpeg" Id="R92345f2283df41ed" /><Relationship Type="http://schemas.openxmlformats.org/officeDocument/2006/relationships/image" Target="/ppt/media/image16.jpeg" Id="Rec4a27ce460040f7" /><Relationship Type="http://schemas.openxmlformats.org/officeDocument/2006/relationships/image" Target="/ppt/media/image17.jpeg" Id="Rf986a4041a174055" /><Relationship Type="http://schemas.openxmlformats.org/officeDocument/2006/relationships/image" Target="/ppt/media/image18.jpeg" Id="R3ae91fbb72064aad" /><Relationship Type="http://schemas.openxmlformats.org/officeDocument/2006/relationships/image" Target="/ppt/media/image19.jpeg" Id="R4b57a36070cd4f59" /><Relationship Type="http://schemas.openxmlformats.org/officeDocument/2006/relationships/image" Target="/ppt/media/image20.jpeg" Id="R293a2eb2fecd4d60" /><Relationship Type="http://schemas.openxmlformats.org/officeDocument/2006/relationships/notesSlide" Target="/ppt/notesSlides/notesSlide12.xml" Id="R895933fd6cf14e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f8775320f74024" /><Relationship Type="http://schemas.openxmlformats.org/officeDocument/2006/relationships/image" Target="/ppt/media/image21.jpeg" Id="R6442ce6aafed4c1c" /><Relationship Type="http://schemas.openxmlformats.org/officeDocument/2006/relationships/image" Target="/ppt/media/image22.jpeg" Id="Rea35db06e5c14401" /><Relationship Type="http://schemas.openxmlformats.org/officeDocument/2006/relationships/image" Target="/ppt/media/image23.jpeg" Id="R13b74109b0974b06" /><Relationship Type="http://schemas.openxmlformats.org/officeDocument/2006/relationships/image" Target="/ppt/media/image24.jpeg" Id="Re8fec5386e9240bc" /><Relationship Type="http://schemas.openxmlformats.org/officeDocument/2006/relationships/image" Target="/ppt/media/image25.jpeg" Id="R553b5e69604e413c" /><Relationship Type="http://schemas.openxmlformats.org/officeDocument/2006/relationships/image" Target="/ppt/media/image26.jpeg" Id="Rd3e98bed14c641a2" /><Relationship Type="http://schemas.openxmlformats.org/officeDocument/2006/relationships/notesSlide" Target="/ppt/notesSlides/notesSlide13.xml" Id="Rbe149413b61c41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74def9b3344bf6" /><Relationship Type="http://schemas.openxmlformats.org/officeDocument/2006/relationships/image" Target="/ppt/media/image27.jpeg" Id="R7ec2fef1cd054ffb" /><Relationship Type="http://schemas.openxmlformats.org/officeDocument/2006/relationships/notesSlide" Target="/ppt/notesSlides/notesSlide14.xml" Id="Rda3e7438475c49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0204b5cca941af" /><Relationship Type="http://schemas.openxmlformats.org/officeDocument/2006/relationships/image" Target="/ppt/media/image28.jpeg" Id="Rb6f4119a26b7413f" /><Relationship Type="http://schemas.openxmlformats.org/officeDocument/2006/relationships/notesSlide" Target="/ppt/notesSlides/notesSlide15.xml" Id="R2bf612dcb73540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a294cf0fc24718" /><Relationship Type="http://schemas.openxmlformats.org/officeDocument/2006/relationships/image" Target="/ppt/media/image29.jpeg" Id="Rf5fec13cbcc249c2" /><Relationship Type="http://schemas.openxmlformats.org/officeDocument/2006/relationships/notesSlide" Target="/ppt/notesSlides/notesSlide16.xml" Id="Rcc6dc1ad5caf48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6c84fed35b4890" /><Relationship Type="http://schemas.openxmlformats.org/officeDocument/2006/relationships/image" Target="/ppt/media/image30.jpeg" Id="R3aa8834d8e544856" /><Relationship Type="http://schemas.openxmlformats.org/officeDocument/2006/relationships/notesSlide" Target="/ppt/notesSlides/notesSlide17.xml" Id="R42cafa81bc35460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e56b758c340a8" /><Relationship Type="http://schemas.openxmlformats.org/officeDocument/2006/relationships/image" Target="/ppt/media/image31.jpeg" Id="Redd5f3001809410f" /><Relationship Type="http://schemas.openxmlformats.org/officeDocument/2006/relationships/notesSlide" Target="/ppt/notesSlides/notesSlide18.xml" Id="R099c456848d346c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6a4c26b9a744c3" /><Relationship Type="http://schemas.openxmlformats.org/officeDocument/2006/relationships/image" Target="/ppt/media/image32.jpeg" Id="R684afe02faf142ce" /><Relationship Type="http://schemas.openxmlformats.org/officeDocument/2006/relationships/notesSlide" Target="/ppt/notesSlides/notesSlide19.xml" Id="R9cd21f62ecde456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10bce99e414834" /><Relationship Type="http://schemas.openxmlformats.org/officeDocument/2006/relationships/image" Target="/ppt/media/image33.jpeg" Id="R12459d9422ca43a4" /><Relationship Type="http://schemas.openxmlformats.org/officeDocument/2006/relationships/notesSlide" Target="/ppt/notesSlides/notesSlide20.xml" Id="R3d957acdd97846f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73d8924f0d4954" /><Relationship Type="http://schemas.openxmlformats.org/officeDocument/2006/relationships/image" Target="/ppt/media/image9.png" Id="R53ba454dcaae4d9d" /><Relationship Type="http://schemas.openxmlformats.org/officeDocument/2006/relationships/notesSlide" Target="/ppt/notesSlides/notesSlide21.xml" Id="Rc43eb5d8c75c468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ab6392e364ca3" /><Relationship Type="http://schemas.openxmlformats.org/officeDocument/2006/relationships/image" Target="/ppt/media/image10.png" Id="R9b7df6a8c8964f4c" /><Relationship Type="http://schemas.openxmlformats.org/officeDocument/2006/relationships/notesSlide" Target="/ppt/notesSlides/notesSlide22.xml" Id="Rea3de6950a9446d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dfc97c596c4eb5" /><Relationship Type="http://schemas.openxmlformats.org/officeDocument/2006/relationships/image" Target="/ppt/media/image34.jpeg" Id="R8cdd52e5d9c94aa1" /><Relationship Type="http://schemas.openxmlformats.org/officeDocument/2006/relationships/notesSlide" Target="/ppt/notesSlides/notesSlide23.xml" Id="R9b1fc1b5d96645d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84c6c99fde4144" /><Relationship Type="http://schemas.openxmlformats.org/officeDocument/2006/relationships/image" Target="/ppt/media/image11.png" Id="R99cce6d0c1444d24" /><Relationship Type="http://schemas.openxmlformats.org/officeDocument/2006/relationships/notesSlide" Target="/ppt/notesSlides/notesSlide24.xml" Id="R2b9aea8831cf4b5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bf799b33db460e" /><Relationship Type="http://schemas.openxmlformats.org/officeDocument/2006/relationships/image" Target="/ppt/media/image35.jpeg" Id="Rccb6cb6e73dd45f3" /><Relationship Type="http://schemas.openxmlformats.org/officeDocument/2006/relationships/notesSlide" Target="/ppt/notesSlides/notesSlide25.xml" Id="R494353f44ee6425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92a80af6694920" /><Relationship Type="http://schemas.openxmlformats.org/officeDocument/2006/relationships/image" Target="/ppt/media/image36.jpeg" Id="Re9c74cc439f740a9" /><Relationship Type="http://schemas.openxmlformats.org/officeDocument/2006/relationships/image" Target="/ppt/media/image37.jpeg" Id="R85930eda824b4044" /><Relationship Type="http://schemas.openxmlformats.org/officeDocument/2006/relationships/image" Target="/ppt/media/image12.png" Id="Rd5f4c02a7a674100" /><Relationship Type="http://schemas.openxmlformats.org/officeDocument/2006/relationships/image" Target="/ppt/media/image38.jpeg" Id="R45830a352fcb4269" /><Relationship Type="http://schemas.openxmlformats.org/officeDocument/2006/relationships/image" Target="/ppt/media/image39.jpeg" Id="Rd033fc3aab7349e0" /><Relationship Type="http://schemas.openxmlformats.org/officeDocument/2006/relationships/image" Target="/ppt/media/image40.jpeg" Id="Rda48923031cc428a" /><Relationship Type="http://schemas.openxmlformats.org/officeDocument/2006/relationships/image" Target="/ppt/media/image41.jpeg" Id="R3817824bfb6342df" /><Relationship Type="http://schemas.openxmlformats.org/officeDocument/2006/relationships/notesSlide" Target="/ppt/notesSlides/notesSlide26.xml" Id="R3eb7f73ef09c40b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18be9495fb494e" /><Relationship Type="http://schemas.openxmlformats.org/officeDocument/2006/relationships/image" Target="/ppt/media/image42.jpeg" Id="Re29653f1d59647cb" /><Relationship Type="http://schemas.openxmlformats.org/officeDocument/2006/relationships/image" Target="/ppt/media/image43.jpeg" Id="R36e6371079d640fa" /><Relationship Type="http://schemas.openxmlformats.org/officeDocument/2006/relationships/image" Target="/ppt/media/image44.jpeg" Id="R29082ed31efb43dd" /><Relationship Type="http://schemas.openxmlformats.org/officeDocument/2006/relationships/image" Target="/ppt/media/image45.jpeg" Id="R30a4ca01725742a1" /><Relationship Type="http://schemas.openxmlformats.org/officeDocument/2006/relationships/image" Target="/ppt/media/image46.jpeg" Id="Rb3352ac815934368" /><Relationship Type="http://schemas.openxmlformats.org/officeDocument/2006/relationships/image" Target="/ppt/media/image47.jpeg" Id="R4c8278650edc4f4c" /><Relationship Type="http://schemas.openxmlformats.org/officeDocument/2006/relationships/notesSlide" Target="/ppt/notesSlides/notesSlide27.xml" Id="R4b8f055fde264f8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bd67d858484cad" /><Relationship Type="http://schemas.openxmlformats.org/officeDocument/2006/relationships/image" Target="/ppt/media/image48.jpeg" Id="Rfadf54a405e24e32" /><Relationship Type="http://schemas.openxmlformats.org/officeDocument/2006/relationships/notesSlide" Target="/ppt/notesSlides/notesSlide28.xml" Id="Rfcdf468913fc40c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94f5741e8c4d53" /><Relationship Type="http://schemas.openxmlformats.org/officeDocument/2006/relationships/image" Target="/ppt/media/image49.jpeg" Id="R07800354c9f84ade" /><Relationship Type="http://schemas.openxmlformats.org/officeDocument/2006/relationships/notesSlide" Target="/ppt/notesSlides/notesSlide29.xml" Id="Rfdff117d6d44414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1b23f995c746af" /><Relationship Type="http://schemas.openxmlformats.org/officeDocument/2006/relationships/image" Target="/ppt/media/image13.png" Id="R9bb27c0a231641c5" /><Relationship Type="http://schemas.openxmlformats.org/officeDocument/2006/relationships/notesSlide" Target="/ppt/notesSlides/notesSlide30.xml" Id="R0e27fe2395764d1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78054a31784332" /><Relationship Type="http://schemas.openxmlformats.org/officeDocument/2006/relationships/image" Target="/ppt/media/image50.jpeg" Id="R7eaa2b0cd3c34bb2" /><Relationship Type="http://schemas.openxmlformats.org/officeDocument/2006/relationships/notesSlide" Target="/ppt/notesSlides/notesSlide31.xml" Id="R44a688a7f08748b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2bec2125b4431d" /><Relationship Type="http://schemas.openxmlformats.org/officeDocument/2006/relationships/image" Target="/ppt/media/image14.png" Id="R13146e01848448b0" /><Relationship Type="http://schemas.openxmlformats.org/officeDocument/2006/relationships/notesSlide" Target="/ppt/notesSlides/notesSlide32.xml" Id="R2604bf219e924d0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00ff44d3ca4b5e" /><Relationship Type="http://schemas.openxmlformats.org/officeDocument/2006/relationships/image" Target="/ppt/media/image51.jpeg" Id="R8b05a024fcbc4ce4" /><Relationship Type="http://schemas.openxmlformats.org/officeDocument/2006/relationships/notesSlide" Target="/ppt/notesSlides/notesSlide33.xml" Id="Ra7a5b8fb19094f6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4ac5d7045d4988" /><Relationship Type="http://schemas.openxmlformats.org/officeDocument/2006/relationships/image" Target="/ppt/media/image15.png" Id="R77c5d270c5e542af" /><Relationship Type="http://schemas.openxmlformats.org/officeDocument/2006/relationships/notesSlide" Target="/ppt/notesSlides/notesSlide34.xml" Id="Rc83e7c87daa94e5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057169b6044213" /><Relationship Type="http://schemas.openxmlformats.org/officeDocument/2006/relationships/image" Target="/ppt/media/image16.png" Id="Rf3d3acfd3cbf49cf" /><Relationship Type="http://schemas.openxmlformats.org/officeDocument/2006/relationships/notesSlide" Target="/ppt/notesSlides/notesSlide35.xml" Id="Rac3a9670b594495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245af0498c46a4" /><Relationship Type="http://schemas.openxmlformats.org/officeDocument/2006/relationships/image" Target="/ppt/media/image52.jpeg" Id="Rbeb7cf5eaee84f84" /><Relationship Type="http://schemas.openxmlformats.org/officeDocument/2006/relationships/notesSlide" Target="/ppt/notesSlides/notesSlide36.xml" Id="R8ab894e6e24f4b4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ea9bb39c154ce8" /><Relationship Type="http://schemas.openxmlformats.org/officeDocument/2006/relationships/image" Target="/ppt/media/image53.jpeg" Id="R397d63ec0e7f4dfb" /><Relationship Type="http://schemas.openxmlformats.org/officeDocument/2006/relationships/notesSlide" Target="/ppt/notesSlides/notesSlide37.xml" Id="R7e3bff3efd044ec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48667c8b274513" /><Relationship Type="http://schemas.openxmlformats.org/officeDocument/2006/relationships/image" Target="/ppt/media/image17.png" Id="Ra35a0987fe7e4f93" /><Relationship Type="http://schemas.openxmlformats.org/officeDocument/2006/relationships/notesSlide" Target="/ppt/notesSlides/notesSlide38.xml" Id="R340313237dfa452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12048a480d4bae" /><Relationship Type="http://schemas.openxmlformats.org/officeDocument/2006/relationships/image" Target="/ppt/media/image54.jpeg" Id="Rc86db84b3f3847d6" /><Relationship Type="http://schemas.openxmlformats.org/officeDocument/2006/relationships/notesSlide" Target="/ppt/notesSlides/notesSlide39.xml" Id="R5fe1b440e378419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4a59fe20564b3e" /><Relationship Type="http://schemas.openxmlformats.org/officeDocument/2006/relationships/image" Target="/ppt/media/image55.jpeg" Id="Rbd1dc3c4587d4410" /><Relationship Type="http://schemas.openxmlformats.org/officeDocument/2006/relationships/notesSlide" Target="/ppt/notesSlides/notesSlide40.xml" Id="R5df2da88de80447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ac9aa8d5bb4b6c" /><Relationship Type="http://schemas.openxmlformats.org/officeDocument/2006/relationships/image" Target="/ppt/media/image56.jpeg" Id="R4c23d5a3d25d4eb3" /><Relationship Type="http://schemas.openxmlformats.org/officeDocument/2006/relationships/image" Target="/ppt/media/image57.jpeg" Id="R6b17d19aabb94880" /><Relationship Type="http://schemas.openxmlformats.org/officeDocument/2006/relationships/image" Target="/ppt/media/image58.jpeg" Id="R27bd42493ce64686" /><Relationship Type="http://schemas.openxmlformats.org/officeDocument/2006/relationships/image" Target="/ppt/media/image59.jpeg" Id="Rdd0c5a7313d3424e" /><Relationship Type="http://schemas.openxmlformats.org/officeDocument/2006/relationships/image" Target="/ppt/media/image60.jpeg" Id="R334bfa3f62a34ee0" /><Relationship Type="http://schemas.openxmlformats.org/officeDocument/2006/relationships/image" Target="/ppt/media/image61.jpeg" Id="Re6132469c9da42ef" /><Relationship Type="http://schemas.openxmlformats.org/officeDocument/2006/relationships/image" Target="/ppt/media/image62.jpeg" Id="R05c0b3fea31b41fa" /><Relationship Type="http://schemas.openxmlformats.org/officeDocument/2006/relationships/image" Target="/ppt/media/image63.jpeg" Id="R27675b3e3d674f67" /><Relationship Type="http://schemas.openxmlformats.org/officeDocument/2006/relationships/image" Target="/ppt/media/image64.jpeg" Id="Re0fff3221a5f4187" /><Relationship Type="http://schemas.openxmlformats.org/officeDocument/2006/relationships/image" Target="/ppt/media/image65.jpeg" Id="Ra4d94855b0164db1" /><Relationship Type="http://schemas.openxmlformats.org/officeDocument/2006/relationships/notesSlide" Target="/ppt/notesSlides/notesSlide41.xml" Id="Re3f9d2be4969466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14826d38364ecc" /><Relationship Type="http://schemas.openxmlformats.org/officeDocument/2006/relationships/image" Target="/ppt/media/image66.jpeg" Id="R083f605e0f5243b2" /><Relationship Type="http://schemas.openxmlformats.org/officeDocument/2006/relationships/notesSlide" Target="/ppt/notesSlides/notesSlide42.xml" Id="Rbae8eceaad4d41e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d2261a7d5449db" /><Relationship Type="http://schemas.openxmlformats.org/officeDocument/2006/relationships/image" Target="/ppt/media/image67.jpeg" Id="Rbbca36e1a6194ffd" /><Relationship Type="http://schemas.openxmlformats.org/officeDocument/2006/relationships/notesSlide" Target="/ppt/notesSlides/notesSlide43.xml" Id="Reff0b1ece430491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8b9f21c402450c" /><Relationship Type="http://schemas.openxmlformats.org/officeDocument/2006/relationships/image" Target="/ppt/media/image68.jpeg" Id="Rbfd1de0a71e84a77" /><Relationship Type="http://schemas.openxmlformats.org/officeDocument/2006/relationships/notesSlide" Target="/ppt/notesSlides/notesSlide44.xml" Id="R9ab6a94dfe5d41c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d25876b16049ba" /><Relationship Type="http://schemas.openxmlformats.org/officeDocument/2006/relationships/image" Target="/ppt/media/image69.jpeg" Id="R49bafe869ac9403f" /><Relationship Type="http://schemas.openxmlformats.org/officeDocument/2006/relationships/notesSlide" Target="/ppt/notesSlides/notesSlide45.xml" Id="Rd2984cb72a5d4b4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2b05df9acc4e1a" /><Relationship Type="http://schemas.openxmlformats.org/officeDocument/2006/relationships/image" Target="/ppt/media/image70.jpeg" Id="Rc31af90451c149b2" /><Relationship Type="http://schemas.openxmlformats.org/officeDocument/2006/relationships/notesSlide" Target="/ppt/notesSlides/notesSlide46.xml" Id="R1cddea055793451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1fa6f4187b48dc" /><Relationship Type="http://schemas.openxmlformats.org/officeDocument/2006/relationships/image" Target="/ppt/media/image18.png" Id="Rf005310a14ee4c26" /><Relationship Type="http://schemas.openxmlformats.org/officeDocument/2006/relationships/notesSlide" Target="/ppt/notesSlides/notesSlide47.xml" Id="Ra4c7e155482f41d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ef23d7e8224446" /><Relationship Type="http://schemas.openxmlformats.org/officeDocument/2006/relationships/image" Target="/ppt/media/image71.jpeg" Id="Rad166b3691f4486a" /><Relationship Type="http://schemas.openxmlformats.org/officeDocument/2006/relationships/notesSlide" Target="/ppt/notesSlides/notesSlide48.xml" Id="Rdc2e96d32e534db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a7928f267445c6" /><Relationship Type="http://schemas.openxmlformats.org/officeDocument/2006/relationships/image" Target="/ppt/media/image72.jpeg" Id="R192170cc0c5443cf" /><Relationship Type="http://schemas.openxmlformats.org/officeDocument/2006/relationships/notesSlide" Target="/ppt/notesSlides/notesSlide49.xml" Id="Rc2548dc1eb8a497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46585417d84ad4" /><Relationship Type="http://schemas.openxmlformats.org/officeDocument/2006/relationships/image" Target="/ppt/media/image73.jpeg" Id="R7b67b7edc90844af" /><Relationship Type="http://schemas.openxmlformats.org/officeDocument/2006/relationships/notesSlide" Target="/ppt/notesSlides/notesSlide50.xml" Id="R3db5f4432ae14ed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fd85d7428b4e85" /><Relationship Type="http://schemas.openxmlformats.org/officeDocument/2006/relationships/image" Target="/ppt/media/image74.jpeg" Id="Rf7f541cdd90846de" /><Relationship Type="http://schemas.openxmlformats.org/officeDocument/2006/relationships/notesSlide" Target="/ppt/notesSlides/notesSlide51.xml" Id="R00c22161bb164e1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01e0c5127a4411" /><Relationship Type="http://schemas.openxmlformats.org/officeDocument/2006/relationships/image" Target="/ppt/media/image75.jpeg" Id="R33fe24503ed34102" /><Relationship Type="http://schemas.openxmlformats.org/officeDocument/2006/relationships/image" Target="/ppt/media/image76.jpeg" Id="R0960586eedfd4fb9" /><Relationship Type="http://schemas.openxmlformats.org/officeDocument/2006/relationships/image" Target="/ppt/media/image77.jpeg" Id="R8a297a510ce54631" /><Relationship Type="http://schemas.openxmlformats.org/officeDocument/2006/relationships/image" Target="/ppt/media/image78.jpeg" Id="R78013a88a08b4327" /><Relationship Type="http://schemas.openxmlformats.org/officeDocument/2006/relationships/image" Target="/ppt/media/image79.jpeg" Id="R426928cbb3cf4bcf" /><Relationship Type="http://schemas.openxmlformats.org/officeDocument/2006/relationships/image" Target="/ppt/media/image80.jpeg" Id="R11c288c70622458d" /><Relationship Type="http://schemas.openxmlformats.org/officeDocument/2006/relationships/image" Target="/ppt/media/image81.jpeg" Id="R4fe59e7201d6449e" /><Relationship Type="http://schemas.openxmlformats.org/officeDocument/2006/relationships/image" Target="/ppt/media/image82.jpeg" Id="R04f04aeb19ea4e4c" /><Relationship Type="http://schemas.openxmlformats.org/officeDocument/2006/relationships/image" Target="/ppt/media/image83.jpeg" Id="Rcad761f7cffd4036" /><Relationship Type="http://schemas.openxmlformats.org/officeDocument/2006/relationships/image" Target="/ppt/media/image84.jpeg" Id="Rd4b103bc53be4088" /><Relationship Type="http://schemas.openxmlformats.org/officeDocument/2006/relationships/notesSlide" Target="/ppt/notesSlides/notesSlide52.xml" Id="R625d00e17678404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fee2602d4e43ea" /><Relationship Type="http://schemas.openxmlformats.org/officeDocument/2006/relationships/image" Target="/ppt/media/image19.png" Id="Re1b31e38fc044a57" /><Relationship Type="http://schemas.openxmlformats.org/officeDocument/2006/relationships/image" Target="/ppt/media/image20.png" Id="Ra2a059822a464f2a" /><Relationship Type="http://schemas.openxmlformats.org/officeDocument/2006/relationships/image" Target="/ppt/media/image85.jpeg" Id="Re248fc050c9149b1" /><Relationship Type="http://schemas.openxmlformats.org/officeDocument/2006/relationships/image" Target="/ppt/media/image86.jpeg" Id="Rf10afef375694db8" /><Relationship Type="http://schemas.openxmlformats.org/officeDocument/2006/relationships/image" Target="/ppt/media/image87.jpeg" Id="Rd0416b2449c545d0" /><Relationship Type="http://schemas.openxmlformats.org/officeDocument/2006/relationships/image" Target="/ppt/media/image88.jpeg" Id="Rc8cedeb0195142a3" /><Relationship Type="http://schemas.openxmlformats.org/officeDocument/2006/relationships/image" Target="/ppt/media/image89.jpeg" Id="R08c1d3db6c9e46df" /><Relationship Type="http://schemas.openxmlformats.org/officeDocument/2006/relationships/image" Target="/ppt/media/image90.jpeg" Id="R87f4dbc9b9034143" /><Relationship Type="http://schemas.openxmlformats.org/officeDocument/2006/relationships/image" Target="/ppt/media/image91.jpeg" Id="R666a7fe1484d408b" /><Relationship Type="http://schemas.openxmlformats.org/officeDocument/2006/relationships/image" Target="/ppt/media/image92.jpeg" Id="R8c473fa97c6c4313" /><Relationship Type="http://schemas.openxmlformats.org/officeDocument/2006/relationships/notesSlide" Target="/ppt/notesSlides/notesSlide53.xml" Id="R02de1cca8e57463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675feec8b84f1c" /><Relationship Type="http://schemas.openxmlformats.org/officeDocument/2006/relationships/image" Target="/ppt/media/image93.jpeg" Id="R1d58fff3e4b745d8" /><Relationship Type="http://schemas.openxmlformats.org/officeDocument/2006/relationships/notesSlide" Target="/ppt/notesSlides/notesSlide54.xml" Id="Rba8780019c1a464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dc3b9fe734968" /><Relationship Type="http://schemas.openxmlformats.org/officeDocument/2006/relationships/image" Target="/ppt/media/image94.jpeg" Id="R66fb6a136d17455c" /><Relationship Type="http://schemas.openxmlformats.org/officeDocument/2006/relationships/notesSlide" Target="/ppt/notesSlides/notesSlide55.xml" Id="Rddb3768a65ac4d6e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db36b3ff1d4ea7" /><Relationship Type="http://schemas.openxmlformats.org/officeDocument/2006/relationships/image" Target="/ppt/media/image95.jpeg" Id="R1f7e5e2157b34cc0" /><Relationship Type="http://schemas.openxmlformats.org/officeDocument/2006/relationships/notesSlide" Target="/ppt/notesSlides/notesSlide56.xml" Id="R4cbfd2364bb74e45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36eb34acb240a8" /><Relationship Type="http://schemas.openxmlformats.org/officeDocument/2006/relationships/image" Target="/ppt/media/image96.jpeg" Id="R9edbf89eca504453" /><Relationship Type="http://schemas.openxmlformats.org/officeDocument/2006/relationships/notesSlide" Target="/ppt/notesSlides/notesSlide57.xml" Id="R1112aaa6ad334b7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798e8455a645ed" /><Relationship Type="http://schemas.openxmlformats.org/officeDocument/2006/relationships/image" Target="/ppt/media/image21.png" Id="Rc3f933364f144606" /><Relationship Type="http://schemas.openxmlformats.org/officeDocument/2006/relationships/notesSlide" Target="/ppt/notesSlides/notesSlide58.xml" Id="R6d52ae7608e94056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54e127affb45bc" /><Relationship Type="http://schemas.openxmlformats.org/officeDocument/2006/relationships/image" Target="/ppt/media/image97.jpeg" Id="Rb9a37eafea4d48e1" /><Relationship Type="http://schemas.openxmlformats.org/officeDocument/2006/relationships/notesSlide" Target="/ppt/notesSlides/notesSlide59.xml" Id="R7b6467abac3e4012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43ca566bc1455f" /><Relationship Type="http://schemas.openxmlformats.org/officeDocument/2006/relationships/image" Target="/ppt/media/image98.jpeg" Id="R804d79c5617d4d86" /><Relationship Type="http://schemas.openxmlformats.org/officeDocument/2006/relationships/notesSlide" Target="/ppt/notesSlides/notesSlide60.xml" Id="Rd257d8bfc1744de4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db18e2c6ce41e1" /><Relationship Type="http://schemas.openxmlformats.org/officeDocument/2006/relationships/image" Target="/ppt/media/image22.png" Id="Rae3f66f7a1014693" /><Relationship Type="http://schemas.openxmlformats.org/officeDocument/2006/relationships/notesSlide" Target="/ppt/notesSlides/notesSlide61.xml" Id="Rf03791c6da3d4462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a9015d103944ac" /><Relationship Type="http://schemas.openxmlformats.org/officeDocument/2006/relationships/image" Target="/ppt/media/image99.jpeg" Id="R3be69b3b0c4c452a" /><Relationship Type="http://schemas.openxmlformats.org/officeDocument/2006/relationships/notesSlide" Target="/ppt/notesSlides/notesSlide62.xml" Id="R5980655b57794fd8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2dc80dfbcf4c7e" /><Relationship Type="http://schemas.openxmlformats.org/officeDocument/2006/relationships/image" Target="/ppt/media/image100.jpeg" Id="R5ea0f8c05e7c4221" /><Relationship Type="http://schemas.openxmlformats.org/officeDocument/2006/relationships/notesSlide" Target="/ppt/notesSlides/notesSlide63.xml" Id="Rad755c53e0fc43b5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72409724f04ee9" /><Relationship Type="http://schemas.openxmlformats.org/officeDocument/2006/relationships/image" Target="/ppt/media/image23.png" Id="R9d6c8675c13f40b8" /><Relationship Type="http://schemas.openxmlformats.org/officeDocument/2006/relationships/notesSlide" Target="/ppt/notesSlides/notesSlide64.xml" Id="R3fd5debca74243a4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4cfa4b48b04d69" /><Relationship Type="http://schemas.openxmlformats.org/officeDocument/2006/relationships/image" Target="/ppt/media/image24.png" Id="R2370dfeb4f5f42ab" /><Relationship Type="http://schemas.openxmlformats.org/officeDocument/2006/relationships/notesSlide" Target="/ppt/notesSlides/notesSlide65.xml" Id="R4df20d7aec2c480b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f3afece3ed4c9f" /><Relationship Type="http://schemas.openxmlformats.org/officeDocument/2006/relationships/image" Target="/ppt/media/image101.jpeg" Id="R8990e059d2904bc5" /><Relationship Type="http://schemas.openxmlformats.org/officeDocument/2006/relationships/notesSlide" Target="/ppt/notesSlides/notesSlide66.xml" Id="Rfca73d0837914fe0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513c1d0e8486b" /><Relationship Type="http://schemas.openxmlformats.org/officeDocument/2006/relationships/image" Target="/ppt/media/image102.jpeg" Id="R912dbf89b5a84df0" /><Relationship Type="http://schemas.openxmlformats.org/officeDocument/2006/relationships/notesSlide" Target="/ppt/notesSlides/notesSlide67.xml" Id="R09c2a95f8278452c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dfa317be994190" /><Relationship Type="http://schemas.openxmlformats.org/officeDocument/2006/relationships/image" Target="/ppt/media/image25.png" Id="Rc2550ee286db4d46" /><Relationship Type="http://schemas.openxmlformats.org/officeDocument/2006/relationships/notesSlide" Target="/ppt/notesSlides/notesSlide68.xml" Id="R5a3705c664814e6b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ef88e87bdb4d02" /><Relationship Type="http://schemas.openxmlformats.org/officeDocument/2006/relationships/image" Target="/ppt/media/image103.jpeg" Id="Ra8cffbe9fa8741b2" /><Relationship Type="http://schemas.openxmlformats.org/officeDocument/2006/relationships/notesSlide" Target="/ppt/notesSlides/notesSlide69.xml" Id="Rf0c3212d5d764675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e82c591b014a0c" /><Relationship Type="http://schemas.openxmlformats.org/officeDocument/2006/relationships/image" Target="/ppt/media/image104.jpeg" Id="Rfd7159a84e3348ff" /><Relationship Type="http://schemas.openxmlformats.org/officeDocument/2006/relationships/notesSlide" Target="/ppt/notesSlides/notesSlide70.xml" Id="Rb1ba3fa2cc884094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6e287578a54afb" /><Relationship Type="http://schemas.openxmlformats.org/officeDocument/2006/relationships/image" Target="/ppt/media/image105.jpeg" Id="R8cc6da90ad844a48" /><Relationship Type="http://schemas.openxmlformats.org/officeDocument/2006/relationships/notesSlide" Target="/ppt/notesSlides/notesSlide71.xml" Id="Rb2d363186c9547a1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0bbf61edac45bb" /><Relationship Type="http://schemas.openxmlformats.org/officeDocument/2006/relationships/image" Target="/ppt/media/image106.jpeg" Id="R39c22d36f50147b5" /><Relationship Type="http://schemas.openxmlformats.org/officeDocument/2006/relationships/notesSlide" Target="/ppt/notesSlides/notesSlide72.xml" Id="Rced1d652f06f45fc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d4dc28676c44ea" /><Relationship Type="http://schemas.openxmlformats.org/officeDocument/2006/relationships/image" Target="/ppt/media/image107.jpeg" Id="R8054cdeec79c4b36" /><Relationship Type="http://schemas.openxmlformats.org/officeDocument/2006/relationships/notesSlide" Target="/ppt/notesSlides/notesSlide73.xml" Id="Rcc17404e39a5479f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c61007a675411a" /><Relationship Type="http://schemas.openxmlformats.org/officeDocument/2006/relationships/image" Target="/ppt/media/image108.jpeg" Id="R01bc374708a64769" /><Relationship Type="http://schemas.openxmlformats.org/officeDocument/2006/relationships/image" Target="/ppt/media/image109.jpeg" Id="Rb87baab1c4864a5e" /><Relationship Type="http://schemas.openxmlformats.org/officeDocument/2006/relationships/image" Target="/ppt/media/image110.jpeg" Id="Rda81d412d27540c6" /><Relationship Type="http://schemas.openxmlformats.org/officeDocument/2006/relationships/image" Target="/ppt/media/image111.jpeg" Id="R1d3b2541a6204a66" /><Relationship Type="http://schemas.openxmlformats.org/officeDocument/2006/relationships/image" Target="/ppt/media/image112.jpeg" Id="R3aed99510f204eff" /><Relationship Type="http://schemas.openxmlformats.org/officeDocument/2006/relationships/image" Target="/ppt/media/image113.jpeg" Id="R40bcf6c70d1d47bb" /><Relationship Type="http://schemas.openxmlformats.org/officeDocument/2006/relationships/image" Target="/ppt/media/image114.jpeg" Id="R93b3244547004b1e" /><Relationship Type="http://schemas.openxmlformats.org/officeDocument/2006/relationships/image" Target="/ppt/media/image115.jpeg" Id="R5462feba7ec1479b" /><Relationship Type="http://schemas.openxmlformats.org/officeDocument/2006/relationships/image" Target="/ppt/media/image116.jpeg" Id="Rbaf4a297fbdc41d7" /><Relationship Type="http://schemas.openxmlformats.org/officeDocument/2006/relationships/notesSlide" Target="/ppt/notesSlides/notesSlide74.xml" Id="R659274916ca14b0f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5292f67e3b4614" /><Relationship Type="http://schemas.openxmlformats.org/officeDocument/2006/relationships/image" Target="/ppt/media/image117.jpeg" Id="R0d80af38c5374a7d" /><Relationship Type="http://schemas.openxmlformats.org/officeDocument/2006/relationships/image" Target="/ppt/media/image118.jpeg" Id="Rfe7a32f464ac47c5" /><Relationship Type="http://schemas.openxmlformats.org/officeDocument/2006/relationships/image" Target="/ppt/media/image119.jpeg" Id="Re78fb88625bd499f" /><Relationship Type="http://schemas.openxmlformats.org/officeDocument/2006/relationships/image" Target="/ppt/media/image120.jpeg" Id="R1ffece9b9bfa4d45" /><Relationship Type="http://schemas.openxmlformats.org/officeDocument/2006/relationships/image" Target="/ppt/media/image121.jpeg" Id="R78f7ade401db4f66" /><Relationship Type="http://schemas.openxmlformats.org/officeDocument/2006/relationships/image" Target="/ppt/media/image122.jpeg" Id="Rf57f5a55befa4ff1" /><Relationship Type="http://schemas.openxmlformats.org/officeDocument/2006/relationships/image" Target="/ppt/media/image123.jpeg" Id="R46dd95c6b701484e" /><Relationship Type="http://schemas.openxmlformats.org/officeDocument/2006/relationships/image" Target="/ppt/media/image124.jpeg" Id="Rf70b0f9688744613" /><Relationship Type="http://schemas.openxmlformats.org/officeDocument/2006/relationships/notesSlide" Target="/ppt/notesSlides/notesSlide75.xml" Id="Ra488e277ecb3431d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16a10e3f554162" /><Relationship Type="http://schemas.openxmlformats.org/officeDocument/2006/relationships/image" Target="/ppt/media/image125.jpeg" Id="R07d0098ba4324c70" /><Relationship Type="http://schemas.openxmlformats.org/officeDocument/2006/relationships/notesSlide" Target="/ppt/notesSlides/notesSlide76.xml" Id="R5a023959d7914417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e19d379389451a" /><Relationship Type="http://schemas.openxmlformats.org/officeDocument/2006/relationships/image" Target="/ppt/media/image126.jpeg" Id="Rf92d238d689847c6" /><Relationship Type="http://schemas.openxmlformats.org/officeDocument/2006/relationships/notesSlide" Target="/ppt/notesSlides/notesSlide77.xml" Id="Rcc87da1728ea485f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21f9f82b2347f2" /><Relationship Type="http://schemas.openxmlformats.org/officeDocument/2006/relationships/image" Target="/ppt/media/image127.jpeg" Id="Rde22324feb1b46f3" /><Relationship Type="http://schemas.openxmlformats.org/officeDocument/2006/relationships/notesSlide" Target="/ppt/notesSlides/notesSlide78.xml" Id="R9130e9accac645fc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bce41f7a4d4011" /><Relationship Type="http://schemas.openxmlformats.org/officeDocument/2006/relationships/image" Target="/ppt/media/image128.jpeg" Id="R73bd4fe2330b4204" /><Relationship Type="http://schemas.openxmlformats.org/officeDocument/2006/relationships/notesSlide" Target="/ppt/notesSlides/notesSlide79.xml" Id="R1be7c894df2d4045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74ee659ab4147" /><Relationship Type="http://schemas.openxmlformats.org/officeDocument/2006/relationships/image" Target="/ppt/media/image129.jpeg" Id="R6528d49c536740c3" /><Relationship Type="http://schemas.openxmlformats.org/officeDocument/2006/relationships/notesSlide" Target="/ppt/notesSlides/notesSlide80.xml" Id="R41d2d36148eb46c3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9217211a74207" /><Relationship Type="http://schemas.openxmlformats.org/officeDocument/2006/relationships/image" Target="/ppt/media/image26.png" Id="R9ce2d4ff4a344c47" /><Relationship Type="http://schemas.openxmlformats.org/officeDocument/2006/relationships/notesSlide" Target="/ppt/notesSlides/notesSlide81.xml" Id="R075b106e3a374732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cd7e7c900e47cb" /><Relationship Type="http://schemas.openxmlformats.org/officeDocument/2006/relationships/image" Target="/ppt/media/image130.jpeg" Id="R75b3fdb9fde74af0" /><Relationship Type="http://schemas.openxmlformats.org/officeDocument/2006/relationships/notesSlide" Target="/ppt/notesSlides/notesSlide82.xml" Id="R3fd807119ea340cc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4b79cce0854af3" /><Relationship Type="http://schemas.openxmlformats.org/officeDocument/2006/relationships/image" Target="/ppt/media/image131.jpeg" Id="Ree35dcc29213418e" /><Relationship Type="http://schemas.openxmlformats.org/officeDocument/2006/relationships/notesSlide" Target="/ppt/notesSlides/notesSlide83.xml" Id="Rd31038d0ee77445b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cbcfdc01c94827" /><Relationship Type="http://schemas.openxmlformats.org/officeDocument/2006/relationships/image" Target="/ppt/media/image132.jpeg" Id="R5d99e09932cd4e50" /><Relationship Type="http://schemas.openxmlformats.org/officeDocument/2006/relationships/notesSlide" Target="/ppt/notesSlides/notesSlide84.xml" Id="R31e686b372ad4796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9fc8daee6b4a1c" /><Relationship Type="http://schemas.openxmlformats.org/officeDocument/2006/relationships/image" Target="/ppt/media/image133.jpeg" Id="R1b09ec06e7154a84" /><Relationship Type="http://schemas.openxmlformats.org/officeDocument/2006/relationships/notesSlide" Target="/ppt/notesSlides/notesSlide85.xml" Id="Re1f8be2419c345b2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383ab8e3646ca" /><Relationship Type="http://schemas.openxmlformats.org/officeDocument/2006/relationships/image" Target="/ppt/media/image134.jpeg" Id="R8bae76f9f31249f7" /><Relationship Type="http://schemas.openxmlformats.org/officeDocument/2006/relationships/notesSlide" Target="/ppt/notesSlides/notesSlide86.xml" Id="Rde8dafaadc1241a2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eb29964a04445b" /><Relationship Type="http://schemas.openxmlformats.org/officeDocument/2006/relationships/image" Target="/ppt/media/image135.jpeg" Id="R0d79fececdc849b5" /><Relationship Type="http://schemas.openxmlformats.org/officeDocument/2006/relationships/notesSlide" Target="/ppt/notesSlides/notesSlide87.xml" Id="R97c6f8f6dd9f4526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5a3b9a73484787" /><Relationship Type="http://schemas.openxmlformats.org/officeDocument/2006/relationships/image" Target="/ppt/media/image136.jpeg" Id="Rb8a459bda22b4acf" /><Relationship Type="http://schemas.openxmlformats.org/officeDocument/2006/relationships/notesSlide" Target="/ppt/notesSlides/notesSlide88.xml" Id="R46897de3aacc4db5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627bad1da44e8f" /><Relationship Type="http://schemas.openxmlformats.org/officeDocument/2006/relationships/image" Target="/ppt/media/image137.jpeg" Id="R92f7a6abb19c4a3c" /><Relationship Type="http://schemas.openxmlformats.org/officeDocument/2006/relationships/notesSlide" Target="/ppt/notesSlides/notesSlide89.xml" Id="Rc63d7f41ce874f3d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c8145dc9bb4325" /><Relationship Type="http://schemas.openxmlformats.org/officeDocument/2006/relationships/image" Target="/ppt/media/image138.jpeg" Id="Rfbe2f843f389489d" /><Relationship Type="http://schemas.openxmlformats.org/officeDocument/2006/relationships/notesSlide" Target="/ppt/notesSlides/notesSlide90.xml" Id="Reefddf0378a7405b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a08b5b55cb4933" /><Relationship Type="http://schemas.openxmlformats.org/officeDocument/2006/relationships/image" Target="/ppt/media/image139.jpeg" Id="R7e76092de6d746c8" /><Relationship Type="http://schemas.openxmlformats.org/officeDocument/2006/relationships/notesSlide" Target="/ppt/notesSlides/notesSlide91.xml" Id="R6e242d60a16249e6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ed1a6abe04f54" /><Relationship Type="http://schemas.openxmlformats.org/officeDocument/2006/relationships/image" Target="/ppt/media/image140.jpeg" Id="R3d28a5baff7c4c32" /><Relationship Type="http://schemas.openxmlformats.org/officeDocument/2006/relationships/notesSlide" Target="/ppt/notesSlides/notesSlide92.xml" Id="R7f922e07403141f7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bbc486f87c4f2a" /><Relationship Type="http://schemas.openxmlformats.org/officeDocument/2006/relationships/image" Target="/ppt/media/image141.jpeg" Id="R16f05eb86a8343b6" /><Relationship Type="http://schemas.openxmlformats.org/officeDocument/2006/relationships/image" Target="/ppt/media/image142.jpeg" Id="Rd72059dbb29243d3" /><Relationship Type="http://schemas.openxmlformats.org/officeDocument/2006/relationships/image" Target="/ppt/media/image143.jpeg" Id="R87ee2dbf8d3b42ef" /><Relationship Type="http://schemas.openxmlformats.org/officeDocument/2006/relationships/image" Target="/ppt/media/image144.jpeg" Id="R5e696ca05c8741c2" /><Relationship Type="http://schemas.openxmlformats.org/officeDocument/2006/relationships/image" Target="/ppt/media/image145.jpeg" Id="Rac3ccc9ea4574ac6" /><Relationship Type="http://schemas.openxmlformats.org/officeDocument/2006/relationships/image" Target="/ppt/media/image146.jpeg" Id="Rc1e75346db0d4071" /><Relationship Type="http://schemas.openxmlformats.org/officeDocument/2006/relationships/image" Target="/ppt/media/image147.jpeg" Id="R89210044004148be" /><Relationship Type="http://schemas.openxmlformats.org/officeDocument/2006/relationships/image" Target="/ppt/media/image148.jpeg" Id="Rcf01889d746f4b46" /><Relationship Type="http://schemas.openxmlformats.org/officeDocument/2006/relationships/image" Target="/ppt/media/image149.jpeg" Id="R858d9b0137ac42c9" /><Relationship Type="http://schemas.openxmlformats.org/officeDocument/2006/relationships/notesSlide" Target="/ppt/notesSlides/notesSlide93.xml" Id="R75f7afa947e94e12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497f4a5c5541d4" /><Relationship Type="http://schemas.openxmlformats.org/officeDocument/2006/relationships/image" Target="/ppt/media/image150.jpeg" Id="R556c545933bd4087" /><Relationship Type="http://schemas.openxmlformats.org/officeDocument/2006/relationships/image" Target="/ppt/media/image151.jpeg" Id="R9ca1b415dd024666" /><Relationship Type="http://schemas.openxmlformats.org/officeDocument/2006/relationships/image" Target="/ppt/media/image152.jpeg" Id="Rf9b1a854f1af41e0" /><Relationship Type="http://schemas.openxmlformats.org/officeDocument/2006/relationships/image" Target="/ppt/media/image153.jpeg" Id="Rf2ff98861d13461e" /><Relationship Type="http://schemas.openxmlformats.org/officeDocument/2006/relationships/image" Target="/ppt/media/image154.jpeg" Id="Rfc86644c13114bd1" /><Relationship Type="http://schemas.openxmlformats.org/officeDocument/2006/relationships/image" Target="/ppt/media/image155.jpeg" Id="R06af32488b1746f1" /><Relationship Type="http://schemas.openxmlformats.org/officeDocument/2006/relationships/image" Target="/ppt/media/image156.jpeg" Id="Rfe0ffadd2ec84006" /><Relationship Type="http://schemas.openxmlformats.org/officeDocument/2006/relationships/image" Target="/ppt/media/image157.jpeg" Id="Re69ae9062ed348b4" /><Relationship Type="http://schemas.openxmlformats.org/officeDocument/2006/relationships/notesSlide" Target="/ppt/notesSlides/notesSlide94.xml" Id="R7122b480ca7d4131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d142aa2d1f40e3" /><Relationship Type="http://schemas.openxmlformats.org/officeDocument/2006/relationships/image" Target="/ppt/media/image158.jpeg" Id="R91f6e132185741ec" /><Relationship Type="http://schemas.openxmlformats.org/officeDocument/2006/relationships/image" Target="/ppt/media/image159.jpeg" Id="Re45ae0afb09c4dc4" /><Relationship Type="http://schemas.openxmlformats.org/officeDocument/2006/relationships/image" Target="/ppt/media/image160.jpeg" Id="R6c041a63f5894907" /><Relationship Type="http://schemas.openxmlformats.org/officeDocument/2006/relationships/image" Target="/ppt/media/image161.jpeg" Id="R2904aae1a4a947dd" /><Relationship Type="http://schemas.openxmlformats.org/officeDocument/2006/relationships/image" Target="/ppt/media/image162.jpeg" Id="Ra67f64bc83a34c09" /><Relationship Type="http://schemas.openxmlformats.org/officeDocument/2006/relationships/image" Target="/ppt/media/image163.jpeg" Id="Rc85a41a9b46e4732" /><Relationship Type="http://schemas.openxmlformats.org/officeDocument/2006/relationships/image" Target="/ppt/media/image27.png" Id="Rc1dbf29f0146438a" /><Relationship Type="http://schemas.openxmlformats.org/officeDocument/2006/relationships/image" Target="/ppt/media/image164.jpeg" Id="R71ff2ef099eb476a" /><Relationship Type="http://schemas.openxmlformats.org/officeDocument/2006/relationships/notesSlide" Target="/ppt/notesSlides/notesSlide95.xml" Id="R918128e7b35544a2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0a378cbea1428a" /><Relationship Type="http://schemas.openxmlformats.org/officeDocument/2006/relationships/image" Target="/ppt/media/image165.jpeg" Id="Rddbc2d559b2e4ce8" /><Relationship Type="http://schemas.openxmlformats.org/officeDocument/2006/relationships/image" Target="/ppt/media/image166.jpeg" Id="R73bacc5ca0cb4465" /><Relationship Type="http://schemas.openxmlformats.org/officeDocument/2006/relationships/image" Target="/ppt/media/image167.jpeg" Id="R05c7fe2202254b95" /><Relationship Type="http://schemas.openxmlformats.org/officeDocument/2006/relationships/image" Target="/ppt/media/image168.jpeg" Id="R81200d9ecc9d4ad8" /><Relationship Type="http://schemas.openxmlformats.org/officeDocument/2006/relationships/image" Target="/ppt/media/image169.jpeg" Id="Rf1ee2c6ee6d447dc" /><Relationship Type="http://schemas.openxmlformats.org/officeDocument/2006/relationships/image" Target="/ppt/media/image170.jpeg" Id="R7d790ced2acb4da5" /><Relationship Type="http://schemas.openxmlformats.org/officeDocument/2006/relationships/image" Target="/ppt/media/image171.jpeg" Id="R4c1ba66f952e4ddf" /><Relationship Type="http://schemas.openxmlformats.org/officeDocument/2006/relationships/image" Target="/ppt/media/image172.jpeg" Id="R582c0df8fac54b48" /><Relationship Type="http://schemas.openxmlformats.org/officeDocument/2006/relationships/notesSlide" Target="/ppt/notesSlides/notesSlide96.xml" Id="Rdd4cf4bfa61f4c3a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ff16ce93a042d9" /><Relationship Type="http://schemas.openxmlformats.org/officeDocument/2006/relationships/image" Target="/ppt/media/image173.jpeg" Id="Rd5718ee1f47c40dd" /><Relationship Type="http://schemas.openxmlformats.org/officeDocument/2006/relationships/image" Target="/ppt/media/image174.jpeg" Id="R994e2eaf3b0e405d" /><Relationship Type="http://schemas.openxmlformats.org/officeDocument/2006/relationships/image" Target="/ppt/media/image175.jpeg" Id="R8ffacd1afdf049e1" /><Relationship Type="http://schemas.openxmlformats.org/officeDocument/2006/relationships/image" Target="/ppt/media/image176.jpeg" Id="R7985d7540fd24f52" /><Relationship Type="http://schemas.openxmlformats.org/officeDocument/2006/relationships/image" Target="/ppt/media/image177.jpeg" Id="R8641a9541da0490f" /><Relationship Type="http://schemas.openxmlformats.org/officeDocument/2006/relationships/image" Target="/ppt/media/image178.jpeg" Id="Rcb4e4a21cd5e447f" /><Relationship Type="http://schemas.openxmlformats.org/officeDocument/2006/relationships/image" Target="/ppt/media/image179.jpeg" Id="R9ddebab31e354281" /><Relationship Type="http://schemas.openxmlformats.org/officeDocument/2006/relationships/image" Target="/ppt/media/image180.jpeg" Id="R564bac08752a467a" /><Relationship Type="http://schemas.openxmlformats.org/officeDocument/2006/relationships/notesSlide" Target="/ppt/notesSlides/notesSlide97.xml" Id="Ra64eed2bff5d4e5a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c4f3edaf74466f" /><Relationship Type="http://schemas.openxmlformats.org/officeDocument/2006/relationships/image" Target="/ppt/media/image181.jpeg" Id="R71d5c8aef8ff4862" /><Relationship Type="http://schemas.openxmlformats.org/officeDocument/2006/relationships/notesSlide" Target="/ppt/notesSlides/notesSlide98.xml" Id="R7ab4fe7325ae4a0c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dd19b2a1a24459" /><Relationship Type="http://schemas.openxmlformats.org/officeDocument/2006/relationships/image" Target="/ppt/media/image182.jpeg" Id="Re068f7b67c97409e" /><Relationship Type="http://schemas.openxmlformats.org/officeDocument/2006/relationships/notesSlide" Target="/ppt/notesSlides/notesSlide99.xml" Id="Rbd2e0bdb567b4cb4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3d04cc32e44d2d" /><Relationship Type="http://schemas.openxmlformats.org/officeDocument/2006/relationships/image" Target="/ppt/media/image183.jpeg" Id="R7296fbb402f74f80" /><Relationship Type="http://schemas.openxmlformats.org/officeDocument/2006/relationships/notesSlide" Target="/ppt/notesSlides/notesSlide100.xml" Id="Rf44e23f3a9d147ef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7481a718134808" /><Relationship Type="http://schemas.openxmlformats.org/officeDocument/2006/relationships/image" Target="/ppt/media/image184.jpeg" Id="R0cc44c54f4c24d5d" /><Relationship Type="http://schemas.openxmlformats.org/officeDocument/2006/relationships/notesSlide" Target="/ppt/notesSlides/notesSlide101.xml" Id="Rf30eac259752407a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fcc6a66f054ed5" /><Relationship Type="http://schemas.openxmlformats.org/officeDocument/2006/relationships/image" Target="/ppt/media/image185.jpeg" Id="R4972e633bd884c49" /><Relationship Type="http://schemas.openxmlformats.org/officeDocument/2006/relationships/notesSlide" Target="/ppt/notesSlides/notesSlide102.xml" Id="R011c44cd7ac8454b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4cd0d64d964dd3" /><Relationship Type="http://schemas.openxmlformats.org/officeDocument/2006/relationships/image" Target="/ppt/media/image186.jpeg" Id="R4dd51733ee754145" /><Relationship Type="http://schemas.openxmlformats.org/officeDocument/2006/relationships/notesSlide" Target="/ppt/notesSlides/notesSlide103.xml" Id="R99afc394a0c34041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babbaee8c64fe1" /><Relationship Type="http://schemas.openxmlformats.org/officeDocument/2006/relationships/image" Target="/ppt/media/image187.jpeg" Id="R07e8e24cbfcb4c19" /><Relationship Type="http://schemas.openxmlformats.org/officeDocument/2006/relationships/notesSlide" Target="/ppt/notesSlides/notesSlide104.xml" Id="Ra6d907c8b10c456a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c3c8945147478c" /><Relationship Type="http://schemas.openxmlformats.org/officeDocument/2006/relationships/image" Target="/ppt/media/image188.jpeg" Id="R13cbae117752455a" /><Relationship Type="http://schemas.openxmlformats.org/officeDocument/2006/relationships/notesSlide" Target="/ppt/notesSlides/notesSlide105.xml" Id="Rda347b0b128d438e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c2a56919d94d99" /><Relationship Type="http://schemas.openxmlformats.org/officeDocument/2006/relationships/image" Target="/ppt/media/image189.jpeg" Id="Rf8b528cce7944642" /><Relationship Type="http://schemas.openxmlformats.org/officeDocument/2006/relationships/notesSlide" Target="/ppt/notesSlides/notesSlide106.xml" Id="R1899cbbb8758446f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625ffaa46a40f9" /><Relationship Type="http://schemas.openxmlformats.org/officeDocument/2006/relationships/image" Target="/ppt/media/image190.jpeg" Id="R1d63bbdbc78a4804" /><Relationship Type="http://schemas.openxmlformats.org/officeDocument/2006/relationships/notesSlide" Target="/ppt/notesSlides/notesSlide107.xml" Id="Rfc1b0f72dfce4de3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51c80dc96245e9" /><Relationship Type="http://schemas.openxmlformats.org/officeDocument/2006/relationships/image" Target="/ppt/media/image191.jpeg" Id="R3aa69249ed084046" /><Relationship Type="http://schemas.openxmlformats.org/officeDocument/2006/relationships/notesSlide" Target="/ppt/notesSlides/notesSlide108.xml" Id="R82e5e0b501724113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2e09f740504d88" /><Relationship Type="http://schemas.openxmlformats.org/officeDocument/2006/relationships/image" Target="/ppt/media/image192.jpeg" Id="R8dd615b4b8ed4e7e" /><Relationship Type="http://schemas.openxmlformats.org/officeDocument/2006/relationships/notesSlide" Target="/ppt/notesSlides/notesSlide109.xml" Id="Rb72b4f407bf847d1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52cb3d2f2d4136" /><Relationship Type="http://schemas.openxmlformats.org/officeDocument/2006/relationships/image" Target="/ppt/media/image193.jpeg" Id="R098714608abf48db" /><Relationship Type="http://schemas.openxmlformats.org/officeDocument/2006/relationships/notesSlide" Target="/ppt/notesSlides/notesSlide110.xml" Id="Rbfe6dd99863b47f4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2ed184c8764213" /><Relationship Type="http://schemas.openxmlformats.org/officeDocument/2006/relationships/image" Target="/ppt/media/image194.jpeg" Id="R992524f9981343a8" /><Relationship Type="http://schemas.openxmlformats.org/officeDocument/2006/relationships/notesSlide" Target="/ppt/notesSlides/notesSlide111.xml" Id="R04ae4375421442ca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fe702e881e474d" /><Relationship Type="http://schemas.openxmlformats.org/officeDocument/2006/relationships/image" Target="/ppt/media/image195.jpeg" Id="R1e58c94dc58f41f0" /><Relationship Type="http://schemas.openxmlformats.org/officeDocument/2006/relationships/notesSlide" Target="/ppt/notesSlides/notesSlide112.xml" Id="Re93e79a0042545e3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8a50918c594208" /><Relationship Type="http://schemas.openxmlformats.org/officeDocument/2006/relationships/image" Target="/ppt/media/image196.jpeg" Id="Re4c02c99b6784770" /><Relationship Type="http://schemas.openxmlformats.org/officeDocument/2006/relationships/notesSlide" Target="/ppt/notesSlides/notesSlide113.xml" Id="R355c91851c634e6a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22ea91720e47c9" /><Relationship Type="http://schemas.openxmlformats.org/officeDocument/2006/relationships/image" Target="/ppt/media/image197.jpeg" Id="R7b4a460b995d4ea7" /><Relationship Type="http://schemas.openxmlformats.org/officeDocument/2006/relationships/notesSlide" Target="/ppt/notesSlides/notesSlide114.xml" Id="R6ea9b6ced4034ffd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2a811e2c6441a7" /><Relationship Type="http://schemas.openxmlformats.org/officeDocument/2006/relationships/image" Target="/ppt/media/image198.jpeg" Id="Rf21745ff4aba4228" /><Relationship Type="http://schemas.openxmlformats.org/officeDocument/2006/relationships/notesSlide" Target="/ppt/notesSlides/notesSlide115.xml" Id="Ra966a0046a834820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27fe54fb1f48da" /><Relationship Type="http://schemas.openxmlformats.org/officeDocument/2006/relationships/image" Target="/ppt/media/image199.jpeg" Id="Ra52d133a5e5046ea" /><Relationship Type="http://schemas.openxmlformats.org/officeDocument/2006/relationships/notesSlide" Target="/ppt/notesSlides/notesSlide116.xml" Id="R2e26b2f37efd4b74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1cfd4dd4b14402" /><Relationship Type="http://schemas.openxmlformats.org/officeDocument/2006/relationships/image" Target="/ppt/media/image200.jpeg" Id="R657b741951df4a2d" /><Relationship Type="http://schemas.openxmlformats.org/officeDocument/2006/relationships/notesSlide" Target="/ppt/notesSlides/notesSlide117.xml" Id="R1b631af02b33481b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adbd2319849cc" /><Relationship Type="http://schemas.openxmlformats.org/officeDocument/2006/relationships/image" Target="/ppt/media/image201.jpeg" Id="R2ebfd17839b64ae2" /><Relationship Type="http://schemas.openxmlformats.org/officeDocument/2006/relationships/notesSlide" Target="/ppt/notesSlides/notesSlide118.xml" Id="R8aa8c9ec135148d4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d8f94ac4044fd0" /><Relationship Type="http://schemas.openxmlformats.org/officeDocument/2006/relationships/image" Target="/ppt/media/image202.jpeg" Id="R5214b543ddc647db" /><Relationship Type="http://schemas.openxmlformats.org/officeDocument/2006/relationships/notesSlide" Target="/ppt/notesSlides/notesSlide119.xml" Id="R00f5880e3ceb4af3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cec283f1004d79" /><Relationship Type="http://schemas.openxmlformats.org/officeDocument/2006/relationships/image" Target="/ppt/media/image203.jpeg" Id="R351c08922c1f4b67" /><Relationship Type="http://schemas.openxmlformats.org/officeDocument/2006/relationships/notesSlide" Target="/ppt/notesSlides/notesSlide120.xml" Id="R02cfac424da3490a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741b39f90243ba" /><Relationship Type="http://schemas.openxmlformats.org/officeDocument/2006/relationships/image" Target="/ppt/media/image28.png" Id="R80e48a44fbcb40ce" /><Relationship Type="http://schemas.openxmlformats.org/officeDocument/2006/relationships/notesSlide" Target="/ppt/notesSlides/notesSlide121.xml" Id="R60a246a600cb4cf6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cf67490f494f2c" /><Relationship Type="http://schemas.openxmlformats.org/officeDocument/2006/relationships/image" Target="/ppt/media/image204.jpeg" Id="R1bea81c3e01f42a1" /><Relationship Type="http://schemas.openxmlformats.org/officeDocument/2006/relationships/notesSlide" Target="/ppt/notesSlides/notesSlide122.xml" Id="Ra3cbacfca01c4cdf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57a9d14ddc497f" /><Relationship Type="http://schemas.openxmlformats.org/officeDocument/2006/relationships/image" Target="/ppt/media/image205.jpeg" Id="R4a60f49b99474f50" /><Relationship Type="http://schemas.openxmlformats.org/officeDocument/2006/relationships/notesSlide" Target="/ppt/notesSlides/notesSlide123.xml" Id="R2c03e34d4def4fe7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5c252727f0478c" /><Relationship Type="http://schemas.openxmlformats.org/officeDocument/2006/relationships/image" Target="/ppt/media/image206.jpeg" Id="R7a8f2e6c690949f6" /><Relationship Type="http://schemas.openxmlformats.org/officeDocument/2006/relationships/notesSlide" Target="/ppt/notesSlides/notesSlide124.xml" Id="Rb3e54d23dc3440b3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c79307cb86429f" /><Relationship Type="http://schemas.openxmlformats.org/officeDocument/2006/relationships/image" Target="/ppt/media/image207.jpeg" Id="R63041fe8ecea4e1c" /><Relationship Type="http://schemas.openxmlformats.org/officeDocument/2006/relationships/notesSlide" Target="/ppt/notesSlides/notesSlide125.xml" Id="R43e6fe4af8814dde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1301f74af04191" /><Relationship Type="http://schemas.openxmlformats.org/officeDocument/2006/relationships/image" Target="/ppt/media/image208.jpeg" Id="R245593c6f09e4450" /><Relationship Type="http://schemas.openxmlformats.org/officeDocument/2006/relationships/notesSlide" Target="/ppt/notesSlides/notesSlide126.xml" Id="R76cb7c309d984c78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65f312195146c9" /><Relationship Type="http://schemas.openxmlformats.org/officeDocument/2006/relationships/image" Target="/ppt/media/image209.jpeg" Id="R1a4831cdeb1d4f0d" /><Relationship Type="http://schemas.openxmlformats.org/officeDocument/2006/relationships/notesSlide" Target="/ppt/notesSlides/notesSlide127.xml" Id="Rb6a7c0e0ef2f4b3a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e05e280a474098" /><Relationship Type="http://schemas.openxmlformats.org/officeDocument/2006/relationships/image" Target="/ppt/media/image210.jpeg" Id="R5160dafbb757433e" /><Relationship Type="http://schemas.openxmlformats.org/officeDocument/2006/relationships/notesSlide" Target="/ppt/notesSlides/notesSlide128.xml" Id="Rb85e034ee73541d1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afc4366df64fb4" /><Relationship Type="http://schemas.openxmlformats.org/officeDocument/2006/relationships/image" Target="/ppt/media/image211.jpeg" Id="R2f32551153a54127" /><Relationship Type="http://schemas.openxmlformats.org/officeDocument/2006/relationships/notesSlide" Target="/ppt/notesSlides/notesSlide129.xml" Id="Rda9e44c381f04389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4f426754d543c7" /><Relationship Type="http://schemas.openxmlformats.org/officeDocument/2006/relationships/image" Target="/ppt/media/image212.jpeg" Id="R31503bb61ff441ca" /><Relationship Type="http://schemas.openxmlformats.org/officeDocument/2006/relationships/notesSlide" Target="/ppt/notesSlides/notesSlide130.xml" Id="R45c1bc4513ee40f4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b246be1c3436e" /><Relationship Type="http://schemas.openxmlformats.org/officeDocument/2006/relationships/image" Target="/ppt/media/image213.jpeg" Id="R98ef930b3bd04a2f" /><Relationship Type="http://schemas.openxmlformats.org/officeDocument/2006/relationships/notesSlide" Target="/ppt/notesSlides/notesSlide131.xml" Id="R3ef68f0027d54d86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799cc83c194a7b" /><Relationship Type="http://schemas.openxmlformats.org/officeDocument/2006/relationships/image" Target="/ppt/media/image214.jpeg" Id="R3d0e4f3a497e482a" /><Relationship Type="http://schemas.openxmlformats.org/officeDocument/2006/relationships/notesSlide" Target="/ppt/notesSlides/notesSlide132.xml" Id="R92ea4f6dbc684d63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b8531972a24809" /><Relationship Type="http://schemas.openxmlformats.org/officeDocument/2006/relationships/image" Target="/ppt/media/image215.jpeg" Id="Rf99f68befbce4cb1" /><Relationship Type="http://schemas.openxmlformats.org/officeDocument/2006/relationships/notesSlide" Target="/ppt/notesSlides/notesSlide133.xml" Id="R4d62c47c0bd64199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5965780764724" /><Relationship Type="http://schemas.openxmlformats.org/officeDocument/2006/relationships/image" Target="/ppt/media/image216.jpeg" Id="Re33f24ae982444b3" /><Relationship Type="http://schemas.openxmlformats.org/officeDocument/2006/relationships/notesSlide" Target="/ppt/notesSlides/notesSlide134.xml" Id="R86ee61fe97f442cb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91f213d9874f8b" /><Relationship Type="http://schemas.openxmlformats.org/officeDocument/2006/relationships/image" Target="/ppt/media/image217.jpeg" Id="Ree064262f87b4605" /><Relationship Type="http://schemas.openxmlformats.org/officeDocument/2006/relationships/notesSlide" Target="/ppt/notesSlides/notesSlide135.xml" Id="R22caeb3258ee43dc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70fa43451e423d" /><Relationship Type="http://schemas.openxmlformats.org/officeDocument/2006/relationships/image" Target="/ppt/media/image218.jpeg" Id="R26093bfc2ed9486a" /><Relationship Type="http://schemas.openxmlformats.org/officeDocument/2006/relationships/notesSlide" Target="/ppt/notesSlides/notesSlide136.xml" Id="R12c727c4171144ec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8f4e8edcbb4fae" /><Relationship Type="http://schemas.openxmlformats.org/officeDocument/2006/relationships/image" Target="/ppt/media/image219.jpeg" Id="Re66fba1a6bde4851" /><Relationship Type="http://schemas.openxmlformats.org/officeDocument/2006/relationships/notesSlide" Target="/ppt/notesSlides/notesSlide137.xml" Id="Rf435a57ca53b4a0c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a0e26b215c43bf" /><Relationship Type="http://schemas.openxmlformats.org/officeDocument/2006/relationships/image" Target="/ppt/media/image220.jpeg" Id="Rb35b081dae924cd7" /><Relationship Type="http://schemas.openxmlformats.org/officeDocument/2006/relationships/notesSlide" Target="/ppt/notesSlides/notesSlide138.xml" Id="Re170b981c6ab4e78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da4d16262f4d70" /><Relationship Type="http://schemas.openxmlformats.org/officeDocument/2006/relationships/image" Target="/ppt/media/image221.jpeg" Id="R5cf751b76a5f473f" /><Relationship Type="http://schemas.openxmlformats.org/officeDocument/2006/relationships/image" Target="/ppt/media/image222.jpeg" Id="R511e424efb71481f" /><Relationship Type="http://schemas.openxmlformats.org/officeDocument/2006/relationships/image" Target="/ppt/media/image223.jpeg" Id="R7fa606679e224923" /><Relationship Type="http://schemas.openxmlformats.org/officeDocument/2006/relationships/image" Target="/ppt/media/image224.jpeg" Id="R99ffa3e233fe460e" /><Relationship Type="http://schemas.openxmlformats.org/officeDocument/2006/relationships/image" Target="/ppt/media/image225.jpeg" Id="Rc3293c230b434679" /><Relationship Type="http://schemas.openxmlformats.org/officeDocument/2006/relationships/image" Target="/ppt/media/image226.jpeg" Id="R1e7b1645ba794666" /><Relationship Type="http://schemas.openxmlformats.org/officeDocument/2006/relationships/image" Target="/ppt/media/image227.jpeg" Id="Rf226e21130c64db8" /><Relationship Type="http://schemas.openxmlformats.org/officeDocument/2006/relationships/image" Target="/ppt/media/image228.jpeg" Id="Rd79bbefd9412429f" /><Relationship Type="http://schemas.openxmlformats.org/officeDocument/2006/relationships/notesSlide" Target="/ppt/notesSlides/notesSlide139.xml" Id="Rae5cb0571d304260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6a1cb246e54227" /><Relationship Type="http://schemas.openxmlformats.org/officeDocument/2006/relationships/image" Target="/ppt/media/image229.jpeg" Id="Ra63e120ba8184c19" /><Relationship Type="http://schemas.openxmlformats.org/officeDocument/2006/relationships/image" Target="/ppt/media/image230.jpeg" Id="R13cb62bad5b146ef" /><Relationship Type="http://schemas.openxmlformats.org/officeDocument/2006/relationships/image" Target="/ppt/media/image231.jpeg" Id="R656f6ca6a5ba4cd5" /><Relationship Type="http://schemas.openxmlformats.org/officeDocument/2006/relationships/image" Target="/ppt/media/image232.jpeg" Id="R5096565e20f8410c" /><Relationship Type="http://schemas.openxmlformats.org/officeDocument/2006/relationships/image" Target="/ppt/media/image233.jpeg" Id="Rfc86ff18722f427a" /><Relationship Type="http://schemas.openxmlformats.org/officeDocument/2006/relationships/image" Target="/ppt/media/image234.jpeg" Id="Rc0e96dfb7c1941cb" /><Relationship Type="http://schemas.openxmlformats.org/officeDocument/2006/relationships/image" Target="/ppt/media/image235.jpeg" Id="Ra3b654bb54c846e4" /><Relationship Type="http://schemas.openxmlformats.org/officeDocument/2006/relationships/notesSlide" Target="/ppt/notesSlides/notesSlide140.xml" Id="R661e8834b0df4fc3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6181af6c94afb" /><Relationship Type="http://schemas.openxmlformats.org/officeDocument/2006/relationships/image" Target="/ppt/media/image236.jpeg" Id="Re1a26e1f962445f2" /><Relationship Type="http://schemas.openxmlformats.org/officeDocument/2006/relationships/notesSlide" Target="/ppt/notesSlides/notesSlide141.xml" Id="R69512bc565fb41c0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b756e77e914c7c" /><Relationship Type="http://schemas.openxmlformats.org/officeDocument/2006/relationships/image" Target="/ppt/media/image237.jpeg" Id="R40392048ff9a4356" /><Relationship Type="http://schemas.openxmlformats.org/officeDocument/2006/relationships/notesSlide" Target="/ppt/notesSlides/notesSlide142.xml" Id="R514876738bbe44f6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f06558a29c404e" /><Relationship Type="http://schemas.openxmlformats.org/officeDocument/2006/relationships/image" Target="/ppt/media/image238.jpeg" Id="Rcb8d6438504f41c0" /><Relationship Type="http://schemas.openxmlformats.org/officeDocument/2006/relationships/notesSlide" Target="/ppt/notesSlides/notesSlide143.xml" Id="R02750dd272c941ef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921bc1da9a46ff" /><Relationship Type="http://schemas.openxmlformats.org/officeDocument/2006/relationships/image" Target="/ppt/media/image239.jpeg" Id="R16ff58df09d14820" /><Relationship Type="http://schemas.openxmlformats.org/officeDocument/2006/relationships/notesSlide" Target="/ppt/notesSlides/notesSlide144.xml" Id="R1d3612bff7a94afc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f6a0d78954178" /><Relationship Type="http://schemas.openxmlformats.org/officeDocument/2006/relationships/image" Target="/ppt/media/image29.png" Id="R74d2ee743d024ca5" /><Relationship Type="http://schemas.openxmlformats.org/officeDocument/2006/relationships/notesSlide" Target="/ppt/notesSlides/notesSlide145.xml" Id="Rb4482019281b47e8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a4151eb2d44c32" /><Relationship Type="http://schemas.openxmlformats.org/officeDocument/2006/relationships/image" Target="/ppt/media/image30.png" Id="Rdfc201cb44a944c7" /><Relationship Type="http://schemas.openxmlformats.org/officeDocument/2006/relationships/notesSlide" Target="/ppt/notesSlides/notesSlide146.xml" Id="R98cd4c31157d4314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4f6022e13548bf" /><Relationship Type="http://schemas.openxmlformats.org/officeDocument/2006/relationships/image" Target="/ppt/media/image240.jpeg" Id="R64ed70d1d6e34422" /><Relationship Type="http://schemas.openxmlformats.org/officeDocument/2006/relationships/notesSlide" Target="/ppt/notesSlides/notesSlide147.xml" Id="R11a98da50960456b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625ed82e4f4ddc" /><Relationship Type="http://schemas.openxmlformats.org/officeDocument/2006/relationships/image" Target="/ppt/media/image241.jpeg" Id="R6fd06aa0c9e642cb" /><Relationship Type="http://schemas.openxmlformats.org/officeDocument/2006/relationships/notesSlide" Target="/ppt/notesSlides/notesSlide148.xml" Id="R40bf549109fc47a4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3675e690fb435c" /><Relationship Type="http://schemas.openxmlformats.org/officeDocument/2006/relationships/image" Target="/ppt/media/image242.jpeg" Id="R8113cf4520a14ed8" /><Relationship Type="http://schemas.openxmlformats.org/officeDocument/2006/relationships/notesSlide" Target="/ppt/notesSlides/notesSlide149.xml" Id="R9553dff3456743a2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5365a4dea470d" /><Relationship Type="http://schemas.openxmlformats.org/officeDocument/2006/relationships/image" Target="/ppt/media/image243.jpeg" Id="Rb688ca29ab334c79" /><Relationship Type="http://schemas.openxmlformats.org/officeDocument/2006/relationships/notesSlide" Target="/ppt/notesSlides/notesSlide150.xml" Id="R94cba2b9304644bf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31460ec69049f5" /><Relationship Type="http://schemas.openxmlformats.org/officeDocument/2006/relationships/image" Target="/ppt/media/image244.jpeg" Id="Ra640e9ed52664e2d" /><Relationship Type="http://schemas.openxmlformats.org/officeDocument/2006/relationships/notesSlide" Target="/ppt/notesSlides/notesSlide151.xml" Id="R7b14d24b05d44497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4ea317d0134704" /><Relationship Type="http://schemas.openxmlformats.org/officeDocument/2006/relationships/image" Target="/ppt/media/image245.jpeg" Id="R9266ff39df3c425d" /><Relationship Type="http://schemas.openxmlformats.org/officeDocument/2006/relationships/notesSlide" Target="/ppt/notesSlides/notesSlide152.xml" Id="R6f224811a7c5474e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25567197e04f84" /><Relationship Type="http://schemas.openxmlformats.org/officeDocument/2006/relationships/image" Target="/ppt/media/image246.jpeg" Id="R58ce604c352a42df" /><Relationship Type="http://schemas.openxmlformats.org/officeDocument/2006/relationships/notesSlide" Target="/ppt/notesSlides/notesSlide153.xml" Id="R97efdc67a36b4349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ed02dd4eec422a" /><Relationship Type="http://schemas.openxmlformats.org/officeDocument/2006/relationships/image" Target="/ppt/media/image247.jpeg" Id="R12356ad67f62468a" /><Relationship Type="http://schemas.openxmlformats.org/officeDocument/2006/relationships/notesSlide" Target="/ppt/notesSlides/notesSlide154.xml" Id="Rdc1071f68cc44e0e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dbb0dc70004d70" /><Relationship Type="http://schemas.openxmlformats.org/officeDocument/2006/relationships/image" Target="/ppt/media/image248.jpeg" Id="Red62d75173524ea1" /><Relationship Type="http://schemas.openxmlformats.org/officeDocument/2006/relationships/notesSlide" Target="/ppt/notesSlides/notesSlide155.xml" Id="R972c30924c284b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39F631-1BC1-4DEF-898E-733D5D7F43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7ef5d51be4204"/>
          <a:srcRect xmlns:a="http://schemas.openxmlformats.org/drawingml/2006/main" l="0" t="16052" r="0" b="160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0"/>
            <a:ext cx="60579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4E3A544-687C-4890-B47A-0EE875D3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D61FC9F-638C-4BA6-821F-5DA3267D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61B692C-05EA-49C3-8CDE-6B71BB19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523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TOUHOU PROJECT · CHARACTER COMPENDIUM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D295055-32F8-4F0D-9D7C-E29A6432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504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432"/>
          </a:bodyPr>
          <a:lstStyle xmlns:a="http://schemas.openxmlformats.org/drawingml/2006/main">
            <a:def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幻想乡博物志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49E214E-F2E7-46F0-B499-77F74A74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5048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pPr>
            <a:r>
              <a:t>东方人物手册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F64B35C-1669-4DB6-A4F2-F0AC335F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per">
            <a:extLst xmlns:a="http://schemas.openxmlformats.org/drawingml/2006/main">
              <a:ext uri="{FF2B5EF4-FFF2-40B4-BE49-F238E27FC236}">
                <a16:creationId xmlns:a16="http://schemas.microsoft.com/office/drawing/2014/main" id="{F9B2D917-73F9-4B93-BA2D-D528B1AE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CE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F1EB980-AE5B-4572-8AAE-E6E63493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pPr>
            <a:r>
              <a:t>137名角色独立档案</a:t>
            </a:r>
          </a:p>
        </p:txBody>
      </p:sp>
      <p:sp>
        <p:nvSpPr>
          <p:cNvPr id="10" name="paper">
            <a:extLst xmlns:a="http://schemas.openxmlformats.org/drawingml/2006/main">
              <a:ext uri="{FF2B5EF4-FFF2-40B4-BE49-F238E27FC236}">
                <a16:creationId xmlns:a16="http://schemas.microsoft.com/office/drawing/2014/main" id="{C9454592-19F6-46F4-BF41-035F545D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48100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24CC126-0C03-45FF-A327-1E96502A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CE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38D5F6B-8A71-44AF-959F-CFCD205E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pPr>
            <a:r>
              <a:t>8卷地域与势力编排</a:t>
            </a:r>
          </a:p>
        </p:txBody>
      </p:sp>
      <p:sp>
        <p:nvSpPr>
          <p:cNvPr id="13" name="paper">
            <a:extLst xmlns:a="http://schemas.openxmlformats.org/drawingml/2006/main">
              <a:ext uri="{FF2B5EF4-FFF2-40B4-BE49-F238E27FC236}">
                <a16:creationId xmlns:a16="http://schemas.microsoft.com/office/drawing/2014/main" id="{49220AFA-51CD-470C-B957-F02EB5A6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38700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408E412-22CA-4E59-B11C-4693E1A7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006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CE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3684632-0CFA-4C8F-B0A8-020CD33E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340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pPr>
            <a:r>
              <a:t>全角色插图</a:t>
            </a:r>
          </a:p>
        </p:txBody>
      </p:sp>
      <p:sp>
        <p:nvSpPr>
          <p:cNvPr id="16" name="paper">
            <a:extLst xmlns:a="http://schemas.openxmlformats.org/drawingml/2006/main">
              <a:ext uri="{FF2B5EF4-FFF2-40B4-BE49-F238E27FC236}">
                <a16:creationId xmlns:a16="http://schemas.microsoft.com/office/drawing/2014/main" id="{AA102696-5849-4BD9-8182-B2BCECC2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29300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05894C1-76D5-463E-9DB2-57990479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523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2026年10月修订 · 含《东方锦上京》人物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12ADB98-6B68-4F60-88BB-C39DD570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23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同人AI插图手册 · 非官方出版 · 含剧情剧透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4CA900-773D-4D86-9829-541DF82991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f2dc5815d40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219450"/>
            <a:ext cx="704850" cy="704850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EBA86D-2810-4B1B-A0DA-7A94F7036A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400b8196245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210050"/>
            <a:ext cx="704850" cy="704850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415C1-8DCE-4783-AA2D-531D159E26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c3898786740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200650"/>
            <a:ext cx="704850" cy="70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92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9C7B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aper">
            <a:extLst xmlns:a="http://schemas.openxmlformats.org/drawingml/2006/main">
              <a:ext uri="{FF2B5EF4-FFF2-40B4-BE49-F238E27FC236}">
                <a16:creationId xmlns:a16="http://schemas.microsoft.com/office/drawing/2014/main" id="{18A7F0F0-4917-4CE7-8444-BAEBD14F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D3CAE1E-91D3-47E2-AFD8-84D25E03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B567AB1-1C7C-40E8-9E45-60B59F2F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pPr>
            <a:r>
              <a:t>I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74F32B9-14FB-49AA-B057-D38093F2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47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1B2CD3E-7572-4BF5-9332-D8B46EE8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红魔乡 · 雾之湖 · 红魔馆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E3EC705C-02AD-4CFD-99A5-0BC27577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2F62DD-123C-4E71-B743-62CBC4A6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9名角色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D424028-C7EA-46E2-8FCE-9326440E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4C8F1824-B794-4729-9A4E-ECBDDBD1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158FC2A-7557-4B13-8D74-751C46A4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002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2A4953B-940D-4CD2-A159-65C2FDA1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77BB4C3-5D78-498B-89D5-96F6699C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露米娅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91833E0-83FC-475E-9530-6F1E3983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ルーミア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D33A3B7-D244-479B-93A6-BEF7C9F1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CAFEC83B-C9EA-42E8-A203-32852090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470B02F-FAAF-414A-81F1-D8945D83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大妖精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EE52E37-3874-44C8-B2C6-C6FD49F8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大妖精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DC7EBC8B-7123-4929-9F0E-A6218388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3C771FD0-E771-41EB-BD61-B737DE96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9F50668-80E5-44A0-AB21-A1CB3F2B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琪露诺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BF34070-DFBE-433B-B83F-5060D508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チルノ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A22E5715-FDC0-4AD2-9E61-EAEF4E14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11D6F87-5C6F-491F-8C92-E1978ECA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0748972-9717-4C02-8274-37D74EB7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红美铃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F0CC4B9-FF78-44BD-A918-8C72DFE2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紅 美鈴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39B4403B-A8C9-48A4-A135-2FF7A21A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F03860F1-40E8-483A-AF06-4C2024F2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3B06280-1A08-4D32-8A43-8856791E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小恶魔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5D5692B-7C80-4351-A85E-32FEEF65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小悪魔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E672728A-85E7-4815-8D84-F542727A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5BEA489C-407A-47E6-B687-602B6238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5F829B84-A1B1-4F61-B8FC-05367B36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帕秋莉·诺蕾姬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D345E1B3-EE4D-4ED6-9EC1-9A124D76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パチュリー・ノーレッジ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0A7C10C8-83C7-41C4-B3B8-757B2A2C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F15DA75D-A342-477F-9537-4B5A8EC4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175294D2-43ED-446F-8634-BFA86422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十六夜咲夜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737EF985-8A24-42D6-806C-D2D5658E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十六夜 咲夜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FDBAD5E4-4D5F-4E62-BA44-4A876C0B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75972C79-7F63-4044-9BC4-12B911BF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4FD94066-7FAD-46FD-A58D-DF24DA62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蕾米莉亚·斯卡蕾特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8BB936C7-12D6-4F71-B914-4E52EE43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レミリア・スカーレット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518EE26C-3EEA-4BBB-BF6F-F1D754A7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65EDBD0C-52AB-4F9D-A90B-496EBC94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BEB84EBD-D6F1-4A12-8D69-5D9A6965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芙兰朵露·斯卡蕾特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9D301A9C-DC9B-488C-84E2-D1AE9940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フランドール・スカーレット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F9F3DBE3-CFBB-41F7-AC84-0E24410C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AFE761-8A47-4D3E-B67D-93C2E88CAB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6b66f3bb34f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DC3B0E-73CB-4E9F-8FB5-8AD3953A16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44b5bc64b43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2A0E38-32A9-434E-9DF1-B23029B676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4adda55754b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6A3BA4-B88A-464C-844B-6957C7342D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61b67eabf46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170F01-ED5F-4FAD-AF49-5DFA4783CC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9eee2d32741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823F93-0FBE-4D14-A683-4E222386B5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a5979640847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CF8111-FF29-4C49-A6F0-54B7C5DCC9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2c45dceb048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6BD25C-AC66-479D-BE1D-B372BD136D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739f50b6f41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9B54D9-2B9A-456E-B9C2-70B43D0279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1687a54ed43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64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AAA503-7337-4161-B5A8-A72A6355DA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0b9899ba24d5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0CA9704-47B8-4FCD-84BD-CD30ADF5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ECBB405-7390-4927-83BD-1665074C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68789D9-8229-4D9E-9F2D-6E305610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B147690-4363-434D-B525-B313AF1A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露米娅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40FE3E7-8006-4C8F-8BE4-5FF32BA4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ルーミア / Rumia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9DA3E81-30F4-4016-8E89-F8338455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8D79315-BC67-49BA-A95D-F7796029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常用黑暗包裹自己的妖怪，讨厌阳光。由于黑暗也会挡住自己的视线，她有时会撞到树。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DFFEFA3-2141-4A3C-8DF8-BDFC3A58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C67FA88-6888-4EF2-8E03-635AAD44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红魔乡的一面Boss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510FB6D-88BD-487A-8EE3-E0F23872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2616DC0-099E-45DF-9F01-D92F3B47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8BE2510-910B-4ABE-A83E-61A73CB2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操纵黑暗程度的能力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F334B95-6088-4D4C-A066-601541A8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65357A6-7DB8-4220-B565-340212FD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0D23A24-5F1B-42BE-8133-D4D87894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F2A060C-88FC-4059-BD92-E3A415CF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A281E2E-C76D-4A8F-A87F-89E0459A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21BF1A9-74CE-40FE-A705-656A775D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25D325F-D4C2-4A5D-9D29-97C3ABC6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6E2C23A-C9C2-4BE7-B539-6BAA0D34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003</a:t>
            </a:r>
          </a:p>
        </p:txBody>
      </p:sp>
    </p:spTree>
    <p:extLst>
      <p:ext uri="{BB962C8B-B14F-4D97-AF65-F5344CB8AC3E}">
        <p14:creationId xmlns:p14="http://schemas.microsoft.com/office/powerpoint/2010/main" val="7567159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45411-6D86-4BD1-9DC1-407D6F5999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f9cc4c7534dcc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C7D98F5-A2EF-4497-BC2B-4E103788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2474B66-16F9-4976-A0AD-2AD5AAE8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4B4325C-78DE-4B1F-82B3-A41F323B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050D70E-3CF5-4889-A242-8EF54CEE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大妖精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DB22CD5-E047-4D0D-A188-B6A5FAD3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大妖精 / Daiyousei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F310920-1D7C-4F25-BD2B-84615893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FE8762A-50BF-4D07-8D93-CB68DF16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根据ZUN的解释，“大妖精”并非用来指代某一角色，而是用来指代妖精中非常有实力的个体。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85AF913-0894-467B-8519-6B1581C2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F6FE6CE-3558-4F1B-95BF-92477AFD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红魔乡的二面道中Boss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7920943-C2F4-4DF8-9BE4-09BB9AD1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8E9BA86-9074-4AA1-81D4-13ACA457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CBD2E08-84DB-4540-9EC5-76A492D8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雾之湖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9950E95-2990-41B6-B1CF-028CA33D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DEF3599-91A2-418F-B81B-F8B7E1BE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870979E-17C7-4D1F-AB1B-4E10B52F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CFC1944-0678-4FCC-90CF-639156BD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F840D4B-1919-4C4E-A5F1-68E5C6D2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BFA698D-058B-4FCD-B67E-10C10D7C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ACAF864-973C-4443-80B6-13F57277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6EAB453-26F2-456F-98CD-763487C9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004</a:t>
            </a:r>
          </a:p>
        </p:txBody>
      </p:sp>
    </p:spTree>
    <p:extLst>
      <p:ext uri="{BB962C8B-B14F-4D97-AF65-F5344CB8AC3E}">
        <p14:creationId xmlns:p14="http://schemas.microsoft.com/office/powerpoint/2010/main" val="2116915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EF1776-6F46-4ED5-BC4B-55860D427F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1f9455d29481b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B8534F9-29C4-4AAD-B522-BE1E25A9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1B12AFA-70AE-48F5-A2F4-C9FF9C92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9BD537C-BAD2-43CE-B066-8152897F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01BC36B-4E69-4B57-9208-FF5EDC42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琪露诺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A07CAA4-1E26-4C4E-9A26-22F0AAE6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チルノ / Cirno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B5E5615-3736-42FF-B893-3C9A4053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5D1CF66-2779-436E-9C80-6A2AA669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雾之湖附近的冰之妖精，喜欢恶作剧。她天真而过度自信，常不考虑自己的力量就去挑战别人。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4E16D3F-2EB6-4523-AF4B-70180B0E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04247FC-38B5-48D0-A267-B9D01462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红魔乡的二面Boss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427CDFE-DF25-46BD-A5FD-A6802521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4A9AFAA-9EC1-44A6-A91C-FC70A8B5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9F6E6A8-7584-4CD5-A7AD-8D1C8B10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雾之湖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B50C448-940F-4B34-AF62-747EE164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75ADA13-8114-4C8F-964E-52E29281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7B7CA3E-CE43-4627-AF07-5DC8E797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操纵冷气程度的能力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A62891C-3483-4FE4-B040-D15945AA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F7EA3B6-C154-46D6-AE23-29236F4E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7C92080-F56F-4E9B-8905-3C725E1E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0347144-A909-4EC0-AADC-5FC0CE48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D700803-7A0B-404E-A7BE-F2407213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980A320-5698-4B3F-975C-3DF06D0F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 · 东方红魔乡：New Classic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E6A896C7-DF53-4EBB-BB1D-B7480E8D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58190C0-13E2-4DB0-ABCF-08753E5E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005</a:t>
            </a:r>
          </a:p>
        </p:txBody>
      </p:sp>
    </p:spTree>
    <p:extLst>
      <p:ext uri="{BB962C8B-B14F-4D97-AF65-F5344CB8AC3E}">
        <p14:creationId xmlns:p14="http://schemas.microsoft.com/office/powerpoint/2010/main" val="13948945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D2886D-C20B-4EB4-A5A6-8D54338BC0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e74b60e6f426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C4AF839-9A2C-477B-9D1F-35895393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808CBF7-2740-4223-839F-15B3CB4E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0739498-177B-41C2-AC1E-D2AFF934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C23CF31-4125-4B2A-9542-11208A16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红美铃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FC436E0-A3D2-4331-A256-584BA524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紅 美鈴 / Hoan Meirin / Hong Meirin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CADC48E-BD7E-4ECF-8E42-FF236E9A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AE886B6-0650-4563-8D19-F470A33E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她是中国妖怪，身穿中国风的服装，使用中国武术，担任着红魔馆的门卫。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7FCBDDE-6000-4B93-90BA-BF342353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894122C-FDFD-4701-A05F-83D3DC42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红魔馆门卫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0102C89-D489-4E81-B9D1-E10C1EC1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E9EBA55-021D-4CEA-A20B-59F6CDE1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CD32430-113F-4705-82B5-808DFFE9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F810068-06DA-4F2B-9835-BFF0D3DB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7A55253-E699-472E-B501-371EFDD0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11960D0-8DB3-49A9-A604-2E582AF8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D1FB2BC-9485-4245-A219-216FA85F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90D26BC-0C04-4EDD-86AA-5277D704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C5CBB95-8B64-497A-A954-16C0E201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912CB6E-9F39-46BF-AD9D-12C3E2E2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BFCA433-D74F-4328-B186-502B89B9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4863E0F-BFA4-4FAB-AC07-9A5F5367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 · 东方红魔乡：New Classic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73718BA-164B-49D0-AC80-263F450C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4F79DAC-746B-4C81-A7C8-2619D55C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006</a:t>
            </a:r>
          </a:p>
        </p:txBody>
      </p:sp>
    </p:spTree>
    <p:extLst>
      <p:ext uri="{BB962C8B-B14F-4D97-AF65-F5344CB8AC3E}">
        <p14:creationId xmlns:p14="http://schemas.microsoft.com/office/powerpoint/2010/main" val="1870802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6A3C7-CD92-41A4-BA72-B2A18B3874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06c2e3ff943d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0C9D691-808A-4939-90B5-FBA0A3C2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C3D6599-880C-4F7F-BF8C-169C8D21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62CEE82-6726-4A35-A99B-4D7EDBF4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BC43B63-5AD8-458F-92EB-D6C4A17D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小恶魔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B6B90F0-4622-4904-A267-79732189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小悪魔 / Little Devil / Koakuma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3043A52-F731-4287-9726-9A102698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76E0C2A-ABB3-402E-A2AB-E133EF11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住在红魔馆的弱小恶魔。她没有固定使命，性格任性，喜欢恶作剧，往往没有深思就开始行动。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9F7618D-0F36-4ADF-B25C-D823D174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FD184D0-80E7-4C5F-9909-A386F3E8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恶魔 · 红魔乡的四面道中Boss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4FF1A8F-045A-495F-AAB2-474D5A43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5397A54-8B3D-4D41-858F-3445DD02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6B1D156-AF7C-482C-918F-6C0FD554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9816E69-CC0D-4256-B10A-06A45219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0CF8046-490A-40E8-A462-4DAA1297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7E6FD9B-B8E3-4F99-A04D-D566CEED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51097A3-3C8F-443C-8D12-FE4BABEB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0D1620E-077D-41C2-BA22-53A7AD20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369AEA9-04F2-429B-A69D-2E598E76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1BF6C9B-4D79-4D78-AD12-093A9BB2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D58C310-B6E2-4E50-87C0-20DDA08F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007</a:t>
            </a:r>
          </a:p>
        </p:txBody>
      </p:sp>
    </p:spTree>
    <p:extLst>
      <p:ext uri="{BB962C8B-B14F-4D97-AF65-F5344CB8AC3E}">
        <p14:creationId xmlns:p14="http://schemas.microsoft.com/office/powerpoint/2010/main" val="3490215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BD606A-BB85-4668-BD36-013B18EB7E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4eaae37bc41b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6C5BCA1-B361-415C-A719-330BDE6F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6C56725-9A0E-42F6-B5D3-32F3B19A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62EFA5D-B291-420B-8874-0509F3A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2355B99-BDF0-443C-9EC6-258D60CD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帕秋莉·诺蕾姬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1019549-BAA3-46C2-AD02-48500D10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パチュリー・ノーレッジ / Patchouli Knowledge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C70462F-5B4D-4BBB-98E7-CCFAC84C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AEC3FFE-076B-4A30-8AB3-458B05A3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她是居住在红魔馆大图书馆中的魔女（魔法使），非常擅长魔法。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4743CCD-8302-43D3-BF78-10ACD03F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1E9D1D4-ED4F-4D0E-B371-E4DCB2D1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魔女／魔法使 · 图书馆的魔法使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38E7D4F-1C5C-40AF-9AE4-339F05E5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3E19A4D-22FB-484B-97A7-02CCF4F2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13735EF-91EA-48E1-BB3F-DC9F62D3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3BF0BE2-5D45-479B-98FD-6DCE2204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152CAFE-C830-4FE1-A46E-6EED6989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7B6CACF-0380-4138-994E-F3F80321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使用火水木金土日月的魔法程度的能力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D050D59-0053-49E8-9A14-FB76D6BC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CBC0B48-CCD3-4FD1-8C99-0D2C95C9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B31F9DB-BF9B-4A7E-9090-E7DCB29B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7579776-81A0-46A5-B3CB-CE055DFE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E64B31B-AB09-4B13-83E3-603B520C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31415DC-FF0E-4A26-93CC-2A887B4C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77BDBC96-9EC9-4663-8971-89058A0F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A022503-E26C-4C22-99A9-03B9EC7B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008</a:t>
            </a:r>
          </a:p>
        </p:txBody>
      </p:sp>
    </p:spTree>
    <p:extLst>
      <p:ext uri="{BB962C8B-B14F-4D97-AF65-F5344CB8AC3E}">
        <p14:creationId xmlns:p14="http://schemas.microsoft.com/office/powerpoint/2010/main" val="3756124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319404-58B4-4628-921D-C8D57E969F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fe1f510274d2f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C6F1EA5-95F6-4C2D-A77A-AB95E09E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CE0E731-C2CB-460A-910D-3BD190D7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FA83221-F389-49C4-9931-04D409B4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8B4BC66-8E38-46F5-AC1C-016B5C59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十六夜咲夜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584A229-4F90-48F8-83A5-2D6D8D07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十六夜 咲夜 / Izayoi Sakuya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6E1E6C9-9DB1-4DC8-B615-334DA701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FF99A00-EFDD-4B48-A60B-8A4E5C58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在红魔馆服侍蕾米莉亚的女仆长，拥有操纵时间的能力。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5F6784C-690E-4773-A936-24F92DBC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234D143-83C2-4D65-90B0-CCE8278E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红魔馆女仆长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A1DE404-AE79-49A9-995C-441FDBCA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255582B-8351-465D-9A30-35E7972E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DF695AF-E08C-4C05-BC6D-52EF0920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5347AE5-CD03-408D-BA2D-95842AC1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21BF2B5-10A3-49A1-BFE4-F64FE198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70EB0E8-76B4-48AE-959A-1943D732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操纵时间程度的能力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B7D438D-96AB-4694-8EE5-C0EA80AD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D1D30D0-680A-4691-A254-2922D184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16CCE97-4FAF-419F-A58A-699555CB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87F2E7F-F0BB-43EF-B497-4416086B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9A47D11B-8FCD-4DD5-A328-CB2846A8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842649E-4B55-4A9F-BBE3-38804F1D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4A5846A-42CC-4853-B426-43666688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蕾米莉亚／红魔馆成员／灵梦与魔理沙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FC3FF5C4-0FD4-4033-9915-78F1A703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E955D11-073E-436D-9DAE-87D49258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009</a:t>
            </a:r>
          </a:p>
        </p:txBody>
      </p:sp>
    </p:spTree>
    <p:extLst>
      <p:ext uri="{BB962C8B-B14F-4D97-AF65-F5344CB8AC3E}">
        <p14:creationId xmlns:p14="http://schemas.microsoft.com/office/powerpoint/2010/main" val="13655149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38D2E8-2A34-459F-BC4E-2718E1F117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26e381e1344e4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5FF51E4-9433-46DA-B02F-A79730CB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291F26B-A5D0-4987-A646-EF3015B3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AE8765B-1F1C-456C-91BD-E12D0289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0F502C4-0F3B-4A0B-A41E-D4B44D1E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蕾米莉亚·斯卡蕾特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9C61DD-8A8E-4D92-82C3-EE9B628F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レミリア・スカーレット / Remilia Scarlet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62A639A-071C-4702-BBB8-36E64F3E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E8645EA-CEA0-4426-B4D0-E94651AE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她是居住在红魔馆的吸血鬼，是红魔馆的主人。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02B1089-0335-4B6D-85CE-3D208E2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55587B6-82E8-4FCE-9891-78932A2D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吸血鬼 · 红魔馆主人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24CD6F2-6BAB-4D2F-A330-ED7FF539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1275702-44E2-4737-9C6F-DD2224DE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EF54C17-1F70-4BCF-B41F-FF80ACF6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7FC2B4A-6BAE-401F-B2F7-6BE47912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F494A94-2387-4D28-93D4-5449E101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4EAD42B-3580-478D-9B36-A626D346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操纵命运程度的能力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47D7A47-F501-4344-8BBA-8F47D6CB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A323876-C746-4613-A65A-9033C572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6776133-B848-43BF-AF4C-B932B840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CB6FE23-FE2E-4E0D-A4EE-2FFAB3B5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50124E4C-4808-4FF1-A848-7B4300B9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FB8C1D1-1B71-4286-9F8B-95CD0017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329D077-15AD-4CA8-A3E9-28DE5284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芙兰朵露／咲夜／帕秋莉／红魔馆共同体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66147737-75A8-4BE1-BD55-0260EDBC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29B7A33-56EB-45CE-ACE1-2B6DD69D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010</a:t>
            </a:r>
          </a:p>
        </p:txBody>
      </p:sp>
    </p:spTree>
    <p:extLst>
      <p:ext uri="{BB962C8B-B14F-4D97-AF65-F5344CB8AC3E}">
        <p14:creationId xmlns:p14="http://schemas.microsoft.com/office/powerpoint/2010/main" val="9118998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497C86-3E57-420D-8766-2E42CEF08C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bb189206d40c4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F39C0FF-DEC7-49C2-8411-799CF94A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98362BB-DCFC-4ED3-B3DA-4C00CBDB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4F0C4C0-E8F3-4355-AC99-8749CBEA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872693D-7D18-4474-B010-2945CE8C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芙兰朵露·斯卡蕾特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31D1122-6F5C-4272-AB36-2582C700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フランドール・スカーレット / Flandre Scarlet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92AFBE5-047F-4544-AC8E-3358E643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4756CBA-60B0-4088-89D6-DC724CAB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蕾米莉亚的妹妹，也是居住在红魔馆的吸血鬼。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3E04186-B636-4570-9B0C-F6362291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2A94AB2-22DF-49ED-A405-C520F859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吸血鬼 · 红魔馆的吸血鬼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261832C-4941-4D2E-A2A0-FD452B1A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54ECF7C-CC2D-44C0-996B-BAC770FD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AE2CB6D-B73A-44F3-8112-5EBB747D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EB21330-3DB3-45B2-BFF3-3C9F285F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511A94D-8DFE-4956-AFF3-23ADEF66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A0D4115-C548-4C56-B225-0856D617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将一切悉数破坏程度的能力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140A2FB-62BE-4041-B3BC-31DD7A5B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7D2F4C0-90D7-46CB-98D8-DDDB0676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8A52A4E-30C1-4105-9A77-E7A02C72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A033540-2CBD-4A62-8621-84915E82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248F26A6-FA75-4436-BC7F-91D49B61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AE0D2B4-571F-4484-B2D4-03F6A68D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04E4C82-4C9C-4BB1-9480-37E2AC91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蕾米莉亚／红魔馆成员／前来挑战者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96D336C8-EFC1-4177-A208-AD0CBDEF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4FB3879-374F-432A-9E29-08EB779D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011</a:t>
            </a:r>
          </a:p>
        </p:txBody>
      </p:sp>
    </p:spTree>
    <p:extLst>
      <p:ext uri="{BB962C8B-B14F-4D97-AF65-F5344CB8AC3E}">
        <p14:creationId xmlns:p14="http://schemas.microsoft.com/office/powerpoint/2010/main" val="18744330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per">
            <a:extLst xmlns:a="http://schemas.openxmlformats.org/drawingml/2006/main">
              <a:ext uri="{FF2B5EF4-FFF2-40B4-BE49-F238E27FC236}">
                <a16:creationId xmlns:a16="http://schemas.microsoft.com/office/drawing/2014/main" id="{9CC95578-9450-4BEE-B19C-DD256CC1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D7A65CB-D294-486C-8C9F-6F9B6EF4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A1E821E-46BE-4F67-B7A4-70E3C392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II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F7671E1-3E98-4561-94E0-9C9F2E49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47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75F058-86A1-4CBD-8BC7-E6E188D0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妖妖梦 · 白玉楼 · 八云家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3AD58DC4-A9AD-4D48-8EE7-D68F0F54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5C4A1DF-F159-4CA7-8BFB-2FBED8DF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12名角色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E9D1C73-3535-4131-9080-493156D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5B9C333E-EB14-4203-897B-21AD1A8A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3859132-E422-4FC1-A6F8-B4CC5033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012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D42052F-6356-4379-BDDF-7000F4DB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5DCDACE-74CB-44E6-8A49-102E937F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蕾蒂·霍瓦特洛克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6E1BB3C-F913-43E0-99F0-796E6962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レティ・ホワイトロック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B74B335-A855-4D23-8B82-DEA4DC51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86340C76-F341-426D-9E74-65C147DF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B5A09D7-0BEC-4A00-9AA3-060BD7AB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橙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B210B92-81DB-4E18-AFD1-1B446D84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橙（チェン）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56FDFB6E-A61F-4AEB-AD1A-32B9E4C3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CB1A2174-F1F6-4051-B35F-5E7DC7E8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20FAEA9-52B8-4630-ADAB-2E29A2E5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爱丽丝·玛格特洛依德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8C7C4E2-6275-41BE-917E-A12EF1E0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アリス・マーガトロイド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51D80BE0-8B38-4D90-A21B-801511ED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0015D58B-BED2-4834-B177-A504B3F7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AE22866-CC93-4C7C-831E-59B28F2F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莉莉霍瓦特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87045BB-8A89-4AF3-8033-BD88D053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リリーホワイト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8AF8C350-653A-44D1-B2DE-62158F29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D6959B0E-BB6D-4219-B223-8D054630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031A77E-B345-43F0-BEA0-31DE3046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露娜萨·普莉兹姆利巴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5D14C1C-DF4B-43C8-B5E6-DDC15EAA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ルナサ・プリズムリバー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D90D85C0-C0C8-4A0C-BAD9-FA4634AA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A031C06F-C093-4594-96D6-210F16FB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818709AF-5498-46BE-A0DD-18147B2D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梅露兰·普莉兹姆利巴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4BFF60D5-3D6B-4C70-A9C7-9F4815B5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メルラン・プリズムリバー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12A3589C-7BAA-4B87-8D98-53644253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BF84C6-6D28-4F52-B995-4AC5AFB723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45f2283df41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880904-8B75-4422-B32D-E4460C29BF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a27ce460040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B6E45B-8968-4CEC-92F6-34D63A57DE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6a4041a1740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FAE3EC-C87D-4020-991B-8F7A15A5A2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91fbb72064a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9E0467-AD52-4DF6-AAEB-9598BE5EAC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7a36070cd4f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343E0D-9E63-4116-9059-DB6966264C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a2eb2fecd4d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505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per">
            <a:extLst xmlns:a="http://schemas.openxmlformats.org/drawingml/2006/main">
              <a:ext uri="{FF2B5EF4-FFF2-40B4-BE49-F238E27FC236}">
                <a16:creationId xmlns:a16="http://schemas.microsoft.com/office/drawing/2014/main" id="{A0C4967A-9538-4966-8814-5AEB3FC1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A2BABBB-DE9A-4FE9-B886-F322273F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F431B81-C307-4D96-BA43-24E6C681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II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3276A6A-1EF8-4243-9DB4-0F5F2A7A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47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283EB84-B0AA-4F4F-95BC-1ACFAB7F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妖妖梦 · 白玉楼 · 八云家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C6D25A7B-FE67-4338-9341-A7817EAD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07149A8-DA7D-40A2-BF4D-867EBE67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12名角色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91EFE0A-15B3-49AA-A431-004968C0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1A78324A-9E39-42E0-9CA3-56FE900D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5E72166-0988-4B8B-95E7-CCE7EDEF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013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C68346E-304F-4B36-B3DD-0B40A352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00F34FD-65BE-4D92-8099-5CDF8CCB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莉莉卡·普莉兹姆利巴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E2B983F-0898-4B39-B26E-F804D947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リリカ・プリズムリバー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5CE5138-E69B-4487-91C9-35094369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504DADE9-C39F-447A-A153-79B6DE9E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9BD4235-8726-4CC9-B501-A0939522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魂魄妖梦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8F3408F-9E8D-49C2-9C9E-DAA25745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魂魄 妖夢（こんぱく ようむ）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8C30288A-80EA-4D1D-BC9B-B32A873E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19284957-CE72-46D0-9C1B-838783E3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F243A7E-E982-4E5B-AC2E-3A1560A9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西行寺幽幽子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22B04BE-6994-4493-A8F7-B3EFC382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西行寺 幽々子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08499995-E23E-479B-8AA1-1431C23C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08C1CFA-5BEE-4DE0-84F4-EAEC7104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7893DA7-5733-4277-B41A-9F799DF5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八云蓝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0CC39CE-BC34-400E-B78B-86654BE3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八雲 藍（やくも らん）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4A066ED4-2749-4C08-9C46-B5A98122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7118B9DF-9151-4993-8B5F-7DAAFA8D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1CBE67B-2A3B-4503-B779-C20D1C3A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八云紫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F45A2CC5-51C2-4E40-B055-0ADC11F8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八雲 紫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8CAF777D-1723-4AF4-9FAF-E0AC57E0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F8ECAF53-78AB-4DD2-B61D-1DA88593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C99B50B-A940-4811-9E65-D12669A5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伊吹萃香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050780D2-C3FE-4D57-ADA9-1D31AE9A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伊吹 萃香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A86A41B0-E070-443D-B0F1-6B9332FF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B2FC86-10EB-4C0B-9FDD-D89801701F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2ce6aafed4c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B45E44-9536-4C43-BC55-2031041D9E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5db06e5c144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DAF3A7-74A2-467F-85DC-57E1CA8B66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74109b0974b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401271-6C23-49A2-984E-BF49939869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ec5386e9240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5D1AFE-7B7B-401C-91AA-79106045BA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b5e69604e41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AF2112-CB4A-4258-872B-0C3E01652F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98bed14c641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31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DA836D-032B-451A-BAC1-B3E3698F59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2fef1cd054ff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A057CB8-BA5C-48AB-8C6D-BDD478B3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1FC92B6-88D2-4E8D-8B55-5E4B5F98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4C39509-3DAF-480C-B48C-8018A42D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6C299A0-CE1E-4ED9-9715-2491317A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蕾蒂·霍瓦特洛克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608B44-D740-44AB-89EA-83BE9E45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レティ・ホワイトロック / Letty Whiterock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2A0B69E-B0EE-4FC1-8F9E-E14DEBD6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48543FF-305D-4C04-8010-02F418E9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她是只能在冬天见到的妖怪，是雪女的一种。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8CA2E6B-301D-49CA-8F82-6EE0B8E1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FE5005E-E7F1-49D5-B705-D33A76BC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妖妖梦的一面Boss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BDFF8CF-E995-48E9-95B6-60FFE3FD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3A84AA0-A6ED-49EC-9D93-1C19D2FA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EFF7275-D8AC-4FFC-B313-903ABB8B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操纵寒冷程度的能力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44AAAAA-0B7E-46F0-A4E5-512F1FCE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19D239A-D9D2-4F12-A4AD-FB316EB5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45F63A6-62B9-4E22-B238-8E6D8D74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0A886FD-AF35-44F8-9F1F-9523B101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07E1286-87B3-4810-9B7A-AFDB5B2C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C97788A-936C-47A9-8F7D-2B3C85C8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76C1333-81FD-46EC-B630-5239C0C5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11AD5B0-73E9-4B8C-9F22-72CA6091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014</a:t>
            </a:r>
          </a:p>
        </p:txBody>
      </p:sp>
    </p:spTree>
    <p:extLst>
      <p:ext uri="{BB962C8B-B14F-4D97-AF65-F5344CB8AC3E}">
        <p14:creationId xmlns:p14="http://schemas.microsoft.com/office/powerpoint/2010/main" val="19637265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DE67E9-144F-4112-9440-90B008A2B8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4119a26b7413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F0EB87A-1030-48EA-8B04-B5E8E289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96856B5-DA7C-4A57-9E26-F493C0E8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C1D16A3-E011-43B7-8E10-30BF62EB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5136AA6-0AE4-46E6-A86F-04674DC4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77A49BA-799E-418C-90E6-52B73457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橙（チェン） / Chen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E76253E-0B5C-404F-8B5B-63065865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91ADAAE-8773-413B-8CC4-971974EF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她是凭依在栖息于山中的猫妖的式神，是八云蓝的式神，八云紫式神的式神，但并没有被冠以八云姓，也不和蓝及紫住在一起。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B5C689D-7083-4831-B7D4-36F547D1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02D7E6C-9F3B-4E39-BCA9-5388944E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妖兽 · 妖妖梦的二面Boss和EX面道中Boss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3D15C2F-B23A-4F1C-9E08-8F0F4FF5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6DC8659-9A2E-4554-A0D1-2AAEAC31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2571FF7-4EE2-4003-8DC1-C9F99AC7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吓唬人、使用妖术程度的能力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5A9AF83-4092-4169-A981-06577E8A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2583F2C-785D-4929-8165-89DAD3AC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38F91AF-6852-483E-AD9B-AF2861A8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6C49B49-F48A-42A3-B4AE-9940D4FC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B46A57A-7B3F-4B3E-9E22-9D8D5834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D8F974E-CD49-4AF9-B7B5-285E8078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6932254-6FD1-4AFF-8125-49E4EFBE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550D758-27F9-4A3B-9C96-456BBB9B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015</a:t>
            </a:r>
          </a:p>
        </p:txBody>
      </p:sp>
    </p:spTree>
    <p:extLst>
      <p:ext uri="{BB962C8B-B14F-4D97-AF65-F5344CB8AC3E}">
        <p14:creationId xmlns:p14="http://schemas.microsoft.com/office/powerpoint/2010/main" val="13690358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769305-9E72-4702-A7F9-CBB1558DB9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ec13cbcc249c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19DF5EC-F437-4676-BCFD-CE092FD5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1B4F6AB-1492-4C07-AD9B-1E937694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527121A-B5D0-4C17-A9B6-68319BDC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AF4A0DD-DF4C-4A09-ACBA-BB55E53C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爱丽丝·玛格特洛依德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DADC747-5528-4DDF-97E8-AB91F56E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アリス・マーガトロイド / Alice Margatroid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34DFA56-A578-4E99-9082-E0FF8AD8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DC0BF21-A8AB-4E95-B467-16C893A8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操纵人偶的魔法使，居住在魔法森林。她在战斗中使用许多人偶来布置弹幕。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15452D2-71C9-46DB-AF4C-B92A6FA7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7654B82-1076-4D0D-A981-05C3B78B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EDC5BC9-F148-41F5-80DA-C90E6B84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2D3205D-A35F-4ADE-B122-BB91EE03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F95B287-687B-4258-88FF-D5F34532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魔法森林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0DFDA07-83E8-4AE2-93BD-051091FD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E2654FC-CFC2-4D31-9F2C-4B1CB9E9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185B61C-0578-4206-ADED-CF77511C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操纵人偶程度的能力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F3C897B-141D-48AA-BB13-476AB903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6F71053-E39E-4B3C-AF46-8964D6E3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46634EC-F3DE-4555-8ABF-74A4D60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东方怪绮谈（系列）；东方妖妖梦（Windows）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E49020B-4C6B-4FD9-A609-E40D0CAA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FA012D2-30A3-4D78-BF84-AA064521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2E63BC7-7F5F-486D-9A2E-4381DE15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东方怪绮谈 · 东方妖妖梦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31CA6B6-BC10-4BEA-8051-66E05AE6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03F0977-750C-4F7A-82F2-E372D12D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016</a:t>
            </a:r>
          </a:p>
        </p:txBody>
      </p:sp>
    </p:spTree>
    <p:extLst>
      <p:ext uri="{BB962C8B-B14F-4D97-AF65-F5344CB8AC3E}">
        <p14:creationId xmlns:p14="http://schemas.microsoft.com/office/powerpoint/2010/main" val="20700630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A3CC9C-563D-4FB1-BF50-C88431A6B3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8834d8e544856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5345B1B-AD67-4114-87DD-EF2DA411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0C192ED-D275-4390-8EE9-5BCC93EB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6F48CAE-4D23-4E61-905F-2CA2C0E1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FE1B0DF-6436-41E5-A2B6-1D6243BC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莉莉霍瓦特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25BEFAC-432E-4461-90DF-4F18F561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リリーホワイト / Lilywhite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8B403C7-68E9-4C72-A3DA-D430580E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AEEF0A-D4DD-4D69-8E8E-373D8EE2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传递春天到来消息的妖精，经过之处会带来暖意。她并不好战，春天以外很少被人们看见。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520D451-0DB9-4616-88D1-0C604205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5245B93-C1D6-476D-B3DD-FA913435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妖妖梦的四面道中Boss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4EB9FB4-9D0B-444C-9376-C0E07EAB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40EE226-9ED2-4509-A341-0EDB9063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B1DAE90-A559-4012-BF5B-F1AD569A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告知春天到来程度的能力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78A729C-6EE9-45E5-922C-E65DF947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A3EF521-D5C9-41DA-96F7-A3963587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BAB395B-7457-417F-B72D-AB1E7818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EF7EFB9-0DCE-414D-827C-1339E6C5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56E1CCD-7D68-4DD0-87AF-29848F2B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8A68DF8-4BED-4CF7-890F-D22B3CAE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68C050C-FC0E-46CB-918C-A730C5EE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30BC857-E94F-44BF-A274-6809D80F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017</a:t>
            </a:r>
          </a:p>
        </p:txBody>
      </p:sp>
    </p:spTree>
    <p:extLst>
      <p:ext uri="{BB962C8B-B14F-4D97-AF65-F5344CB8AC3E}">
        <p14:creationId xmlns:p14="http://schemas.microsoft.com/office/powerpoint/2010/main" val="1470913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47A5EB-1966-4B46-A5B5-60F6BCB14A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5f3001809410f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46A0FA1-07D3-4C30-A3FA-3B328A2B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50A298A-66E9-4E1C-8381-101B06E0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5929046-E47A-40E0-9EC8-4139E680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7DE293E-AE7D-4254-A2D3-9838308D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露娜萨·普莉兹姆利巴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BA1BAFE-44B0-4D22-824F-BDB1F554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ルナサ・プリズムリバー / Lunasa Prismriver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31DD90D-AED2-471B-94C3-73E86AA4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8C3809D-8F56-4B34-87BB-DEE35099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她是蕾拉·普莉兹姆利巴创造的骚灵，是吵闹、喜欢举办音乐会的灵体。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1D0092A-B2C8-475C-A29F-7FD863B6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B6292C5-8565-41D1-A76F-D52B1034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骚灵 · 妖妖梦的四面Boss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67E765E-B778-49F2-8560-003BA23F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D11EC3C-9D63-4E47-8D5C-D2394388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279C7D5-7911-4B11-9282-9763C275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不用双手操控就能演奏乐器程度的能力 演奏忧郁之音程度的能力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69D5463-9901-4708-826A-33BA6F8D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7609063-827C-4A2C-9E94-2398D3DD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33AE082-633E-4928-B79B-4E09C60A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F57023E-C771-4735-AF29-E43BE59A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1449283-0397-4FC4-A789-5BAD7652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2DB7A33-1A38-4DF2-8597-5218E792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2F184C0-D8E1-4424-93EA-17C77572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3CC7BE1-088D-4E6E-9F9D-44D3087E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018</a:t>
            </a:r>
          </a:p>
        </p:txBody>
      </p:sp>
    </p:spTree>
    <p:extLst>
      <p:ext uri="{BB962C8B-B14F-4D97-AF65-F5344CB8AC3E}">
        <p14:creationId xmlns:p14="http://schemas.microsoft.com/office/powerpoint/2010/main" val="331901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EC7B66-3B01-45B3-BEEE-EA9FB7647D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afe02faf142ce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1A4F49F-E38C-4F7F-BCB4-7309781F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0ACC3FA-920B-4DC1-9857-71DDACD3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872CE3E-7F2F-4273-B67E-9B9448E3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6963196-5DCE-464F-9497-732155B8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梅露兰·普莉兹姆利巴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7157460-BF24-4FB3-A3B5-453DA387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メルラン・プリズムリバー / Merlin Prismriver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D3EA243-C74A-4B4F-AAC6-F1A16239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4676696-8672-40B2-923F-E8A05DE4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她是蕾拉·普莉兹姆利巴创造的骚灵，是吵闹、喜欢举办音乐会的灵体。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AF2577F-FB50-480D-87D4-E44EC3E5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0CB9726-9C1F-47F6-8387-B8652C2B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骚灵 · 妖妖梦的四面Boss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3CA9F85-C1D6-490B-8873-DAA6E28C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2ECF0DB-B9AC-4C28-8C5A-27861642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3418814-76C7-4119-AD2A-610F56E2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不用双手操控就能演奏乐器程度的能力 演奏躁动之音程度的能力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ED0CD9B-16E8-4267-9E46-E8C6B8D3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1E3FE79-D23D-4F3A-8C4A-F354BB99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7221760-A38B-4DC5-900A-D24848DE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AC57757-38BE-428C-917E-FD815557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7E26D09-959A-4A06-9752-F0311614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4994078-577E-4925-BFE6-7B9EEA8E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306EADF-E6AA-4D96-A341-EA94C619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787757C-2A79-4440-8E49-B1084995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019</a:t>
            </a:r>
          </a:p>
        </p:txBody>
      </p:sp>
    </p:spTree>
    <p:extLst>
      <p:ext uri="{BB962C8B-B14F-4D97-AF65-F5344CB8AC3E}">
        <p14:creationId xmlns:p14="http://schemas.microsoft.com/office/powerpoint/2010/main" val="21188666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EB48AE-DC97-4BEA-BD80-ACF740C578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59d9422ca43a4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2A4E3FB-735F-4846-ACFC-A77EEE8C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7A4D417-B472-4EE0-B1EB-905AC8D4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6FDB82D-0C13-48E3-9FC2-44B3BEBD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6FB095-1E84-4549-9223-6B61BC28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莉莉卡·普莉兹姆利巴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46384FE-777A-4B33-A0FA-58EE99DA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リリカ・プリズムリバー / Lyrica Prismriver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F350C0F-E5DD-4C82-8CB7-9A002850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25D1817-BE03-4DAB-A822-5D5BC7C6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普莉兹姆利巴三姐妹之一，由蕾拉·普莉兹姆利巴创造的骚灵，喜欢举办音乐会。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ED421AE-FC7D-4C22-8F0D-913BFBDC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8695DA3-7950-452F-AAF3-2CB496F2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骚灵 · 妖妖梦的四面Boss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5F71B79-3D9A-4EDB-AAAC-30BBF51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CE86F36-9358-4245-9B82-A63D77BA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F0DF7E3-8EF2-4BCE-A6F2-4AEB57DE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不用双手即可演奏乐器程度的能力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63960DD-A59A-49AE-B883-05295D14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6F38B33-9616-414C-A784-2BA8B060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C92A1EF-74B9-4DD8-9AE1-46C56533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0C9490D-03A0-4C36-B855-EE3A4675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E7EC33D-08D4-4F45-BA8C-82A2E49C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FF8E907-58BA-44A9-B3ED-FE00D38F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F1F932B-1ABC-4DB4-B3AE-E9B50A04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0DA8ABA-10D2-4AA1-8576-F81C3CE5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020</a:t>
            </a:r>
          </a:p>
        </p:txBody>
      </p:sp>
    </p:spTree>
    <p:extLst>
      <p:ext uri="{BB962C8B-B14F-4D97-AF65-F5344CB8AC3E}">
        <p14:creationId xmlns:p14="http://schemas.microsoft.com/office/powerpoint/2010/main" val="21255649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BF673E-9CB3-48FA-8D5C-0445837673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a454dcaae4d9d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7B95B97-AE9F-474D-AE85-46DA1B4A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E6F5275-DB49-4181-80A1-9F09AD21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5685368-C7CE-4C21-B561-64AFC12C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C922A48-738F-4C03-BA09-43B40E52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魂魄妖梦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72CC835-AC9D-4E1C-87D0-C4620846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魂魄 妖夢（こんぱく ようむ） / Konpaku Youmu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8CA675A-D6A7-46E1-9BE2-CBFE9567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3B3A32B-A2D7-4A96-8A0A-0CBFD5D4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她是人类和幽灵的混血，而且还是半人半灵，担任白玉楼的园艺师，并兼任冥界大小姐西行寺幽幽子的护卫和剑术指导。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9B63FAD-695A-4467-B626-C03316D6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6860CC9-9EB0-47BF-B84D-07497EC4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人类与幽灵的混血／半人半灵 · 白玉楼庭师与护卫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FEA6141-E6AE-4697-AD9D-EEC5D718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9DC0830-18EF-43E7-9552-E4BD8537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268FA9A-F4D7-447F-A1FB-290E7A0E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白玉楼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B690D3A-7F1E-4790-9AA0-F9FB4A02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2E8A3DC-3006-4C6E-BEC5-A9A54A5A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0E84EC5-41E0-400B-A5C8-1B1BBE25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使用剑术程度的能力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7F58AA8-B06A-4063-8298-9CD97657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80C23A3-7735-4188-B3A6-A30EE5B5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4ED5796-5BAC-4FC2-A212-159DAD08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B887196-6F24-4C7B-BB79-4A3F0BED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CBE7CC24-DD61-4C07-AED9-66F1D49A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D25C286-C9DD-46C8-BF2B-388A19C6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FE00AA8-6B6A-40EA-BE8D-020EA3C5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西行寺幽幽子／八云家／冥界来客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C256A66D-9790-480B-A1A2-CB461386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8F391CB-5755-4958-BD2E-E5BE2D97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021</a:t>
            </a:r>
          </a:p>
        </p:txBody>
      </p:sp>
    </p:spTree>
    <p:extLst>
      <p:ext uri="{BB962C8B-B14F-4D97-AF65-F5344CB8AC3E}">
        <p14:creationId xmlns:p14="http://schemas.microsoft.com/office/powerpoint/2010/main" val="6468117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4DE3AC-7D4D-4FF6-870B-6BD8C6C824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df6a8c8964f4c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7AA7009-D104-42C4-BB51-022042F5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785DA40-6405-4D0D-8550-E6A551F8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C0E9139-EB37-4B1E-BB69-B0036FDA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149DE2-A761-4F35-8D62-36329447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西行寺幽幽子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8041841-2AFF-4E7F-A1EF-8BA9987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西行寺 幽々子 / Saigyouji Yuyuko，Yuyuko Saigyouzi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337DC3A-68B0-4468-AEC0-27708C5F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5051C13-E08E-4BD5-BE26-8DDEB5FB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她是亡灵公主，西行寺家的大小姐，负责管理冥界的幽灵。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C22BD35-8A61-4031-A19A-EFBE15C5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CEC55B1-6F69-42BA-AD2B-4BF68F0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亡灵 · 白玉楼主人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6290C68-751E-4C05-814B-044A3DFF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E69D39B-C626-42A9-81EA-D2B18C61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A51AAB7-FAFE-4BA2-99F0-9B6CFDC2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白玉楼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259B043-3E2B-4382-AAE9-8A443C93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ACE5863-861E-409A-AFCF-C51FED56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C83E44A-85D4-4918-92F3-74D336BD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操纵死亡程度的能力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056B2D0-FED9-429F-9B68-83D7DDE6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4EDC8D4-13D3-4FC3-B570-9A958322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C6430E9-FEB9-44F6-B31E-249074E6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99C6FBC-5988-4001-B79D-9D6DB7BC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F07E60B2-1126-4A04-961A-21BBD9D3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3C1D94C-CAC0-4C07-861F-D5B86C07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60F6236-CADC-495A-9DE0-998AFAE1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魂魄妖梦／八云紫／西行妖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C7D9B3E7-A780-4D7A-A551-8BA021DC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0935087-8AE4-4F78-9BD9-A3996598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022</a:t>
            </a:r>
          </a:p>
        </p:txBody>
      </p:sp>
    </p:spTree>
    <p:extLst>
      <p:ext uri="{BB962C8B-B14F-4D97-AF65-F5344CB8AC3E}">
        <p14:creationId xmlns:p14="http://schemas.microsoft.com/office/powerpoint/2010/main" val="154364595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0C6B0-68CE-4098-937E-1774E20DE2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d52e5d9c94aa1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45CDF8E-83D5-488D-9444-7920B0A7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336D493-EEF3-4854-92E3-41F72670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C976432-33A3-4A45-A5B7-400F2C5A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1832D29-D55C-4785-99DD-25878E48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八云蓝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05A99C3-CB53-4E1B-BF59-BD562297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八雲 藍（やくも らん） / Yakumo Ran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0BF4473-84F8-4BA4-8E0B-223FEE50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23E1749-4C12-4EB4-8F96-362B43C2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蓝是凭依在九尾妖狐上的八云紫的式神，而这只妖狐却是另一只妖怪（但是也被称为“八云蓝”）。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351322E-BB29-415F-8ED0-878DD42B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504586E-976F-46F2-9605-E0C25FBC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妖兽 · 妖妖梦的EX面boss和PH面道中boss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F4E8522-CAB7-4746-8170-A999B52A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F2B452B-6A4B-47D8-92AD-C381851C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A578A28-B2A9-432A-8674-C091A0F7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使役式神程度的能力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56C8717-B0FB-4B74-A672-DB61BC9D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74BFE3F-940F-4E01-939B-24999B49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40EB65B-68BC-4B15-9125-BB34F4AE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9BA3C49-3702-4711-A9F7-9896FEE2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3A32939-922B-47D1-AFBB-E30EDDCA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551ABF2-606B-408C-846A-F7F4E97F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3A8CF66-EBEE-4034-8C8D-46AACECF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8F00B53-AD54-4DE4-9830-B825B6D3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023</a:t>
            </a:r>
          </a:p>
        </p:txBody>
      </p:sp>
    </p:spTree>
    <p:extLst>
      <p:ext uri="{BB962C8B-B14F-4D97-AF65-F5344CB8AC3E}">
        <p14:creationId xmlns:p14="http://schemas.microsoft.com/office/powerpoint/2010/main" val="6624664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52DFC3-625E-4ADB-92AF-E8900752CE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ce6d0c1444d24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810F7E7-C6C8-41E7-9FC9-C11AE4F1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7F4AB51-C0A7-4020-8C41-99F825F8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49A1065-DA99-4D5B-B50F-723F879E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B51AE91-99BC-4607-8F16-55B526BD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八云紫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6A4631A-02D6-4DB3-BA50-B423AC69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八雲 紫 / Yakumo Yukari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874BC75-B3FC-4CAD-86FF-FE0AABB6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ACEF64E-596B-4220-8DF2-9DB4ED96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她是幻想乡最古老的妖怪，也是曾参与创立幻想乡的妖怪贤者之一，一直以来暗中维护着幻想乡的安全与稳定。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2004EC6-A184-4242-BEC1-197E29DA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9DAE549-FF33-4EB0-B500-1944C086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幻想乡贤者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80F5A6F-D06D-4115-B2D0-602C023A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CE6336-CE8B-43BD-BAE4-E1DE295B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7CD87F1-3A62-49AB-96AF-D52B8B8C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操纵境界程度的能力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A5D463B-17A8-4CB5-AD7F-26A484D2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F2430EB-D8D9-47EB-817D-68592ED8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7AB11EA-57A2-42C3-8C77-81A82D26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FC9332F-9EA9-4878-A042-92B4FEE1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4026746D-4F96-4438-BFBB-2088F1E7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9DD4FD9-997B-41EE-B733-53C74B96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6D15E9C-65C9-4544-B5D2-26ECC1C8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八云蓝／博丽灵梦／幻想乡的贤者们</a:t>
            </a:r>
          </a:p>
        </p:txBody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D1951C6B-CB4E-4F5A-A76D-21150ED2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0777521-A25C-4434-A260-00535E96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024</a:t>
            </a:r>
          </a:p>
        </p:txBody>
      </p:sp>
    </p:spTree>
    <p:extLst>
      <p:ext uri="{BB962C8B-B14F-4D97-AF65-F5344CB8AC3E}">
        <p14:creationId xmlns:p14="http://schemas.microsoft.com/office/powerpoint/2010/main" val="9460213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851EC8-689D-4B56-B300-4BEA1FA637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6cb6e73dd45f3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E4B28FA-4735-4A13-9FDF-3A48615F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AB1E76B-F5B8-4473-8AD2-8967C681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AE03043-1D3B-4C0B-A3AC-76A30E64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A8CCF2-D152-4516-A418-E36FBF52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伊吹萃香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2A5BBD1-027A-441D-AD95-67D6500D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伊吹 萃香 / Ibuki Suika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B57F5FA-ABFE-44C8-8B2C-4045744C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9DBE955-459B-4669-9210-A70F60BA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她是在鬼族于幻想乡消失很长一段时间后，再次出现的鬼。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5EDE06F-8433-4F70-952E-8E50395D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A40DD7A-134F-4D18-B257-E56C47BB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A9D08BC-A640-4135-80F7-6C8007EE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541CBAD-4640-489F-8E94-341D91BF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42202BB-21FD-472C-BDD2-2BD663B4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操纵密与疏程度的能力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269E20D-DD0E-45E1-BF2E-4CF64BF4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8804F43-4B2B-4985-9885-9F353EA0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F3DE04C-0525-4BF9-B4E6-8FF63064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东方萃梦想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48756B1-C33D-4C68-86F7-7CCFC57D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219DBC7-FAB2-4B93-8A7B-10AC04B9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1D96512-9705-4999-ADC1-574DBCD9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东方萃梦想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C99BD50-4D12-49D1-8727-41FCBBA3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79E4763-E996-4EA3-B410-E7C4948F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025</a:t>
            </a:r>
          </a:p>
        </p:txBody>
      </p:sp>
    </p:spTree>
    <p:extLst>
      <p:ext uri="{BB962C8B-B14F-4D97-AF65-F5344CB8AC3E}">
        <p14:creationId xmlns:p14="http://schemas.microsoft.com/office/powerpoint/2010/main" val="15271178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E8DAB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9AD56E99-E012-42E4-8849-0AB557E5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DD79B0F-41A7-44F2-9EE4-8C290356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9D2BEF2-0259-41AC-975B-C4650899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pPr>
            <a:r>
              <a:t>III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E175013-2A1B-4552-ABB2-84515077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2303D50-3930-436D-8810-767A6802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永夜抄 · 花映塚 · 迷途竹林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4DCA8404-F457-4EA0-BAE4-603F8564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F97BAB-A28E-4A69-B8D4-F3698A14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13名角色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5C5D787-4E73-4473-8FAC-39872472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B9CF896B-D1DC-4558-82CE-1AC995A1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4761AA8-0723-49C8-8B91-DF9AFC6C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026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59D942B-B6E6-425B-8B64-50643AB9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7BB8FBE-1B58-40F2-99C5-3E1C8A84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莉格露·奈特巴格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0388B1B-9B9E-4559-8D6B-4C9579D3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リグル・ナイトバグ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FC07472-10DE-418D-843B-63E3D441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292B2385-417F-46BA-8C81-8D0ED3F1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D891B74-3DF9-47CE-8C55-EB7B3175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米斯蒂娅·萝蕾拉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57AD138-EE16-4F68-BD18-5E560D15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ミスティア・ローレライ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6B18471C-6158-42ED-9222-8A1AD191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05D59442-3BFC-4424-B6CF-F1F73496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D608FB0-421A-423F-978A-AB4AEB04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上白泽慧音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7ED7665-475F-4A08-B083-C84814D9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上白沢 慧音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2534BA02-47F1-4316-B6AE-CAD2DBFF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EE95DC23-CE2B-4B1F-86CB-6C3E2A30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A5720AA-5240-4935-9A4D-0673AB43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因幡天为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7800E23-00B2-49AC-99EB-D94ACCF8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因幡 てゐ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43F17331-5F2A-4448-8A96-5DD77A66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66F44882-B957-4DAB-8D9A-CCF41509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F907047-2333-4946-88E2-4F17972A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铃仙·优昙华院·因幡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A7E405C-968B-426A-889B-DC5DF4F0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鈴仙・優曇華院・イナバ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A760A6E4-C023-4668-93CE-BC8B91C6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C230BA2F-C370-4768-B379-AAED9EB5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2E8898B5-433C-43C0-9EDD-09A060CC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八意永琳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4EB7FAEF-17D6-48F8-8F9F-57180515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八意 永琳（やごころ えいりん）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2375F234-DDC6-4A07-B0B5-C0A8EAFC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2E931F6E-DFFF-412C-906B-5F046C3F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E49254BA-6362-4D4A-8AB2-BAB9C26C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蓬莱山辉夜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AD03CB8B-8B03-4EF4-9E35-FCECDCEC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蓬莱山 輝夜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4668F57B-554E-4D92-BC89-0B38CD61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AF09F7-A453-444E-ADF4-A374817040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74cc439f740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7C081B-EE7B-43B0-8568-E97B6B5888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30eda824b40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1857AD-1B18-4B72-8F90-D258E04C09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4c02a7a674100"/>
          <a:srcRect xmlns:a="http://schemas.openxmlformats.org/drawingml/2006/main" l="0" t="9986" r="0" b="9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2F83EB-CF3E-478F-940F-671C6FFD2F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30a352fcb42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FF41E9-CE2F-4397-935A-FDE80B4A12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3fc3aab7349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39BF48-2309-4762-93CB-E61419834A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8923031cc42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76074A-E014-4487-B2B5-D6A212153B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7824bfb6342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1163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E8DAB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per">
            <a:extLst xmlns:a="http://schemas.openxmlformats.org/drawingml/2006/main">
              <a:ext uri="{FF2B5EF4-FFF2-40B4-BE49-F238E27FC236}">
                <a16:creationId xmlns:a16="http://schemas.microsoft.com/office/drawing/2014/main" id="{62834852-F9CD-483D-A053-2A3AE470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CB7B9FD-8B86-4E6C-95A5-5301D542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70EB12E-D6C6-4F3A-8CC5-AA09CEA9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pPr>
            <a:r>
              <a:t>III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7DA270D-4412-40ED-A536-247998EE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704222C-7829-46B6-925C-F15A9E07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永夜抄 · 花映塚 · 迷途竹林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DAFF1236-00F3-4E70-B77A-9E9CED38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1D9254B-D545-4D4C-996B-5F56D2C5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13名角色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686DC2C-833C-48C9-B01C-297508A0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132A16A3-096C-4553-8E3E-5FE75559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DE821D1-BE17-461B-98B7-2C0768D9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027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FD830A3-4B56-485C-AD47-46936EAF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4AC2741-A00B-4F3A-B579-82DCA9C0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藤原妹红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441EDAF-7BC0-405B-A219-19B2F923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藤原 妹紅（ふじわら の もこう）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8A34E3C-4B55-4D85-8560-54196A3C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2DBDAC1E-8479-4B8D-A887-168EEBAC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3BC73EC-0D95-4C16-9312-E9BDA6D3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梅蒂欣·梅兰可莉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26F3D17-F084-4DE1-AD27-BDA862E2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メディスン・メランコリー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D4EB482F-907E-4D87-B8FD-35260D63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B47B22F1-F053-4091-94B0-4325042F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D99BE8A-A227-4F85-9859-EB42BBAF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风见幽香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2FC370C-8445-45E5-ADA0-16C7B064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風見 幽香（かざみ ゆうか）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95CC085C-5E7D-41C8-8909-C914E4F7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C6BDCBB-3E15-4CFF-944C-942F2450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DE0B55F-E707-4BCF-AED4-C23E95EA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射命丸文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8EBD718-1219-4ADB-9C32-93411BD6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射命丸 文（しゃめいまる あや）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53BC7785-F62F-4A08-867E-8E1FAD32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2A8BF7E0-2016-4DFF-A495-A6B8706E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9F46CFC-5596-4188-9C91-CC75372D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小野塚小町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1C622E7-7E80-4DCA-AFD2-67160672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小野塚 小町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4CF23FC8-EBE1-4795-8F77-09C2C503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BBB597D0-FDEF-45EF-ACAF-0D8D5A9F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E6D6948-A94C-45E7-8155-D41C48D2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四季映姬·夜摩仙那度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BF69A5B6-E73E-42DE-9CD1-553D9D12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606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四季映姫・ヤマザナドゥ（しきえいき・やまざなどぅ）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5E7F20F0-66AE-4635-9DC0-D7997A00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B814E5-8862-454C-BAAF-1A70A583F7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653f1d59647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28672C-B2C9-4D39-B105-E07A1723A9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6371079d640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98AABC-9C21-41AE-90C0-2A9C3EDB7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82ed31efb43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6C6B3A-B688-41B9-A115-8989F432C8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4ca01725742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4C1F8C-8947-4BFB-95B5-6DD9173C2C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52ac8159343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156423-FD59-47CE-A16C-E9ECAC70E8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278650edc4f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3711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53E823-AF44-4018-8D05-02976A6D94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f54a405e24e32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E2FE33D-C051-4886-BDBC-2E76CF37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BA7A91F-EC55-48C1-AC4C-F56A48B2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A025630-CE28-4CD5-A148-B71F07A7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E0CA07D-A264-4158-82BC-0C5B55A9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莉格露·奈特巴格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03377CD-E2BD-45AD-969F-26134D0E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リグル・ナイトバグ / Wriggle Nightbug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EB1F7A4-80C9-4218-B772-51F69709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6812B78-506A-448B-9018-E011D3DF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她是萤火虫妖怪，身边总会围绕着很多虫子。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A55CB36-2843-4D28-8488-9A9D97CE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D091B47-4692-46FD-82F7-AC66BFF7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妖虫／妖怪 · 永夜抄的一面Boss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66073BB-E3F2-4F75-A884-AB1C8E95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3CA7C3F-6DC7-4B88-A01E-2E6BC715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A9495E4-68C1-4928-ADB4-9497F168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操纵虫子程度的能力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8B6B837-6ECF-4601-8C86-6FC2B7D8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0C653EC-41BB-4B7C-8729-287DD7EC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0EDCD9D-8038-4DBA-A9C5-743C5FB7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B775E2F-38AB-43FC-AF5D-D27DA788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1F7EF1E-2B32-49D8-A991-686F495D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BF1C166-46E4-4CC2-A477-D21A9CEC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5CD8936-08E5-47C4-8116-E1B6F5A5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55908B7-F961-420B-8C7B-A6112212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028</a:t>
            </a:r>
          </a:p>
        </p:txBody>
      </p:sp>
    </p:spTree>
    <p:extLst>
      <p:ext uri="{BB962C8B-B14F-4D97-AF65-F5344CB8AC3E}">
        <p14:creationId xmlns:p14="http://schemas.microsoft.com/office/powerpoint/2010/main" val="213707390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3ED2DB-72E8-4CB3-80BB-A5023F5DC4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00354c9f84ade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CF1D8BC-BD91-4160-9EF2-AF0A2DCB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44D2776-0314-4E9F-B617-F534BA30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DD20125-D400-45D1-8EC6-47C58862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3719939-DB75-48DD-B020-48236211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米斯蒂娅·萝蕾拉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F317790-72EC-4AEB-9339-CEEC8B91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ミスティア・ローレライ / Mystia Lorelei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D76DFAA-5442-4207-9B98-7A440E6B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5F6A4F-C76B-4E3E-A8BA-080F6661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被称为夜雀的鸟妖怪，能用歌声迷惑人类。她喜欢热闹，也很爱在别人面前表现自己。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477A6F5-B701-4C30-8914-B5551CF5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2A8DAD4-8B40-4178-92BD-5B8CFBE6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夜雀／妖怪 · 永夜抄的二面Boss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17B379D-5401-4999-A7C1-A3012FF5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BA321E6-941C-4848-9EEE-EE6BBB91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48CF615-C5CE-4D6A-893F-8D39F22E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用歌声诱人发狂程度的能力 用歌声迷惑人程度的能力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BB8C625-C5A6-480A-A3D1-5D15627A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A105550-91EE-4171-9853-3C969A09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9EBCECF-3105-4AB8-AAB8-5BBB74DD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FECDED7-9075-4A8B-8423-2778DA32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47F5F56-191F-449C-91F1-CF0E136E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6586BE5-3313-466A-BE81-D6E40299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C3618A1-997C-459F-A488-601A7FA6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F733D34-072F-4827-B533-DFC7CC8A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029</a:t>
            </a:r>
          </a:p>
        </p:txBody>
      </p:sp>
    </p:spTree>
    <p:extLst>
      <p:ext uri="{BB962C8B-B14F-4D97-AF65-F5344CB8AC3E}">
        <p14:creationId xmlns:p14="http://schemas.microsoft.com/office/powerpoint/2010/main" val="87265761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E2B9B8-F2E9-43CC-92D5-B3FE1E12C8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27c0a231641c5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52B278F-5CFF-416C-8A66-030A167E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229B10E-E4F7-455B-A2CA-923566F4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E691B11-19BA-4AD2-82D1-04AACA35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781E716-8338-41DA-9AB6-E4E94233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上白泽慧音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0CA045C-BD31-481B-B1E4-9D54D5BC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上白沢 慧音 / Kamishirasawa Keine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A037C5A-D4C0-43BC-90B2-58C9E40B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AAED4D4-94A5-4DC2-8441-698C9BFA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在人类村落开设寺子屋的半白泽。平时为人形，满月时变为白泽，两种形态的历史能力有所不同。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58F3F91-2F5F-4425-A755-01FCDC4C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642B135-F620-449D-9525-AFB1288E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半白泽 · 寺子屋教师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1AE4C78-DA3D-4201-82D0-C2C87CFC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D57B441-7841-4A54-AC11-6B105669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EB73E47-F918-4BCB-81AA-98E27A5E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人类村落／寺子屋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D52020B-F21B-46F9-88C6-4292020F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44EEAE8-32EF-4F80-ACF9-B7041054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AC95BA4-71BC-43D7-AE84-208E7B34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人形时吞噬／隐匿历史；白泽形态时创造历史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84B84A7-4DA5-4385-A84A-B9D8E1F6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C60DE5F-ED25-4FCE-AAA5-C8EC0832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FE82F13-1337-4C92-970D-E56558F0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23E949A-EE82-439C-962F-F4D1EF30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AB625EB4-A94D-427A-939A-6D28E0E3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7606C64-B6E1-41FB-8E98-CD5008B0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30DA08D-C59B-4036-A1ED-9E00E029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藤原妹红／人类村落的居民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AB70991D-B198-4E3D-83EE-8FB679F4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2D9A71B-3ABC-4AE5-8F4F-4B5D1F48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030</a:t>
            </a:r>
          </a:p>
        </p:txBody>
      </p:sp>
    </p:spTree>
    <p:extLst>
      <p:ext uri="{BB962C8B-B14F-4D97-AF65-F5344CB8AC3E}">
        <p14:creationId xmlns:p14="http://schemas.microsoft.com/office/powerpoint/2010/main" val="559938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9D8A3D-DDF2-431C-93B2-A69D4E70BA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a2b0cd3c34bb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4CBDA5E-4F96-4E14-B773-0DFEBF13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E11C2EF-3FB7-42BA-A170-9E50BB63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944A726-FFFC-49F5-B32C-377F39E8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2832322-5223-404D-8407-B8996062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因幡天为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C9ACF9-8BF9-4C63-AFE6-F31A2EB0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因幡 てゐ / Inaba Tewi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B269EA4-ED71-499B-827F-8ECE5E79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C7159FB-A73B-4F10-BCDF-F2BF058D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居住在永远亭的妖怪兔，也是兔群的首领。她能使遇见自己的人类得到幸运。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88239C8-6B6D-4C4D-8B3E-C3E7334E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40F026A-012F-4F50-AE65-E2A04426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妖怪兔 · 妖怪兔首领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9E5CE6D-D409-4EAE-856B-56901803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247796D-30AA-4C12-9929-95EAF48F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358D43F-4A0B-44FF-ABFE-3A057D3C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永远亭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96F0D2E-8AE2-4C41-85AB-E1D920B7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97CF6DC-B2A7-4BBE-A382-09EEAD67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BBDF628-AA27-4BD6-BC04-757030E0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使人类变得幸运程度的能力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F1B9D84-DB1C-4C0C-89AA-E85FD76F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968AC5C-97E0-47D7-A8BE-7E6C0868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F35C8BD-F0FA-4827-BE80-59D2FA07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F79EF02-36E6-49DD-B143-282A6239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1DC47C3-1B1F-44FC-AD90-F22E3FC0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E000D74-D4BE-465E-8898-1CC0337C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 · 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F117925-CA80-4EF7-87E2-713ABB67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79705CD-9DB8-435D-B24A-6C878CC1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031</a:t>
            </a:r>
          </a:p>
        </p:txBody>
      </p:sp>
    </p:spTree>
    <p:extLst>
      <p:ext uri="{BB962C8B-B14F-4D97-AF65-F5344CB8AC3E}">
        <p14:creationId xmlns:p14="http://schemas.microsoft.com/office/powerpoint/2010/main" val="8654766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32090-D3FC-4413-82AB-8594DC28F2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46e01848448b0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7DB099B-F667-4C64-A26A-8DD76754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074ECE4-F035-49B3-BA4C-4A2787A9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2AA1FED-698E-4304-929A-27453087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F7B4C91-C993-4745-8CDE-B5099877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铃仙·优昙华院·因幡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8AA184C-DB9A-4934-9F59-1B338BCD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鈴仙・優曇華院・イナバ / Reisen Udongein Inaba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5151462-0C8C-4C4A-98CD-E1303A17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F02938D-A521-4EB8-B910-489C8DBB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原本是月之都的月兔士兵，后来离开月都，生活在永远亭。她拥有操纵狂气的能力。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0A36A7E-3AE2-4FF6-A398-D5632BC6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18B0EE7-6694-4189-B300-05DA0097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月兔 · 永夜抄的五面Boss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A5C6D58-9ED3-463C-A9C2-45313FCF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B4C85C1-614A-4F0B-BB33-B92DD5D5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6CBC932-BE1D-491E-91C3-0B2C580A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永远亭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7752AD6-1F13-4D4F-88A5-D06464A7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A294B73-3816-4422-88AA-C4957117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66A5A0A-1FF9-4FC7-9780-AAC364B9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操纵狂气程度的能力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501F24D-225C-48B8-B570-C30AE785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C0F99BB-7DB7-4585-8195-1DCC5296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1888F49-EC90-4305-9BB6-6B24828F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D6F0857-BF34-4984-BB9C-DC80FDC0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8D260182-95C8-4A69-8773-3A2C5CD8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94CEA99-9E0B-4AD8-AFFD-59DF8476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19257E9-4680-43C9-A97E-8EFB7A36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八意永琳／蓬莱山辉夜／因幡天为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6F363965-ADC7-4CB6-8510-12C8C52B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A73BC8D-9672-4E27-9336-7156C142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032</a:t>
            </a:r>
          </a:p>
        </p:txBody>
      </p:sp>
    </p:spTree>
    <p:extLst>
      <p:ext uri="{BB962C8B-B14F-4D97-AF65-F5344CB8AC3E}">
        <p14:creationId xmlns:p14="http://schemas.microsoft.com/office/powerpoint/2010/main" val="73639710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A73F26-F0DA-4281-BC08-F5468EA27C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5a024fcbc4ce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4B45721-4586-41FA-8A6B-DECB2482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66A9FC0-DF82-4206-96EE-59D47BF9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A8BE385-C95D-45D7-99F9-90F1D1C8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143ACB0-D2F8-448F-96D3-7AD65FA2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八意永琳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EB281B2-9FE5-42BD-97D9-E3700FE0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八意 永琳（やごころ えいりん） / Yagokoro Eirin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E1B8B8F-9DB6-458B-9AA7-C8C90D42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BB5E25-CB1A-4C23-B5B0-21006A56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她是月人，也是神明，曾是月之都的月之贤者之一，被称为“月之头脑”。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B5789C5-2160-4F02-8C01-A2B2CB28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5F63C37-2F17-45E2-BEE6-CD3BC455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月人 · 永远亭的药师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1E1B988-D3E1-4CDC-A4A0-6B6DD2DA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82ECAAA-29E1-4D78-BA8C-9ABFE1BF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B576DD9-AFB7-470D-8B82-4CFF2435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永远亭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293E264-5D18-45FA-AA6D-57793FDC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169D734-7536-49ED-B571-F995A8A1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039DF6F-68AF-4D46-A828-F446DDB3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制作所有药物程度的能力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C25201A-CF03-430F-805A-13B54D22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66E07F5-7CE3-4A5A-9EC7-C5486C1C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871998B-651A-412F-BCED-37BA0F37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86674EB-5A27-4550-8BA8-86578E11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F2E22EB-A345-4460-BD5D-958204E5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7EBE230-C666-46C5-9935-7905E625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9442EC9-BBEA-4F6D-82A3-5DB9F9F0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21372CF-591F-47AF-94E5-746AD71A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033</a:t>
            </a:r>
          </a:p>
        </p:txBody>
      </p:sp>
    </p:spTree>
    <p:extLst>
      <p:ext uri="{BB962C8B-B14F-4D97-AF65-F5344CB8AC3E}">
        <p14:creationId xmlns:p14="http://schemas.microsoft.com/office/powerpoint/2010/main" val="21393609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1FC34B-9268-4720-A5A5-539B347186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5d270c5e542af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5C7C6E8-F7CB-4D45-A886-223383AC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297C78F-F49C-48C0-80E4-6D8EDDB8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3EAFD24-CAC5-4BC0-BA6D-30D4D491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511E104-E88F-481A-98B9-4158D3A8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蓬莱山辉夜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E8BA264-B028-4B31-9564-EB0D345F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蓬莱山 輝夜 / Houraisan Kaguya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AC63F7A-BE9D-4250-B21A-F72950A4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7A6930E-7EBB-4B40-B766-93E3C613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辉夜就是《竹取物语》里面登场的那位“辉夜姬”。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CB382BA-CF45-4C56-8F8D-F829BC31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B7C4EC8-8FE5-4874-AA71-F4B5CD42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月人 · 永夜抄六面Final B的Boss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3766AD0-197F-43C5-ABF4-28FC2A4D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DD3C681-1CC7-43D1-B447-8035C35F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D9E68D6-CE12-4E9D-9AD7-68633D44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永远亭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D08A9EB-23A7-47E4-9FE9-C7F1D9D7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7B8E980-41EA-4F36-86AE-B919C84F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D71FE51-275D-46ED-B735-11D258E5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操纵永远与须臾程度的能力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D9ECA57-049A-4F0B-8EA3-837D8FBF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27D571C-6EEE-4AF6-83C1-5818AC5D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8B7315A-D1C7-4A47-A038-BA5EB453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A88D99F-583E-4B4C-AFF6-F2F012A5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F2FE3A37-865B-406B-A641-47A5E363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D60B319-635D-4474-9B8C-5CEC88FF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DA71882-151F-4A23-AA98-06BC22EF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八意永琳／铃仙／藤原妹红／永远亭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64882F17-B36B-4376-A760-75DF9496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CA299CC-0FD9-4FFE-9FCC-188473D5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034</a:t>
            </a:r>
          </a:p>
        </p:txBody>
      </p:sp>
    </p:spTree>
    <p:extLst>
      <p:ext uri="{BB962C8B-B14F-4D97-AF65-F5344CB8AC3E}">
        <p14:creationId xmlns:p14="http://schemas.microsoft.com/office/powerpoint/2010/main" val="29198682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0807C0-DC5C-4722-81B8-9E598C06D7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3acfd3cbf49cf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A580070-9A85-4BD8-A364-4094D226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1B60E82-5D71-436F-8AAC-A520B5FA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DE395FC-964A-4F54-9C64-BFD18274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0EE3B9B-5DC1-46C1-9B14-2899AF58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藤原妹红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8D5DD41-E937-4306-B395-290BC39C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藤原 妹紅（ふじわら の もこう） / Huziwara no Mokou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597D53E-02B7-4F4C-B913-4C95A269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62C0610-0B90-47E4-80F6-443152AF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她原是贵族家的女儿，因服用蓬莱山辉夜留下的蓬莱之药而成为不老不死的人类。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A923E86-9002-4A52-97BF-A9ABDD04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DF8650E-6F7C-4F7D-B5C1-1F5EFC6B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人类／不死人 · 永夜抄的EX面Boss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7249707-9B05-4966-8D14-2C3A3C4B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C0E4EB6-E2BA-401C-A4B2-5EDD9077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72DDFCE-4A7E-451F-BA59-9C9BB201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迷途竹林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48BDFFC-86C3-449E-BE92-127588A3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1250FBB-27A8-4A4D-B16E-1A7AB5DC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C815FF8-35BF-40B4-8BE6-A3C2EB62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不老不死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07C78C1-B738-420B-B8A9-D3A73533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B17F5C8-C3AF-404B-B22D-F223E8C4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5299688-3DD5-44D3-BC47-6000186C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621F6BD-AA46-408F-B613-ABF462B5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0354E8C1-C4B7-468A-896B-FCA1CB49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2D4F228-58D9-47B2-9DCA-32FA5867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1DEF6A5-014D-4DF3-A005-6CA44D05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蓬莱山辉夜／上白泽慧音／迷途竹林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585FDF5A-7660-422F-B7DA-BD708E0A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84ED453-3D43-422F-95A5-D9A6137F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035</a:t>
            </a:r>
          </a:p>
        </p:txBody>
      </p:sp>
    </p:spTree>
    <p:extLst>
      <p:ext uri="{BB962C8B-B14F-4D97-AF65-F5344CB8AC3E}">
        <p14:creationId xmlns:p14="http://schemas.microsoft.com/office/powerpoint/2010/main" val="167150184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B9A9E4-9ACC-4DF6-A95E-708F6513D8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7cf5eaee84f8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57EAB4E-E2AF-4B26-BFC8-E633DD89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0328980-A28E-459F-A569-C083F773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FBF1712-FCE9-4580-A5DB-6EF03B1F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37A3CA9-92E0-40E4-B45A-ED0192DB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梅蒂欣·梅兰可莉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2FBD577-6573-47C7-A968-060731BD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メディスン・メランコリー / Medicine Melancholy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0011053-F4D9-42F3-91A5-6DDDF1DD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E5C51AC-9242-4ACA-B6A3-B14DEE0D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她本是很久以前被扔到铃兰田的人偶，在几年前妖怪化，因为年轻而经验和知识严重不足。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6D35979-E7F0-49C6-8778-B8F5EE37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259AB9C-A76D-4ADF-B8F4-70AF696F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人偶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47BE59D-5F25-4AB0-B9BB-819F5D0A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9BB9F4D-AF59-4C86-A991-FE3B6D89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C1EE10B-B39E-4031-BA62-0A0CFB99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无名之丘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DEE8F9A-2D30-4DA5-9CC2-B5C4FF0F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67D1B8A-B434-4115-884C-6668DD09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E2A4227-68DA-4574-A082-8E276C75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操纵毒程度的能力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4027DDD-8C07-4D13-8F85-8DC2F2BC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822D067-1292-4B75-A3AF-E7D59BD2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E84F2E5-43C9-4A92-9F81-A8F5BA61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C377FD0-89E0-4DF7-98B3-9E720EAF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9463DD8-149D-45DF-9EB7-D4DD8B24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7ADC4CE-3302-471A-8FA2-E9147F28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EF23FA0-99C1-445E-9B90-69E4BCD4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20B1BF8-2134-4291-AA73-6DCF0F68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036</a:t>
            </a:r>
          </a:p>
        </p:txBody>
      </p:sp>
    </p:spTree>
    <p:extLst>
      <p:ext uri="{BB962C8B-B14F-4D97-AF65-F5344CB8AC3E}">
        <p14:creationId xmlns:p14="http://schemas.microsoft.com/office/powerpoint/2010/main" val="14291044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42A445-EF58-4632-8BAF-2DF2E55079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d63ec0e7f4df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C3D7650-5AFB-4862-82F6-07139EFD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411BD9F-1A7B-4EA0-812A-EC3B1CEE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8C0CD8E-894E-432E-908E-3FD7A7CB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A6B21C5-3141-433A-A87B-A02A8303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风见幽香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D5A1284-6CDC-4DEA-AC42-BA9493DF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風見 幽香（かざみ ゆうか） / Kazami Yuka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E24EC64-F16E-40AD-B105-3686756A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34D5D36-8735-4910-A2CF-3BE58F92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操纵花的妖怪，在太阳花田活动。她喜欢鲜花，也会随季节前往不同花开的地方。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F66C448-1AF5-4C96-BD26-17CD7F9F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6E5DCD7-13B4-4071-A138-A74BAF71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《东方幻想乡》五、六面首领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45B8071-85A4-4DD8-A3BC-572E9996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6CD3837-6EAE-4D05-B4D5-F4EADAAD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F2DDBDC-272B-4862-B0B5-E1D909AB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太阳花田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291E705-9077-4A60-B955-6B3FB8F1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849DFA9-06A5-4185-B972-DD821A1C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A4E1E03-8075-49E0-9238-76395AB2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操纵花程度的能力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A62F4A7-DCD1-4928-9841-FBE04753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452E01D-7087-460C-8E75-F7E5ECA6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3495887-EFA9-49DC-9B07-A4354293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东方幻想乡（系列）；东方花映塚（Windows）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6AA3393-2AA5-42A7-ACFF-DACA1D2B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F689137-6A91-42E6-8D52-B68D1E94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A4DDC99-5916-4A2A-B5EB-9168B7B1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东方幻想乡 · 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A833C83-A5C5-4D22-AE33-14FB60BB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2613048-DEBB-4327-A5F1-D3D0C198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037</a:t>
            </a:r>
          </a:p>
        </p:txBody>
      </p:sp>
    </p:spTree>
    <p:extLst>
      <p:ext uri="{BB962C8B-B14F-4D97-AF65-F5344CB8AC3E}">
        <p14:creationId xmlns:p14="http://schemas.microsoft.com/office/powerpoint/2010/main" val="193030925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1EA121-12D1-44EC-9F27-2725CDFE4B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a0987fe7e4f93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EEE9CD0-3294-4361-A0F3-C89C7031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17B5F80-BECC-4B66-9FC5-3693BF25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147D976-A7A6-437A-948E-593BFBB7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DE3D255-0718-4FE8-A8E5-BB00DABF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射命丸文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18679C0-ADB2-4667-86FF-EBF436BA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射命丸 文（しゃめいまる あや） / Syameimaru Aya，Shameimaru Aya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E9AC7DB-3F73-43FC-9497-4ACA5E33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2AC8F27-588E-4CCE-9838-D1C23079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妖怪之山的鸦天狗，也是《文文。新闻》的记者。她以速度和风的能力见长。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E18B211-54B1-4893-8130-DE1465C3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714B3FF-88C4-459A-A332-3652A4E7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鸦天狗／天狗 · 《文文。新闻》记者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92B2A40-F291-4894-A26E-984BF66B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374A42A-C55F-4155-B8D3-05754CDD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80F34B4-4F4F-4520-86B3-A44365F9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妖怪之山／文文。新闻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7A7B149-4F8E-4205-B35E-13EDB1A2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6A5A279-9892-45F0-95C6-05627391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0A7507B-2CC2-4C09-9FAE-A270A226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操纵风程度的能力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D936F40-AF51-4A64-BF5D-D5F9568B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FA4CE14-3CFE-4F0A-83C7-28368504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583638C-11A6-4D66-914C-982364DC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东方文花帖（书籍）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5ACB464-5C4C-414F-907D-4EBB31E9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108666BD-EAB8-4585-BE58-62B240E3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0D1B566-0311-40DE-A58A-BAD73253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3C32943-8057-48BF-90E6-32D38F1B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天狗社会／河城荷取／新闻采访对象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5A3B4CD5-26D2-49BE-99C1-D3A0F8B6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BC08CE7-8DA9-44EB-8286-B610DEA9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038</a:t>
            </a:r>
          </a:p>
        </p:txBody>
      </p:sp>
    </p:spTree>
    <p:extLst>
      <p:ext uri="{BB962C8B-B14F-4D97-AF65-F5344CB8AC3E}">
        <p14:creationId xmlns:p14="http://schemas.microsoft.com/office/powerpoint/2010/main" val="95778310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85E02F-637B-49AB-BF3F-C7D0DE82EE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db84b3f3847d6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EBA151A-8EF8-4F3A-BDA3-9154B492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FFED5F0-20ED-4D10-A92A-9E152E64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8E02966-C6D3-46B5-9EFB-D01EAC1F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E24D282-0733-43E4-AA6E-07E65ED7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小野塚小町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932D23-E489-4CF4-A955-BA12D222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小野塚 小町 / Onozuka Komachi，Komachi Onoduka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01D18B9-0D91-49CF-99E9-7B860914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E00C09D-7AF1-4B23-9699-FA4C1B16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负责引渡亡灵渡过三途河的死神。她性格爽朗，喜欢聊天打趣，以摆渡人的身份与亡灵往来。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A65BF77-C3E5-4799-A544-A4B91C32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3DBFA3E-13D7-4935-884D-36570E66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死神 · 船夫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A8F5ADE-BE7D-48F3-9FE0-F2590995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A2D2844-CA2F-454A-A47C-3296F63B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7A770FD-898B-4312-8FF0-326448BC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三途河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38A65B5-7C04-4792-8840-87597E04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6495E69-F2B9-4C19-8707-41857B77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98BBB2C-2339-45F4-B11A-B4151A25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操纵距离程度的能力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12B6E77-B8A1-4596-BE64-70135D71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A872349-95DE-496B-AEE8-30D7D3D5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F815E7D-0CFD-4F6D-ABA2-33DABC4D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A49FDC4-FE38-456E-B3F7-5987F684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25F1DC9-C1C2-4C68-AB48-324A7044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989C495-DB3B-4BA5-8459-E4E644F7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7585073-E04C-4F22-8BB4-DDD86716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D8D0405-CB0B-4760-ABF8-92F1433B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039</a:t>
            </a:r>
          </a:p>
        </p:txBody>
      </p:sp>
    </p:spTree>
    <p:extLst>
      <p:ext uri="{BB962C8B-B14F-4D97-AF65-F5344CB8AC3E}">
        <p14:creationId xmlns:p14="http://schemas.microsoft.com/office/powerpoint/2010/main" val="5225819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ABF407-9C9E-4FFD-A89D-5752F87930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dc3c4587d441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2D0BD73-81B5-4EDD-ADBE-C233CDB6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00BBB49-6655-4CCC-9B0D-B8C0B293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568227F-BA16-430D-9176-CD92A8D3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BE437CC-A8CA-4308-BFAB-94C6C36D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四季映姬·夜摩仙那度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9DD609F-88B2-4598-8B19-BC086062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四季映姫・ヤマザナドゥ（しきえいき・やまざなどぅ） / Shikieiki Yamaxanadu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24FB156-0E88-4CB4-9CE1-A13D3A33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B71E90F-E31C-4189-B121-400E5AE7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四季映姬曾经是地藏，后来全国各地的地藏联名上书请求分担阎魔大人的工作，她也成为了阎魔。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0A22029-0790-483F-8AEA-9D5ACEA6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58BB975-02B2-480F-8858-DFB6D871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阎魔大人／阎魔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8478D88-4C5D-49C2-8ED9-1B79C276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9377A8B-8B66-4734-94A7-BC7003B6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E9B443F-C920-4BED-8E25-948ECC5E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彼岸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4E66C84-B98A-4945-9E8B-EF7BAF76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DD2433D-AD88-4710-B43E-9F251E9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E2B68B4-4F34-442A-83A0-CA646DE0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判断是非黑白程度的能力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5F7AA8B-54D1-4F99-B61D-497F9161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19545DC-AC97-4369-B6CA-ECAE573E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A6C4A0F-0A4F-45E6-818A-D45091EF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CA338C8-6525-40D9-965A-E8524F9D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2D66746-4C26-4F6C-8216-2D9FE354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CCB8985-154E-4256-B36F-BE2CFB08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2848F98-DFD5-432B-832D-DFD1AAD5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E54DCE3-2DE4-45A3-9956-43C2E4A9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040</a:t>
            </a:r>
          </a:p>
        </p:txBody>
      </p:sp>
    </p:spTree>
    <p:extLst>
      <p:ext uri="{BB962C8B-B14F-4D97-AF65-F5344CB8AC3E}">
        <p14:creationId xmlns:p14="http://schemas.microsoft.com/office/powerpoint/2010/main" val="195374863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D9DEC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paper">
            <a:extLst xmlns:a="http://schemas.openxmlformats.org/drawingml/2006/main">
              <a:ext uri="{FF2B5EF4-FFF2-40B4-BE49-F238E27FC236}">
                <a16:creationId xmlns:a16="http://schemas.microsoft.com/office/drawing/2014/main" id="{0B7D7871-2162-41BA-9FC4-3D0FC25C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49C501B-521F-4F82-949B-7F69B2D9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B5995C6-59E4-4C79-95B0-BE3F7A38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pPr>
            <a:r>
              <a:t>IV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7B1CD48-3B45-4182-932F-6660E4E5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47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C7AED9E-A75A-421C-A2F9-8D2E8A03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风神录 · 绯想天 · 妖怪之山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19B2C60C-C72C-4DFD-8D55-523C528F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C82EB94-8A27-464F-8346-8B843C93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10名角色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1A4CA9B-5FB8-4723-BAD0-41D15EA1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8829B4E8-06C9-4999-9231-3833D80F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911BF90-356F-4DE1-BA3F-E150AAC2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041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54B39E0-BAB1-4C34-B31F-4BC11961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565675F-D9CD-4B56-A693-5DE4FB46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秋静叶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5643DE9-A2B3-4698-94D0-40620B8A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秋 静葉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BE5BE87-9F98-4106-873F-DA1CF93F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F92E2E5D-40E9-4B08-A24A-DA9F7023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9BD69A0-21C4-4E36-886D-C6295F15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秋穰子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647BBF2-58BE-4956-910E-9142DA25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秋 穣子（あき みのりこ）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F3EF686D-3969-433A-B3F4-B383FCBD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8DBA7B54-40FA-4FCC-9D64-2E9A9A5B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C7E50BA-27BE-4967-AE72-FD5A438A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键山雏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7D1383E-D741-4840-846D-41DF8C99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鍵山 雛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EB7F93EF-FCDC-4B3F-A2C1-08873161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DB71BF9-43E6-4AF6-AB37-8FB0FFBB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EF8913E-957C-461B-B0CF-43EDDA62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河城荷取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D3F44E5-02FB-41C8-A8F1-9AE7AFF5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河城 にとり（かわしろ にとり）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0ADED09F-88D5-4F98-A455-C6320F97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DE084E13-31A1-4955-981F-89E34777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1C6B5505-55FE-4132-9453-6CDA2CC8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犬走椛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F823BA6A-082B-4DEB-B2F7-CE2B8FB7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犬走 椛（いぬばしり もみじ）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B5FDB094-5D5D-4568-9B2A-3555FEC5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F0877079-915F-4194-B394-1AF78062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EA154539-0430-49F2-B6F9-6442CED9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东风谷早苗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78B8B2D3-6514-4009-A74A-2891F8A5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東風谷 早苗（こちや さなえ）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EE40174C-B8E8-4A73-9764-29961F74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99EFAAC8-DC28-4689-85F4-7EBD4985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69F7D185-7400-45FF-8673-B9C512F8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八坂神奈子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CD2F05B9-BEC8-4653-AD33-C4AFDE9E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八坂 神奈子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FA9D0886-F63E-40E5-9110-9C593CDB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8DEACC62-8A4A-4784-91D7-B5BA2CB9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83251295-D37E-491F-BB6D-FE40CA4F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洩矢诹访子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CBC8F31D-AF39-4A04-87CB-3529DF7A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洩矢 諏訪子（もりや すわこ）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66B6588C-46E4-4946-A77D-228C9CF7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BA569927-B085-463B-9A2E-07D01660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EB9A74AF-AEF1-40A7-B9B2-CDE02C07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永江衣玖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0BDC9CED-EA04-4F88-A5AB-4154F877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永江 衣玖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AFDC9FA1-7AAE-4ADD-B34F-EB98CA32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per">
            <a:extLst xmlns:a="http://schemas.openxmlformats.org/drawingml/2006/main">
              <a:ext uri="{FF2B5EF4-FFF2-40B4-BE49-F238E27FC236}">
                <a16:creationId xmlns:a16="http://schemas.microsoft.com/office/drawing/2014/main" id="{B29BCE2B-C505-4991-905A-9F378291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700A3650-C75A-4D6C-8A89-A1503D1F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比那名居天子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6482FC04-9630-4FD0-A690-0C83BC85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比那名居 天子（ひななゐ てんし）</a:t>
            </a:r>
          </a:p>
        </p:txBody>
      </p:sp>
      <p:sp>
        <p:nvSpPr>
          <p:cNvPr id="50" name="paper">
            <a:extLst xmlns:a="http://schemas.openxmlformats.org/drawingml/2006/main">
              <a:ext uri="{FF2B5EF4-FFF2-40B4-BE49-F238E27FC236}">
                <a16:creationId xmlns:a16="http://schemas.microsoft.com/office/drawing/2014/main" id="{F17845CD-73DB-42CB-A2F1-98EBF2D6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E90952-F31D-4C61-AB4C-4F741CFD88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3d5a3d25d4e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DFA293-F649-4E9C-B276-4E43D9B436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7d19aabb948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5BD2B5-0F28-47CA-941B-B6248228AF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d42493ce646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3893263-79EF-4536-920A-2AB21EE3BE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c5a7313d342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D51771-600A-4D3D-AA16-0550AC1F8F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bfa3f62a34e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9279CA5-E09A-46B1-A434-7DF695A71C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32469c9da42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53A78E-E128-400B-BC19-41041AB45A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0b3fea31b41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A9C43D5-E6C4-45D1-B9F1-A04B86E335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75b3e3d674f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9B6A336-840F-469E-9A85-B274BA2BAE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ff3221a5f41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4C9C7C8-B87D-4787-9DEB-5237DEE1DD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94855b0164d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92110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A2D1F5-1105-416E-8AC7-DCC9D61619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f605e0f5243b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BD2BD04-42AE-4DD1-9A2E-8454D697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3AAC919-5F5F-44FD-AB7A-2E63B7AA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CF2356C-825C-4EEF-B72B-DF95D594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5CBD4AA-1FB2-4128-BEC4-517F8EB4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秋静叶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031E58B-83E3-420B-AA84-4E8D587D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秋 静葉 / Aki Sizuha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A93865A-46C4-4BA5-91AE-21F244D6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4F4620B-72E1-4579-B67F-2087D347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她是掌管幻想乡秋天的其中一位八百万之神，掌管着红叶，是红叶之神。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B91241C-D1C0-475D-84E7-43FA6E3B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0436D05-CA87-45B4-A959-A7BD11A8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红叶之神 · 风神录的一面道中Boss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487CC25-1248-490E-9916-A0A67ED0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61789BE-889A-4000-8D7E-0C95092A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FC0B7C1-1FF6-4951-97D1-6DFE29B8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0C05FFB-7FE6-4B5C-A587-979B3785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1A78F0D-6843-4871-BB63-D4B70D36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CA1955C-D50B-435A-9079-40B1B3E4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掌管红叶程度的能力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B4E1C1A-FA39-4E1E-9746-4E1A74F7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37189FD-0111-4CDA-BE63-21D49AC5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09985B6-A20B-47D0-80CB-8FF7DDC9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CA44F01-B6FF-440D-8192-174B075A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9CCF80A-8FF4-4C6F-B3BC-98F61880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349F96E-5AF9-45FB-A501-B8B0AAC3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44900BC-8967-465C-A302-28941136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CF74C81-2EE0-4410-AF3C-F413E8A1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042</a:t>
            </a:r>
          </a:p>
        </p:txBody>
      </p:sp>
    </p:spTree>
    <p:extLst>
      <p:ext uri="{BB962C8B-B14F-4D97-AF65-F5344CB8AC3E}">
        <p14:creationId xmlns:p14="http://schemas.microsoft.com/office/powerpoint/2010/main" val="210870084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E5BE09-6B02-4D53-9D0D-EEAE1C9A96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a36e1a6194ffd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1F2B9AB-8AC5-4074-AC45-D740C8A3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FA09F0C-373C-4F10-BD16-A558F283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B08F85C-A906-44D8-8C23-8F0E6860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2535470-F36E-44F4-8488-F0B3FD2F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秋穰子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9887EAF-CD32-4FDE-8E14-98E458A1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秋 穣子（あき みのりこ） / Aki Minoriko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2F1A163-6A83-44F9-A4DE-EBAF6BE5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AB99F84-5941-4AE8-B72B-59385232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她是掌管幻想乡秋天的其中一位八百万之神，掌管着丰收，是丰收之神。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0227795-92FC-4638-9380-FFC21A95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BD50CEB-3A26-4D40-913F-ED1017FA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丰收之神／八百万之神 · 风神录的一面Boss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4581507-0238-4E41-A617-61A4B96B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D6D8BA7-D60E-4591-96D7-C862156D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C96C867-73C4-4394-BDB5-B59E2150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30C26D1-F3DD-410A-AD47-301D7AB1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DCD34D8-144D-47F9-BDDF-9E31339D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6E8C0A0-C916-44FD-9114-55796FC6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掌管丰收程度的能力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6616027-53F8-4EB7-A129-03840E20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3A86A05-F9C7-4119-878C-DADAA3E6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630AF7E-2026-4C6B-86ED-FF8A9313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BD47706-AA7E-4B39-8FB9-0C0C2F82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E8B6410-293B-419E-9D34-3868561C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0BFC085-CF56-42F0-BA38-DD473E1E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AC56B51-9AED-4846-963B-8286CFDB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7E0A0C4-3C5E-4E8D-A610-909EC819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043</a:t>
            </a:r>
          </a:p>
        </p:txBody>
      </p:sp>
    </p:spTree>
    <p:extLst>
      <p:ext uri="{BB962C8B-B14F-4D97-AF65-F5344CB8AC3E}">
        <p14:creationId xmlns:p14="http://schemas.microsoft.com/office/powerpoint/2010/main" val="78925568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F8C82-405D-49BC-B66B-C1F937D42F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1de0a71e84a77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465840D-4383-4C27-A94E-F4B3923B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998D0FE-3DC9-4F0C-A426-A329415F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8BEAEF1-6995-41C5-8E51-3E838502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FC28066-3ABC-4C2E-B92B-6C147A9F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键山雏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C60EFA1-9095-40CE-8C36-5374E9F0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鍵山 雛 / Kagiyama Hina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8317B1B-0D1D-4167-BE03-96CCB6F0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B02A1B4-A58D-4CF5-8D80-BC029C5D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她是厄神，疫病神的一种，实际上不是普通的神明而是一种妖怪。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B34389B-2955-4E80-A9BF-FC24FE6D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24720CD-4324-46FB-9FC0-AAD314CB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厄神 · 风神录的二面Boss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B4831A4-EA46-4B1B-9433-0D466651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49A4C16-725D-4327-AF68-F68675A9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1227E91-B907-4A80-AF0D-1B8EB1B0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267985A-3E9C-444E-A5CA-FB9EF1B9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247DE51-A17E-4904-9D87-8D15DFE9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A4D2DFA-1B2B-43A6-9467-D88FDC54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储存厄运程度的能力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245C734-1F1D-40D0-81AA-8E59ADFA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3CA8183-16C0-4856-B314-59CF04E5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EC366EA-B091-4FB1-BA62-52E147E4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D800198-CAB5-42A4-950E-3FF6FF80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1BBD355-D0BC-4774-BB22-E17D95D3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022E8BF-DFB7-40B8-9007-6A2DE476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6E8F498-BE19-417D-A20B-EF02D70D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B354F8D-21DD-43ED-9B7B-76166C01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044</a:t>
            </a:r>
          </a:p>
        </p:txBody>
      </p:sp>
    </p:spTree>
    <p:extLst>
      <p:ext uri="{BB962C8B-B14F-4D97-AF65-F5344CB8AC3E}">
        <p14:creationId xmlns:p14="http://schemas.microsoft.com/office/powerpoint/2010/main" val="184314098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E1BBF-919A-4390-8D5E-4D1190A76D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afe869ac9403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5AA3A4E-1B0E-4335-8FFE-A4D3ECF9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0DA740E-FF38-4709-AE67-91EA5857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12E6264-6885-4C63-94D1-83815F8E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C0A4CE7-88D7-4EDA-A2A8-5A656ECB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河城荷取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B1B7B64-C26C-4B1F-95C0-FB8E8020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河城 にとり（かわしろ にとり） / Kawasiro Nitori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5B318EE-363A-4DD6-8CF4-5E6F953E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AAE93E3-96C1-4113-B821-026BBEF6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生活在妖怪之山的河童，手艺精巧，擅长制作道具。她爱研究机械，也热衷于赚钱。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9AC0EF1-4DFB-443B-B19A-4C05D50C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47DBD2F-554A-44D4-8D75-0AE7C188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河童 · 风神录的三面Boss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D9F8F8A-9568-4F7D-82D1-9B93C4EA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B7C79AB-7E64-486F-B688-63A4E831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2F0E0C4-2A8B-4B69-ACF6-9F39E09C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8459DD9-B23F-4F3E-BAC2-526102B9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CD217A9-EBB4-4F1F-9696-828D314F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90F0EDA-EC80-4378-A82C-CD7D4018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操纵水程度的能力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D4A150F-744A-424D-92C3-289C85A4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845F430-C89C-471D-9658-A018D10A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9689047-161E-45FA-817E-2D1A32EB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6B74B69-0239-4897-A68B-3C73CD10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2C35481-1C7E-42EE-BAB5-88CC7295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750756D-4BCE-4CCC-A30B-5F31E0EB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 · 东方心绮楼 · 东方深秘录 · 东方凭依华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F7616B1-AC15-42C4-9E09-A5CFDC36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2C40EBC-5C34-4987-B1D5-31FA17E9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045</a:t>
            </a:r>
          </a:p>
        </p:txBody>
      </p:sp>
    </p:spTree>
    <p:extLst>
      <p:ext uri="{BB962C8B-B14F-4D97-AF65-F5344CB8AC3E}">
        <p14:creationId xmlns:p14="http://schemas.microsoft.com/office/powerpoint/2010/main" val="179586312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83F2FD-5D93-4079-87FF-947232837F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af90451c149b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07E8E17-5302-4E7C-82BC-A3209460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4230ACF-1D30-4911-9098-8FDF0F9E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E074560-B9BD-4B6F-BD66-920EB848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F861E29-30D9-453E-8ED2-0D5FFF4D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犬走椛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CFCEFF9-95B8-4B3B-AC39-BB488793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犬走 椛（いぬばしり もみじ） / Inubashiri Momizi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36EF77D-0396-49C5-871B-F9A747A5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77FDC0A-31E0-47E4-A60C-E58EA850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她是在妖怪之山中负责巡逻警戒、防备入侵的白狼天狗之一。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640D851-87C1-4C24-8609-71CEE22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2988C21-561A-4097-9CB7-C5B66382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白狼天狗 · 风神录的四面道中Boss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27A5BB5-06D7-42E7-A65A-A1FCF0B3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C52BD2C-F345-4218-8EE0-03A0464D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104D96B-4C61-426D-AEA2-6A317FE3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BB4A396-0FFC-4609-874C-0FDB2243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F679AAF-2E02-4E61-BDCF-83A1A51C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0A2CEE7-1DAA-4DB8-9709-2278938B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看见千里之外程度的能力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EABE5A5-1FA4-47CD-BB68-6C03D839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3D18ACB-9767-425B-B025-FE48E9EE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6620446-8250-43FA-BEC2-B52344F3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D450D76-2815-4083-83B8-B086EF83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2D969C3-A51E-4C8A-8D3F-670E7AA5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23FA72E-FFCF-4B75-9CE0-45271104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C796EDE-519D-45B0-A943-05597AC1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78678EC-4D7B-4A53-A845-AD86B0CE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046</a:t>
            </a:r>
          </a:p>
        </p:txBody>
      </p:sp>
    </p:spTree>
    <p:extLst>
      <p:ext uri="{BB962C8B-B14F-4D97-AF65-F5344CB8AC3E}">
        <p14:creationId xmlns:p14="http://schemas.microsoft.com/office/powerpoint/2010/main" val="191803696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274493-0838-4ECA-8EA9-6182512D14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5310a14ee4c26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39ED77C-13C5-4923-83A8-9B31E846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7AEC899-AC10-4B89-91F9-4CEDD07D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4AE9F48-3654-4518-A235-AE067C6B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8479CE3-E12E-4607-B14B-2FB8001E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东风谷早苗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B451B5B-4652-4940-AB52-54BE2828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東風谷 早苗（こちや さなえ） / Kotiya Sanae，Kochiya Sanae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E8A5242-87AC-47EC-9BAC-4CE0B7CE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C7D93EB-7A55-4F9B-9BC2-2B0DCB9F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她是从外面世界来的人类，是守矢神社的巫女、风祝与现人神。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BA40A3A-E1E3-44A0-B286-89CE1A96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06AA049-1E9D-4C02-B682-79782329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守矢神社风祝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FAB0741-25C5-4261-A3E9-74AAB712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00B9AF3-97F7-4642-BFBC-8CB17CD2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8E843AE-77A7-4C43-9E05-E73416DF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守矢神社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8FA7A59-0EFF-476E-AB28-D451E2AD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D14B42C-81A5-4843-9DD6-985DB597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9F59E47-EB02-46D1-AC9F-DFE2DF51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引发奇迹程度的能力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DA39B10-894D-407B-AD83-D3CF3CB5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A4F5CFB-832E-4627-9A29-EE9761A7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24E1EE6-E0E8-49B3-8862-F1E21160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D6E222D-B599-4944-B781-EB3D4803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1873F2BA-FE77-44F9-9D60-B3AC268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D3357E3-3957-4FCF-97EB-C61F62AB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00EA964-AAFA-4710-A168-428F70F5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八坂神奈子／洩矢诹访子／博丽灵梦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598262F4-1DED-4D34-8CB9-DBE70589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D0DD9D2-4EAD-4FDB-BE8B-74FAE780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047</a:t>
            </a:r>
          </a:p>
        </p:txBody>
      </p:sp>
    </p:spTree>
    <p:extLst>
      <p:ext uri="{BB962C8B-B14F-4D97-AF65-F5344CB8AC3E}">
        <p14:creationId xmlns:p14="http://schemas.microsoft.com/office/powerpoint/2010/main" val="35298229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3883EA-21D3-4E34-AFAB-6AC6AA1853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66b3691f4486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24FAE38-21DC-4A51-917D-46FBB04D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3D7B26C-B38A-47F8-9B13-8A2EA915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FC9A56C-56C2-4D24-8135-F9F85120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2D69DD8-CA00-4A29-8148-7B6B6271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八坂神奈子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9A548FE-9ED0-48C5-9D07-AA36B8E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八坂 神奈子 / Yasaka Kanako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E42D4DF-2177-48CA-A82C-84B10769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9665CE4-2BD0-4EF1-8E37-EF631187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来自外面世界的神明，现为守矢神社供奉的神之一。她与早苗、诹访子共同在幻想乡经营信仰。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27A6952-6B42-46C0-99E2-9581EC6D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5721773-0869-4C06-9D00-0BFAD163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 · 风神录的六面Boss和EX面道中Boss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52FAD96-92A4-466D-8027-EC31FF5A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6559386-4052-4BA6-B8C2-3782D36C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2384A4C-B82E-4C6C-B62D-B7956F6D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守矢神社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0434837-A2B4-4D96-B7F8-657197EE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EC09D87-FA85-4F06-9E19-450115F9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E9109C4-ADF0-4CE3-ADC0-170ED15A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创造乾程度的能力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E8B0B15-5CC7-4547-B567-401C80DC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F06880E-A282-42E8-A379-7366C437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954C1C8-F3B9-4DEC-88DC-07D30E99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7E70C60-8F9B-4CDC-A7A7-9CB2F90E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EA85E10-6661-4916-A947-FE9DCAB3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269CA69-3B35-4A22-B974-D4A899E1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A56265C-E203-437E-86D3-91830152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0415E5B-C9A1-4877-BE50-1F2E1EAB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048</a:t>
            </a:r>
          </a:p>
        </p:txBody>
      </p:sp>
    </p:spTree>
    <p:extLst>
      <p:ext uri="{BB962C8B-B14F-4D97-AF65-F5344CB8AC3E}">
        <p14:creationId xmlns:p14="http://schemas.microsoft.com/office/powerpoint/2010/main" val="147969497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5DB33B-FDDD-43BD-824B-C9C6BCDF82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170cc0c5443c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8BE8C97-C4ED-4F42-ADA7-D7302781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63A558F-9EC3-4ED1-AAC9-F8E47376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1BD694B-DA15-497A-A3B8-FD9C4C84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583D436-E5E4-4CF2-B2EB-CB66FA90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洩矢诹访子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C9B6856-EE40-4585-9B91-115868B9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洩矢 諏訪子（もりや すわこ） / Moriya Suwako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CD5C916-D180-4DF2-9F5C-84D9E956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6641BE9-0F84-45E5-A56C-78A4EA00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守矢神社供奉的神之一，原是外面世界的土著神。她与神奈子一同来到幻想乡。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82857D8-75EC-4564-B986-BC635A72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ADAA073-0388-471B-A0CF-E1E9927C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神明／八百万之神 · 风神录的EX面Boss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A36302F-B3DD-4C4A-8E4E-3AA849BB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B89110E-D82E-4834-B9A9-290C3826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08D8BE1-440A-4176-9330-94C3CB51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守矢神社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A641361-4D20-49D2-80BE-BBCC7FAC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B1EBEA5-F3F7-44A9-8E01-FD287296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9418974-58D4-45AB-BA26-710E7C18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创造坤程度的能力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F085989-41DD-4B9A-B2A1-1235D471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C89B33C-E680-4ED4-BDE6-C6BDB985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DD920B4-1459-47B1-BC27-046FB2D6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E91BB3D-9480-4BF5-AA10-F6C6B769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C0FAC6B-74CB-4D71-B6D4-FA17C42E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649B8A6-381E-41A8-923F-4B06FB55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5E16179-7C06-4F8E-A5BA-C0E2D394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9E3A284-8B7D-4BB8-92C1-74E4C49F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049</a:t>
            </a:r>
          </a:p>
        </p:txBody>
      </p:sp>
    </p:spTree>
    <p:extLst>
      <p:ext uri="{BB962C8B-B14F-4D97-AF65-F5344CB8AC3E}">
        <p14:creationId xmlns:p14="http://schemas.microsoft.com/office/powerpoint/2010/main" val="26332736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EF8ACE-753A-444B-B904-2F8B8D952E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7b7edc90844a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3BF8DC6-4A03-4F0B-B5DD-0DFC109E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34CA271-F7FD-4C21-9F28-963D134B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35BBD96-04E0-4082-BFEA-7A68A4B8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BF607D5-56E4-464C-A280-624A778D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永江衣玖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F683C7A-DEED-4EFB-BF5D-01352FD4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永江 衣玖 / Nagae Iku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5D29539-D7F5-4619-A769-F9850D4A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E016F1D-8D93-45F9-AA47-C2C76C98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她是被称作龙之代言人的龙宫使者，负责将龙神说出的重要的信息和地震的预兆透露给人类和妖怪。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A51945C-4148-4F7F-811C-69DA70ED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1AB363E-41C0-4507-B4F7-0EF0D576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妖怪（龙宫使者）（绯想天）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58FB51B-162D-45DA-A1FE-9095F3DF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2D98909-4C03-4700-8BAA-38C5D31A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93269FE-DCCF-4386-82B2-517ACF2F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读取气氛程度的能力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A3217DA-25F6-4E02-B54C-1CA85943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1B2B05C-4F79-49EB-A652-06240B51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E6278AC-C802-41A0-8589-5852ED79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东方绯想天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01ECAA4-6001-4EA0-98E2-77540DF5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8A43B21-7B03-47FC-9919-FFEE7A4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879FC42-F377-4D9F-9B58-F4887179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东方绯想天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66CD854-CB1D-407B-9F7C-403410A4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82A6E51-84A7-485E-B184-565C2417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050</a:t>
            </a:r>
          </a:p>
        </p:txBody>
      </p:sp>
    </p:spTree>
    <p:extLst>
      <p:ext uri="{BB962C8B-B14F-4D97-AF65-F5344CB8AC3E}">
        <p14:creationId xmlns:p14="http://schemas.microsoft.com/office/powerpoint/2010/main" val="10116317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4C65A4-151F-4E65-95AF-2999EA5DEB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541cdd90846de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F2D8F85-A6E4-480B-99C9-67BA302F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7A4A223-C08B-4CE5-BB0D-34844220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D008BF4-5BAD-43B2-B311-405A28C7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FED8C55-7C51-4C24-B9D4-3C8048EE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比那名居天子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9692048-90F8-4BE4-AD09-074DEBE2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比那名居 天子（ひななゐ てんし） / Hinanawi Tenshi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1B735E9-976E-46EF-B6D6-EF92E448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6274A9F-AA80-449F-900C-E6E135D0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她本是比那名居家的大小姐，随家族成为天人，因为不具备天人应有的品行，性格也与其他天人不同，所以被称为“不良天人”。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636BA21-1F2A-450C-AC65-04900D9D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0F95E16-D277-4570-85AF-67AB4CC3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落魄天人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917D0FC-B325-4C1E-97EB-2B2A01B2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933C88F-1D06-458C-9372-1203F3AA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76368E9-41BC-4194-9562-D751817C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31800DF-C839-4C81-AA05-94DA004D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870A001-4D48-41D2-8BDC-8F46C4DE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C02C370-3CFA-4B5A-B378-1A8DC7D0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操纵大地程度的能力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4D48111-2D29-4D29-A69F-5BF3A4F5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B8F1578-396C-408D-B2D8-1CC844F8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4408EE4-EE00-461C-A9A9-84400B3E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东方绯想天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BECDFC7-3EA8-43FB-BDB5-962A7E37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C76552E-7F48-4157-A7BF-EAD048D9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8CE2761-8FF0-4268-981E-17D3C361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东方绯想天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20501D7-FC7B-4727-9F2F-D46C7CB5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7DBFA90-EDAE-4A93-9F6C-955341F1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051</a:t>
            </a:r>
          </a:p>
        </p:txBody>
      </p:sp>
    </p:spTree>
    <p:extLst>
      <p:ext uri="{BB962C8B-B14F-4D97-AF65-F5344CB8AC3E}">
        <p14:creationId xmlns:p14="http://schemas.microsoft.com/office/powerpoint/2010/main" val="77165191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E9C7B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paper">
            <a:extLst xmlns:a="http://schemas.openxmlformats.org/drawingml/2006/main">
              <a:ext uri="{FF2B5EF4-FFF2-40B4-BE49-F238E27FC236}">
                <a16:creationId xmlns:a16="http://schemas.microsoft.com/office/drawing/2014/main" id="{47A7EC09-66F8-4723-BD42-A82977F5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1212310-E8AF-4EE6-895D-30D36153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DCF995E-350D-4ACC-BF30-955B1432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pPr>
            <a:r>
              <a:t>V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405FBD3-F272-41BC-9596-E48F1D3B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860C22D-2301-42A6-963E-B1D1CCCB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 · 星莲船 · 旧地狱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7BF3301D-FE22-45B6-8083-3238A4CB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4F383BB-D1FE-499B-BE5E-F2B9C401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20名角色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8872077-C2C0-4DD7-A8C6-98B0B684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8E78C1B3-4DA5-4FD0-91CC-4DA9DE2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EEE1B93-3E41-44D9-9DF4-5092FBC5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052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8B803D6-E259-4C11-8999-8DB82494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2016891-F1BF-4504-87BC-07EB0023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琪斯美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0077155-ED17-4331-A06E-84C24ABA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キスメ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542B7DE-5603-4152-B5EC-A3089001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C852157A-106D-4000-9CCD-A4BDA8FB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44D253D-8C98-4CC8-A92E-46684B9C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黑谷山女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16F5C4D-10E1-48CC-A178-D1112FF6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黒谷 ヤマメ（くろだに やまめ）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51E09AD6-7A28-4F6C-85C4-252CD05F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17A5001D-3D2C-4652-9DAF-4C0E4989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4758FFA-E1AE-4913-8570-4B350BD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水桥帕露西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D687A52-75CF-4552-B225-77BE906E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水橋 パルスィ（みずはし パルスィ）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C2DEEAD6-56F8-4A55-8794-0706DE51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03A84DE-39F6-4B70-B77E-76741176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AB48E7D-7E98-4D24-911A-508E9CD6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星熊勇仪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AE8A96F-B772-4CA3-BBA6-BDE09ABE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星熊 勇儀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163855DF-EAC1-471E-8414-5A6435D0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D5E7C839-E94D-41D5-9D9F-21C2921D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792D3B3-485C-4F19-92BC-385BF082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古明地觉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829E0B8-8F21-406C-8607-DAB095AC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 さとり（こめいじ さとり）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EE37E536-1C86-4111-A75A-1A27622B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47AC074E-7AFD-418A-B725-82DA683A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1AABAF74-5EDF-43AA-8FE7-545F5C18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火焰猫燐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3D93104-BF63-4EBA-A2A1-ADB46456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火焔猫 燐（かえんびょう りん）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F3B59AD4-B8D7-498A-B4BB-6BAE5B06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0390CE18-33A5-41FC-B231-5043939C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9D9F15B7-F6D4-41A1-AC52-29E0488A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灵乌路空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5CC6E19D-FB25-427E-A81F-1B2D944D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霊烏路 空（れいうじ うつほ）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272941F4-3192-4ED3-8B39-FDD8AA0B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BCD3F087-7AE5-4A12-944F-97EC13C2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E6704F1A-51F8-47DA-810E-05AFEB94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古明地恋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75F435C2-E4A4-4A29-8C64-C75EFDC8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 こいし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03126D05-CD5E-4D81-B99A-4EB3086C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2D383149-26D9-4295-9160-9A38DB40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08369A69-EE21-4143-B49A-06BC52C8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娜兹玲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8166FCDC-9008-4A6D-943D-E4FEB6F9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ナズーリン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0F75F789-8D74-4B5C-AE0B-7108CD8B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per">
            <a:extLst xmlns:a="http://schemas.openxmlformats.org/drawingml/2006/main">
              <a:ext uri="{FF2B5EF4-FFF2-40B4-BE49-F238E27FC236}">
                <a16:creationId xmlns:a16="http://schemas.microsoft.com/office/drawing/2014/main" id="{0B868957-4FAA-492D-AE56-02B8BF5F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E28DD466-829A-4D55-B9B5-BA78A24D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多多良小伞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D0EF2A8C-9453-4D63-82A7-0FE07434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多々良 小傘</a:t>
            </a:r>
          </a:p>
        </p:txBody>
      </p:sp>
      <p:sp>
        <p:nvSpPr>
          <p:cNvPr id="50" name="paper">
            <a:extLst xmlns:a="http://schemas.openxmlformats.org/drawingml/2006/main">
              <a:ext uri="{FF2B5EF4-FFF2-40B4-BE49-F238E27FC236}">
                <a16:creationId xmlns:a16="http://schemas.microsoft.com/office/drawing/2014/main" id="{E979DDD8-CFA9-4757-8442-526D7096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F825A9-3507-4544-AA07-9C55ADB2FA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e24503ed341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804326-9AD2-4BD2-94C9-4964B69B49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0586eedfd4f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A5E3AD-30A2-450D-82E0-083C57D3A1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97a510ce546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F6F684-DC9A-40C0-BCE7-9B354FA1DE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13a88a08b43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8697A3A-F077-4C53-A65D-FE0CC2A506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928cbb3cf4b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7EE4D3-B25B-46D2-B924-9C454B2C93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288c7062245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64386F-1947-40D4-9A91-514DEB1B43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59e7201d644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64FBE6-651D-49B1-8700-1C56A1B7A3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04aeb19ea4e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50F20E-9B1E-402D-A9F4-8FA05BDBB8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761f7cffd403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C28570-215D-43DF-9E62-068AB43C23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103bc53be40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88738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E9C7B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paper">
            <a:extLst xmlns:a="http://schemas.openxmlformats.org/drawingml/2006/main">
              <a:ext uri="{FF2B5EF4-FFF2-40B4-BE49-F238E27FC236}">
                <a16:creationId xmlns:a16="http://schemas.microsoft.com/office/drawing/2014/main" id="{672DF340-E03D-466A-B647-1A71B576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9FBA2B6-2886-4304-AE94-707161B8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169A232-DEAC-4471-898E-E19DD1B5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pPr>
            <a:r>
              <a:t>V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0E74337-86E3-4C75-A83C-0976B83A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34555AA-5B6D-45FE-A08E-E73981AE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 · 星莲船 · 旧地狱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289DEFBC-D791-4030-88C0-2C699A2D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1D41836-96F5-4224-A460-0F5A0C82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20名角色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E7AAEDE-B6F4-4FD1-AACB-37F0B0C3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021AEB0A-F96A-45F1-B6A5-5D60CC37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E43D77E-3927-4E55-8C25-C4D1BBD0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053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DED178A-5C5D-4F28-8EB9-50E2228E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B6C4C6B-9ED9-4BB8-AEC2-6FA6E080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云居一轮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A8FA210-3938-4FE6-9455-04B017D0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雲居 一輪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29E05BD-AAB6-44E3-8185-387AC0F1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5A9E3BBC-1048-4C50-B69C-8AC16F52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DA05E98-2E4D-485C-8EEF-621C8FAE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云山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487F93C-ECBB-43FD-9A52-5F04694E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雲山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6B33BC72-9603-4D12-917B-02667B09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FEA1E4B1-2606-4074-A763-152D76B0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2780DB3-E945-4611-A50D-D771779B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村纱水蜜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639186D-826F-4D44-BA67-B1D3DA6C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村紗 水蜜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F4332E79-3AFF-4429-AD0E-A29E246E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44C9ECB-232C-4546-A6C1-AF81CF3C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8404822-5943-4EAB-BF10-10B8DCE6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寅丸星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09D00E9-45A2-4F70-BB35-1B9C8957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寅丸 星（とらまる しょう）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A7358538-D914-40C1-A4B0-D30A6D35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6368E6AA-DD27-4FC6-B370-ED4AA66B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798EE02-B009-4A03-AF3F-502055A0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圣白莲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9AF59A58-7578-4B0B-8B33-878A19B1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聖 白蓮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C5CD95D4-8E84-4EA0-A7F6-AC6FEBC9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D0261B3B-CF45-4631-8F6A-E2C62AAF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8043499-8C76-4995-9677-32B1E4C3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封兽鵺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441647FF-5576-4AF4-BA42-0B970D50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封獣 ぬえ（ほうじゅう ぬえ）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D67F3224-60DC-43FD-90FC-3C2C950B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4426AF53-EEB1-4C97-941B-4819306D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D343891F-86C5-4F23-B25A-6251063C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姬海棠果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FD5BB167-F6B6-470B-8B3D-26EB2CA3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姫海棠 はたて（ひめかいどう はたて）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9A0B5F21-7783-446D-9962-420908ED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EDDEFA35-37C7-4124-B8FA-A6FC43BA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9DBA7A71-D13D-4DDC-90BA-93C874BA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桑尼米尔克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D43060C5-DA71-428D-A680-D7C68798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サニーミルク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166BA860-AD6C-44AE-913E-456ECC17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27738E9C-F4E6-4572-8F9D-305C63DD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00CF136D-F86F-42BE-A2D0-AEB6982B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露娜切露德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3F94197F-4730-489D-B093-2BA5BAC9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ルナチャイルド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52025E82-FA54-44F9-AEC9-3D23984C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per">
            <a:extLst xmlns:a="http://schemas.openxmlformats.org/drawingml/2006/main">
              <a:ext uri="{FF2B5EF4-FFF2-40B4-BE49-F238E27FC236}">
                <a16:creationId xmlns:a16="http://schemas.microsoft.com/office/drawing/2014/main" id="{D23E58AC-7727-41E6-9725-A24B52F5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A40FE04C-2F6E-4BA5-ACA5-F3042D51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斯塔萨菲雅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4727D15A-7866-4028-937D-B5F73E9F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スターサファイア</a:t>
            </a:r>
          </a:p>
        </p:txBody>
      </p:sp>
      <p:sp>
        <p:nvSpPr>
          <p:cNvPr id="50" name="paper">
            <a:extLst xmlns:a="http://schemas.openxmlformats.org/drawingml/2006/main">
              <a:ext uri="{FF2B5EF4-FFF2-40B4-BE49-F238E27FC236}">
                <a16:creationId xmlns:a16="http://schemas.microsoft.com/office/drawing/2014/main" id="{10C13D31-E55D-4C4A-9449-76F541BF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DB38EC-30C6-4A5B-BBA4-47199CF088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31e38fc044a57"/>
          <a:srcRect xmlns:a="http://schemas.openxmlformats.org/drawingml/2006/main" l="0" t="9986" r="0" b="9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391273-C5D6-41A2-B0D9-CB0B279531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059822a464f2a"/>
          <a:srcRect xmlns:a="http://schemas.openxmlformats.org/drawingml/2006/main" l="0" t="9986" r="0" b="9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C75ADA-C647-4B4A-889A-234AFE64A6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8fc050c9149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07A0D6-8525-4CA1-8AE3-D8D9E0B2FD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afef375694d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DDC4E1-A458-4A5A-8612-EE598E57FA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16b2449c545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E65070-4F08-49C7-98E8-4AEF085C31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edeb0195142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ECA0F9-D53C-429C-A0E9-C89DBF0089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1d3db6c9e46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E73358-3521-4D54-A238-0B13C9BE76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4dbc9b90341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C8ABD9-810A-4211-AAB2-23B87F4E99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a7fe1484d40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A8BBA2-126D-45EF-8D1D-7382201F2B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73fa97c6c43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9148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01F726-DA0A-4A45-9F03-7AE1C3C4EB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8fff3e4b745d8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27BD0A4-4FB5-4B4D-8F45-0EB9FC3C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657CE46-7CF1-49F2-83F2-6A70F5AB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6E70283-FDBD-450F-B5A3-515DB467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7E2912C-7BBD-4A8C-BC82-FE403B05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琪斯美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A14A936-5743-465F-9ED8-C7E1DBCA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キスメ / Kisume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60AA02E-9D24-4417-9040-383C7D48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674AFB6-A0E8-4449-A0D0-4FEEBB1C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她是钓瓶落，是地底一种恐怖的妖怪，性格内向而凶暴。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B3E0B0C-022E-4235-B2D1-80853A73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75DB162-1214-4C4E-A295-9549EF23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钓瓶落 · 地灵殿的一面道中Boss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A56FA24-A838-44F4-9110-0025F7AA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CAE8038-D706-40F1-A943-66EBAD0B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C35B2F5-5CAE-4278-BC7A-8BEF9762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地底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E61B8AB-F479-43FE-8ECC-43E19D7C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E531A33-41C1-4339-8AF3-6FCC7445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48871D5-FBE8-429B-B844-BDE01405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降下鬼火程度的能力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6BF7231-EFFF-4985-941A-A831E8E7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3A5FAE2-9E53-47BC-84D6-6FE85912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34741A7-C135-4D12-8EF8-14F1F350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CD1922E-C8C1-40DD-ADBE-63542F67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7FC7FDF-99AD-4BAA-993E-5151A409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2B7DD12-E236-46F0-8B0C-870B376F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C048857-03B7-46DD-A38F-2A558096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49EF138-9863-4E6D-A418-011D6533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054</a:t>
            </a:r>
          </a:p>
        </p:txBody>
      </p:sp>
    </p:spTree>
    <p:extLst>
      <p:ext uri="{BB962C8B-B14F-4D97-AF65-F5344CB8AC3E}">
        <p14:creationId xmlns:p14="http://schemas.microsoft.com/office/powerpoint/2010/main" val="133919944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54BF80-B587-42BE-A11D-957FFDCABE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b6a136d17455c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1CAE247-23E5-42D3-882D-FCA55871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5EBF665-775C-4513-9792-8E23FD8D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59A08CC-EEEC-4329-A351-EBBBDECF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6889E9A-68ED-4476-84EA-C8E13563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黑谷山女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26380C5-0B50-4854-9EE8-7A9FA958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黒谷 ヤマメ（くろだに やまめ） / Kurodani Yamame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054C07D-E5A3-41D7-AD21-6453EDD3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3DC68D6-E994-4FBC-B4B6-18857BBE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她是土蜘蛛，因为能力而被人类厌恶，生活在地下。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B120A05-7AF8-47E1-A305-B85729C9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8130FD6-94CC-479F-9524-4CC0734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土蜘蛛／妖怪 · 地灵殿的一面Boss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8D000D2-28DF-4EBA-ACE9-E8CC30E3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90E3C1A-38DC-4704-9A8D-9EF83B9C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2F66296-D065-4F49-849D-CA04BD72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旧地狱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297AEC3-25B2-469D-BB43-DC068DA6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CC42ED2-40C9-4405-9946-15B52BF0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D2EE548-5513-4024-ADBC-7BCDFCAE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操纵疾病程度的能力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7244A9B-F7BA-45A6-B53F-84B525E6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4D898E3-3B1D-4AFF-ABD3-142F0FC5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8D1701D-A2F5-4D11-871D-3CAFE940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5484DA7-CCDC-453D-BC02-E012439D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5903CEB-26AF-40BE-9E4B-326A9050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286B062-97FD-4E8F-B3D3-C286DCD2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74B7377-54D7-4BE6-87F3-CFC859BA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8A51CB5-EFC5-440F-88E4-724E3B09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055</a:t>
            </a:r>
          </a:p>
        </p:txBody>
      </p:sp>
    </p:spTree>
    <p:extLst>
      <p:ext uri="{BB962C8B-B14F-4D97-AF65-F5344CB8AC3E}">
        <p14:creationId xmlns:p14="http://schemas.microsoft.com/office/powerpoint/2010/main" val="136317650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79D7A-4C25-453A-B5EF-5BBA1A1662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e5e2157b34cc0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E8B444E-CCB8-49CC-8977-91F999BA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0296CA7-FC78-4DA7-A972-A4AAA09C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A01B6DF-9180-42D2-A5DE-8F314571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2369963-E05E-49E1-AE2C-59A1DB25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水桥帕露西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E8595DD-233D-4652-A1BC-1E37B2B7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水橋 パルスィ（みずはし パルスィ） / Mizuhashi Parsee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D80220A-2AF1-4B84-84DC-8F89CD3C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0B56AEE-D15A-4B61-A6E7-A689A7A3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她是看守着连结地上与地下的纵坑的桥姬，被嫉妒心驱使着行动，并以人们的嫉妒为食，因此可以说她身为妖怪的本体就是嫉妒心本身。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43AEEBB-06AD-4C68-973F-1F760300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0183CE1-005E-4FF6-BD2F-A59D8027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桥姬／妖怪 · 地灵殿的二面Boss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B501344-8ABA-4AD3-9ADA-3573D256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6161111-2EA1-4779-BD90-01E2D0BD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E7914E5-74D2-4324-B24B-5B25F61A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操纵嫉妒心程度的能力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4CED6ED-8F30-40E9-9FF1-9E956078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FB1DBA3-F297-4F31-8358-C90C3383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39659E3-73C0-49FB-A039-6AAD75E8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D4011F8-CD16-4BD3-9BAF-ED6D5929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91D4B63-52AF-4C2A-85CF-A37A045C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41C16EC-9F4C-40DE-A977-FAFFE468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5637CFE-D7F7-4623-894D-05C00A9A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2E9E31C-D043-4C9A-80FE-E411C047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056</a:t>
            </a:r>
          </a:p>
        </p:txBody>
      </p:sp>
    </p:spTree>
    <p:extLst>
      <p:ext uri="{BB962C8B-B14F-4D97-AF65-F5344CB8AC3E}">
        <p14:creationId xmlns:p14="http://schemas.microsoft.com/office/powerpoint/2010/main" val="45688346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9C5F90-0FF9-4DBF-8FCF-458EFD7425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bf89eca504453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F9DE38C-975A-466B-8289-38F15212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AC661FC-8B29-483F-BD1D-314A4ED3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1168C61-8938-46E3-9A81-F551F4BA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1B7EBC6-23A3-4950-8604-3EB158B0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星熊勇仪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4B4A04E-8A12-4311-AACB-5618CC7D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星熊 勇儀 / Hoshiguma Yugi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C26ADB6-6BF2-4755-9F78-2ABE4891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3721672-A31D-408F-8375-6C14254D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她是典型的鬼，有着刚毅且干脆利落的性格，周围总是风波不断，绝无一刻安宁。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E6AFB6F-57E2-43DF-849D-21CE74E4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E18A1A3-BFB3-4510-9733-5EAA2248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 · 地灵殿的三面Boss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114F79D-56A6-498B-9220-9D08D77B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3144D7D-D4FB-4CFA-8C99-276E52A0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EA97E6B-FDAB-4995-8750-10B68F97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旧地狱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713A5F7-CB31-4F06-9545-CB00550B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737CB43-F49E-4579-8728-3D856B6E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2C284A3-CC96-45B4-BD28-7D961A05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使用怪力乱神程度的能力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01E3E0A-6170-4293-A276-5471102A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630833B-FE54-435E-A541-D5C6C049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3C86F8A-39E9-40CC-87B5-2EBE4C64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07D7DDE-00A7-434E-A648-7AD948F0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62A1937-BF65-456D-828A-DE3D92AA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C5D23DE-489A-4E2A-AD33-2FB5D97F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9245B09-AEAC-429D-AE91-38B4176E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5AC7563-312F-4DB5-88DE-EAE972DD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057</a:t>
            </a:r>
          </a:p>
        </p:txBody>
      </p:sp>
    </p:spTree>
    <p:extLst>
      <p:ext uri="{BB962C8B-B14F-4D97-AF65-F5344CB8AC3E}">
        <p14:creationId xmlns:p14="http://schemas.microsoft.com/office/powerpoint/2010/main" val="170542652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D4C1E5-08D6-4064-AD38-5C3937AB5F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933364f144606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181457F-5F8E-4590-B71B-A6F87533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89812B7-086F-4A8D-85F9-35F4C947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A80B0F6-5DB3-41BF-9790-A7E74C26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2C2ABE5-A823-4150-84F0-E9D4025E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古明地觉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0DCDC69-20A5-4111-A267-94410258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 さとり（こめいじ さとり） / Komeiji Satori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19C3B3A-1C3B-47AF-A5D0-4422E032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93C944D-31C8-4302-9886-C06A1484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她会读心的觉妖怪，被委任管理旧地狱-灼热地狱遗址的怨灵，是遗迹正上方的别墅地灵殿的主人。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6B406B5-9035-430C-9CEB-043A685C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7F774DD-2291-41D5-A2A8-7587310C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觉 · 地灵殿主人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976D6C6-FC27-4440-AA6D-8A048B97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5E04F28-74D6-41CF-9E57-B99DEBEF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6BC112A-9066-4320-8C6B-0A587496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32247F9-8F1B-4DB1-AE9C-D6FACD55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5DCFE89-A0E4-4663-AFA1-FE11A956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2802846-38B2-40A5-83EB-D51C6A98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读心程度的能力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01D0F02-37D3-4301-9D5E-58474318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2FEA876-7112-4190-8382-BFE5D5BF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CDED10F-97BE-4577-9B31-5865FD8B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2D58DF6-D9BF-4C18-9F72-8073D21C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1D0901DC-F9D4-48E6-A89C-41370104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32498DE-3986-4E54-9A8C-681C56ED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09A64E1-4596-4EE4-8AB4-0D3594BF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古明地恋／火焰猫燐／灵乌路空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69812C64-D0E0-4D68-9238-076C9981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C1FD85F-450B-4F13-9617-6BE8405A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058</a:t>
            </a:r>
          </a:p>
        </p:txBody>
      </p:sp>
    </p:spTree>
    <p:extLst>
      <p:ext uri="{BB962C8B-B14F-4D97-AF65-F5344CB8AC3E}">
        <p14:creationId xmlns:p14="http://schemas.microsoft.com/office/powerpoint/2010/main" val="91640055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0556DB-0801-4291-9DF3-E315BBF395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37eafea4d48e1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81DB6EC-F459-4897-AB85-EA2A1E62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32FE1BE-33ED-4B24-A34B-BF6E2F37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8DCB133-43C5-4BBC-950F-38C9846E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19D1BC2-4BA8-4905-95DF-6701EA12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火焰猫燐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79BC98-4199-4D45-BD9F-5298B593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火焔猫 燐（かえんびょう りん） / Kaenbyou 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E2533D5-F4B9-4E39-B1E8-A9F2BDB8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6ABD90A-5C88-4DF8-B844-DEFE453D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她是栖息在火焰中的火车，喜欢收集尸体，但对已埋葬的尸体不感兴趣。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B3EF4AA-E406-4854-A2D9-EDC9C8AB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DAEE71E-2077-420F-A6C4-989B5AAC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火车／妖兽 · 地灵殿的四、五、六面道中Boss和五面Boss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7F564CE-7417-47F5-ABF1-0328DF7D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5110811-9C3F-4B24-8F6F-B10A9E76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7235C41-A6AF-472E-B7F1-A643C49B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0F85894-1157-4CB7-9A4C-2373D0D1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C9E467D-D18B-4A46-A3F9-C2842BCF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E3E20A0-6A21-45B2-834A-D70A7575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带走尸体程度的能力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D46F04E-7834-40AC-967A-D6973514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4840DC3-DB57-43D0-8FDD-C60E021A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E819922-FBC9-4C67-B567-C94CFB63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161C2F2-8BF7-489C-A6D9-125E7596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B1A7827-4F94-4569-B340-8330BCB3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102113F-CBE2-442B-AFDA-05E2F749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30BF54A-C1E3-4E67-A3C5-834583B6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BF4A450-4470-4A15-9D8D-3A4BC6EB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059</a:t>
            </a:r>
          </a:p>
        </p:txBody>
      </p:sp>
    </p:spTree>
    <p:extLst>
      <p:ext uri="{BB962C8B-B14F-4D97-AF65-F5344CB8AC3E}">
        <p14:creationId xmlns:p14="http://schemas.microsoft.com/office/powerpoint/2010/main" val="192127030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C03274-C712-4116-A4DD-4939958CC9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d79c5617d4d86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2E6A814-1858-4E00-A12D-43C03ECF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00E667E-50D6-4B20-9E73-71459BCC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0E57995-F071-471D-B5F4-1B420F21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16D8EE9-09B5-41B0-B6CA-34162880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灵乌路空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926C716-1C58-47AC-B20B-EC86D26C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霊烏路 空（れいうじ うつほ） / Reiuji Utsuho，Reiuzi Utuho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B1732BB-7CB9-4C76-80C3-787699DD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C621C8B-2DEC-451D-AF8B-967ED345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她是生活在旧地狱的灼热地狱遗址的地狱鸦，被八坂神奈子选中而被八咫乌寄宿在体内。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9DF5B38-9546-43A4-89CD-35AD75C7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46CED02-8A05-473B-B140-1265E4B8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地狱鸦with八咫乌／地狱鸦 · 地灵殿的六面Boss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B448DB0-7259-4768-8DCB-4B0871A9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AC5E3C7-05B3-4EA6-9B74-24BBFCD8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474193B-1817-4291-A338-FB174C85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553BB9F-3854-403F-89BE-25C39E97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8B7422B-E8C4-4A7C-897F-6445C2D8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570247C-7670-44F6-B41B-BDC00683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操纵核聚变程度的能力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537351B-403B-4976-B740-D76EFF5F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D9322DB-D354-4124-B1F9-2D6ACAA2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28A5284-7F58-4151-A154-0E09B769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AD7E2BD-8A99-4B29-B5BA-34EC374A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8523454-2F0B-498D-A412-0033CFE3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F5E095C-ACC6-4579-A4E8-F8AAB921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8091DE7-77E4-4583-84A8-7BB0EFB1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E5F5913-87EE-4B8C-9701-72130371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060</a:t>
            </a:r>
          </a:p>
        </p:txBody>
      </p:sp>
    </p:spTree>
    <p:extLst>
      <p:ext uri="{BB962C8B-B14F-4D97-AF65-F5344CB8AC3E}">
        <p14:creationId xmlns:p14="http://schemas.microsoft.com/office/powerpoint/2010/main" val="521116881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0E7014-E26B-4881-91F0-0DD1A0ADB6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f66f7a1014693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627EE4C-872B-4862-AB1E-9DC9786B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0E867B7-2CD7-4342-978A-2DF96C65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BD4D921-785C-43F5-8806-1E9DAFC8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75298A2-675E-46B4-AD96-4EB0EC09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古明地恋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B2CCA20-C050-457D-A803-751B987A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 こいし / Komeiji Koishi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755D3D2-CA54-4C39-AD73-FED7006E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8F4DE59-F5AD-41DE-BB77-6E903EC1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她是觉妖怪，一种拥有读心能力的妖怪，但恋闭上能够读心的第三只眼、封闭内心后就失去了读心的能力，同时获得了操纵无意识的能力。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BCF182E-B0A4-4072-94FD-B9413B7C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2697B84-8934-4BE1-BB4A-9B64F20F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觉 · 地灵殿的EX面Boss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7A91340-219F-4FE3-9696-E57447C4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0AFBECF-92AE-4EB9-A4CC-8CB6741C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F115EC8-9055-40CD-A9C4-93C46C3B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B6B4D3E-A39C-4247-92CD-46019CFD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34E76BB-E8D7-43C4-935C-3EBD58DF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D9E06E9-256F-4000-9150-2C5E6593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操纵无意识程度的能力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AD4BFE6-B6DC-4AA2-A577-D84309D9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FC098F0-037D-4767-9B09-87DF670F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72374F7-0911-40DF-981E-6732CCA0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949B3FF-9FC7-4509-8C3D-AD8431A6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CC393E6F-EAE1-4ECE-9FE1-743DD470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659B9F8-EF17-41BD-A144-93539497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B1545EC-13AB-47E9-986B-2C3B9F4B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古明地觉／秦心／地上与地底的偶遇者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F444B360-FFC1-4EAE-A5B8-A988EBFA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2DFB92A-3FCD-4095-BBD7-4E942702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061</a:t>
            </a:r>
          </a:p>
        </p:txBody>
      </p:sp>
    </p:spTree>
    <p:extLst>
      <p:ext uri="{BB962C8B-B14F-4D97-AF65-F5344CB8AC3E}">
        <p14:creationId xmlns:p14="http://schemas.microsoft.com/office/powerpoint/2010/main" val="1458626422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DB6C3C-B96C-4B7C-9A25-CD8674D028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69b3b0c4c452a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57D85E2-FF7C-41F0-8383-24D34F71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DDA8F94-A283-4808-B44C-C3136DC2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AD8C5FA-2E2A-4851-8956-A9B67421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0778CDB-2658-4D2F-BE7E-40039BF6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娜兹玲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7519AD8-CE72-473E-9B38-DAC9C402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ナズーリン / Nazrin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E3923FE-4E6D-4084-9173-53BFB5AA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671F058-5D62-4456-87F1-58DFB3B1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她是寅丸星的使魔妖怪鼠，是真正的毘沙门天派来帮助和监视寅丸星工作的高等妖怪。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A1B98E0-AB1F-48C5-AC14-C7C489C7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072AB5-EAB5-4243-A5CE-7B322D9A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妖怪鼠／妖兽 · 寻宝的妖怪鼠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31E1C59-CA3D-40DD-A7DD-10FA7E1A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7F63218-3AB8-4176-B1BE-318D29AA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17E055F-2897-4387-B8B1-A26387F6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EAF3353-2062-4439-A67A-7AF25575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64BFAB8-80DB-4E06-9120-AF410C1C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BEC978A-036B-4F78-ADF6-866565C7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寻物必见程度的能力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56D3073-7A79-4DAA-A6FE-24288ACE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994BD4E-E36D-424A-8566-8CC1CF68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97DF625-A4BB-48EA-94EE-231DC42E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0A4FBCC-E04B-4ECC-9A5B-38814964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AC6773E-D3D8-40C9-ACF5-E6CECBD1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2D82E2D-1B8D-40A1-9FEA-8A49D244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353277E-0D6F-4F82-95D1-C031B474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F7BD5F6-CC9A-45BF-BA1C-FA07D836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062</a:t>
            </a:r>
          </a:p>
        </p:txBody>
      </p:sp>
    </p:spTree>
    <p:extLst>
      <p:ext uri="{BB962C8B-B14F-4D97-AF65-F5344CB8AC3E}">
        <p14:creationId xmlns:p14="http://schemas.microsoft.com/office/powerpoint/2010/main" val="1796369733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151C94-92A4-48BF-8F7E-AD06447B42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0f8c05e7c4221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A4E39C3-7E90-4F57-AC1F-4C21EE52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B837DB3-228D-4E80-B127-B614B200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1B455AC-2310-40E7-A79F-8FA14903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95DCF91-88A0-49DB-AEFF-F3858F04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多多良小伞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55728CE-7533-4AA0-A5D4-39D961E3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多々良 小傘 / Tatara Kogasa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42228F2-6215-40AC-AB02-2CA07CC0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95EFD72-6DEA-40FF-ADCD-E4528FEA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被人遗忘后成为妖怪的唐伞，属于付丧神。她性格开朗、亲近人类，以吓到别人为乐。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E9A9826-F2CC-4A70-BDB0-BA3C8189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B967CAB-DF1A-423C-A883-5209F66D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伞妖 · 星莲船的二面Boss和EX面道中Boss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96A790B-073D-48BB-A8B4-ADE55991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5C8746A-1ABF-41E1-897D-74682D03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F73EF51-DC3C-4681-913B-11F9A39E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86A47EF-3ECC-4CA0-9083-C3798FE5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7568C54-FD40-4ECE-B092-D7CCE932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BCB77EF-93C0-43D9-9D28-AB1FFA39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惊吓人类程度的能力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712F77F-6A61-436D-8CE3-B746BAA1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9F1D8E8-801F-4F20-BDC4-7E6FDCB9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59961DD-AA3C-4846-91DA-C93487C2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1D36065-ED59-4AA7-9E8F-7C3BEBA5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D9AA16C-544D-4D6A-96F9-0F0B3BE2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600AF96-F940-4C75-BA45-37F4BA63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7A7598CF-BD22-47C6-94A1-861C2AAD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40E09E5-7404-4F42-BB4C-EFEFC708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063</a:t>
            </a:r>
          </a:p>
        </p:txBody>
      </p:sp>
    </p:spTree>
    <p:extLst>
      <p:ext uri="{BB962C8B-B14F-4D97-AF65-F5344CB8AC3E}">
        <p14:creationId xmlns:p14="http://schemas.microsoft.com/office/powerpoint/2010/main" val="91568795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C162EB-CA6F-46B3-AFA4-A3B63EB16C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c8675c13f40b8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44060B6-27F7-44DF-92CA-6FE4F7C7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1D2B313-32F1-4374-9767-9472C8CB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05B88DB-B66A-401D-92DF-DE25C3EA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AD7BC72-4D23-4BC3-86E3-1EB9DFCE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云居一轮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10FCDED-CA70-4B95-AD4B-FABF7649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雲居 一輪 / Kumoi Ichirin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88D9816-5ECE-441B-811E-7130376C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EEDB527-C11B-4C27-ABF0-EC973AE4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命莲寺的妖怪僧侣，能驱使入道云山。她与云山相互守护，也一同参加弹幕对决。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16E7E77-2316-4592-B10F-11307F6E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E6B96E8-A03A-4D4F-B3F6-21AD8934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命莲寺的妖怪僧侣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6BD4264-B122-4EC6-B783-F93F38F6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E84FF51-A6EF-4DA0-B25A-611A9BFA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041784B-EA6A-4A4F-8B7E-91CC0EE2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FAC815B-40B9-41E2-A6EC-054E4261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4C744C3-98FB-4476-8BC9-0C4FCD14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B3C116D-54A2-4DA5-9F60-AA787C62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驱使入道程度的能力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2541ADE-D5A4-4FE7-A4BD-6DC72B94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2D91642-9FE9-4824-A5FB-4819FE83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5FD8626-6226-4E65-BC7B-160C764A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E462EA7-F010-4C77-AFD0-F1D0DAE1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8E990582-094B-435C-8DAC-32B51162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B5B9B6F-1747-4A8A-945E-757B8979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0BF63A6-DD14-4DF9-B545-CB0B4B80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云山／圣白莲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469C4D8A-8410-483A-B2E4-7868E786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89399CE-DEB8-462B-BBD0-0A269428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064</a:t>
            </a:r>
          </a:p>
        </p:txBody>
      </p:sp>
    </p:spTree>
    <p:extLst>
      <p:ext uri="{BB962C8B-B14F-4D97-AF65-F5344CB8AC3E}">
        <p14:creationId xmlns:p14="http://schemas.microsoft.com/office/powerpoint/2010/main" val="1671859067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10F5F1-6C67-4E31-AD6C-7D565FBF45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0dfeb4f5f42ab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0884313-2874-4E9A-8D08-6D2ECA65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FDB6100-6945-4CEC-922F-2DEBFC6E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9B74DBC-3201-41AC-8E3B-CBECF0CD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E1C6C21-B515-4CA2-823F-3DC3B886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云山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577414C-2C41-47E2-994B-78E304E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雲山 / Unzan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C076D49-DC63-4895-A9EE-AD467140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3772994-E849-49A6-8BD0-2529EB4E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由云变化而成的入道，性情寡言，守护着云居一轮。能够自由改变自己的形状与大小。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549964D-34CE-4BF4-BDB5-B7C899B0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40E959E-556F-4578-A094-E36BA71B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入道 · 守护一轮的入道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964573C-AB87-466A-91B4-37383B90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EFFF3E0-5E29-4035-98B2-231BA142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B580385-E719-4819-816F-17B09FC4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65CB951-801E-44BB-8523-55D32AB3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04D513D-1D90-4FAE-AE55-802FF0C3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EB2E88F-D13A-4F44-B0D2-DFC8C931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自由改变形状与大小程度的能力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F6BA2F2-71B2-49E0-A6B6-112FAD1A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341571A-2B53-4BA7-867E-685FC7E0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C7C7DB9-2333-4640-8277-25C2F691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0048F52-659A-42E8-B889-85F822A8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8BFAD8C3-17D1-4F1C-81E5-9C5B6C61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6FAEF28-45E2-46E5-B6E8-24A2E640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E7836B0-FF45-4A6F-B56B-BD490BAA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云居一轮／圣白莲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6DA8065E-3531-4D62-AD2A-7C49E021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9909E13-FF69-4FB7-9019-7AB9D535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065</a:t>
            </a:r>
          </a:p>
        </p:txBody>
      </p:sp>
    </p:spTree>
    <p:extLst>
      <p:ext uri="{BB962C8B-B14F-4D97-AF65-F5344CB8AC3E}">
        <p14:creationId xmlns:p14="http://schemas.microsoft.com/office/powerpoint/2010/main" val="172381911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B56482-9067-48A4-91ED-CB7A4B34FC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0e059d2904bc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BD1909D-A980-4BAE-ACD5-5A47E4F3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05A4FC0-962A-4971-AA82-406FDF5D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5F07150-8220-4A73-9AA2-C25C0494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02323C8-F574-45DB-81FF-698CE5AB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村纱水蜜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2BED7D6-A568-4E64-9EDF-055CD4BA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村紗 水蜜 / Murasa Minamitu，Captain Murasa Minamitsu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228233E-CBCC-4DFB-83DA-0BBE5819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C6986E-C857-43E8-9331-ED867D94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圣辇船的船长，是引发水难的船幽灵。她性格开朗、十分健谈，平时住在命莲寺。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7774B30-F7DB-456C-8659-ACD30874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698BD3B-E699-41B0-B4D5-899B67B4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船幽灵 · 圣辇船船长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7346CD5-38C9-4BC9-BD6C-0803CD6D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1B89CAA-5C11-41D6-957E-C2B5566C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96F6888-DDA8-44DA-899B-A1097C02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圣辇船／命莲寺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43CA82C-30B2-460D-B52A-E04DF4E3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A2D6EEB-D740-48F9-AFC4-4C591377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BE0E133-D492-4C7D-9B8E-579F7530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引发水难事故程度的能力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0CE994E-4D21-47B6-9CC3-13169C6C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5C544DB-94C4-4517-A4E3-CF45C379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66984E1-7FA0-4221-98CA-C9CBB50C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66DC4E2-7667-4A68-B391-59CF1BE2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CE16A38-BA82-42EC-83C8-0130FFB5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CAAB2F2-AA6C-44E3-989D-F91ADADF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6784E61-BBFF-4735-9168-981B62A8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5608D80-B443-45A4-A94D-7925401A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066</a:t>
            </a:r>
          </a:p>
        </p:txBody>
      </p:sp>
    </p:spTree>
    <p:extLst>
      <p:ext uri="{BB962C8B-B14F-4D97-AF65-F5344CB8AC3E}">
        <p14:creationId xmlns:p14="http://schemas.microsoft.com/office/powerpoint/2010/main" val="1928794094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1DE475-8410-44C2-B2C0-302653C3DD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dbf89b5a84df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2F3A29E-631C-41E7-AFBB-A08267E7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0D8CB2B-3B69-4BF7-8019-9A6F775A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1D4597D-24C9-4FB1-9753-158B3221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B5CB06D-7C1D-4F78-9F50-0E191C29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寅丸星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7E62C61-FEED-4D36-B90A-63BC0DDD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寅丸 星（とらまる しょう） / Toramaru Shou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77FD28B-2BC1-46FE-AB30-EB56C097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E4FAEE6-C3D4-40A3-B120-46D68D9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她是山上巨大的肉食动物被人们畏惧而变成的虎形的妖兽。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3CEDA77-AC44-4C80-B653-070A9E27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8AFF2D1-213C-484C-AFE3-18251220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妖怪／妖兽 · 星莲船的五面Boss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9C46CC3-CAE7-4DE3-8339-F8D23C02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C89DBB2-BC59-4B94-92C4-6A63E958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E0A52D6-C090-4ECE-A9A6-7F4D9867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2761747-20E6-4A46-A26C-CB565CA6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F78B568-FE9B-4BDE-BEDC-57044AA1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ABB459B-98AE-42B5-BD19-5B59333A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招财进宝程度的能力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2D4B7D2-C5CC-47F1-B4C9-6D59676D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21585BA-F1B7-4223-880B-2978D891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C566111-0414-4944-BF4F-FAA9C5DB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698DF56-08F4-4DCC-AC38-DA7A8F83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91F4E7A-B846-4BEC-84B8-AEFBED7F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1B3CEA8-3898-415F-A612-CA737265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AAD3513-3286-4F68-A0F4-52B3303B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F550DA6-2647-4E84-95FB-E7786661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067</a:t>
            </a:r>
          </a:p>
        </p:txBody>
      </p:sp>
    </p:spTree>
    <p:extLst>
      <p:ext uri="{BB962C8B-B14F-4D97-AF65-F5344CB8AC3E}">
        <p14:creationId xmlns:p14="http://schemas.microsoft.com/office/powerpoint/2010/main" val="1293083058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E8ED41-8EBD-4D87-A2FB-0188BB59FA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50ee286db4d46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2DB70CF-B6BE-4B3B-B5BC-333F5E17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94A5BBF-EA9E-4FA6-BF88-2CED0468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E8B8E80-1AC4-4DEE-8447-948DA548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75AC0A2-EB45-46A7-9264-66EEA365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圣白莲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BFDFA9B-43AB-4E74-9262-882F01F9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聖 白蓮 / Hiziri Byakuren，Hijiri Byakuren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8FBB46E-C90F-4F34-92E1-54D72595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D87E8D3-778C-47FB-BA72-CCADB414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原本是人类的僧侣，后来成为魔法使。她站在妖怪一边给予帮助，因此受到妖怪们的敬仰，也曾因此被封印。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D7D689A-96F9-4515-BAD2-47487FD3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6EA589D-34FC-4196-8D7C-0FC41059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魔法使 · 命莲寺住持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022BADE-2269-45C8-8EAE-E3F27226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C94BA35-C694-4874-9C5B-A0E87F72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7C0E7EF-6804-4847-999A-5855AACA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EC1DF6F-3705-4762-9EC9-CD4A543B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2BCE76B-C659-44AA-8FB4-A7BB5FAF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20961F4-EF20-42DC-BD3D-0904893A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使用魔法程度的能力（增强身体能力）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415F183-5E0E-4969-A654-50F4E649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A79C8AF-B0CF-4437-A8D6-ECB88DA9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3CC9DA5-E4E9-4059-B6BC-80544C12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FC1D82C-17DE-4FEA-A070-319BD716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6823D259-2E5E-4A25-9DF1-A86461E9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2FF7B27-8045-4BEA-BA10-4070B4DD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AB8529E-A604-4155-A580-E4866219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命莲寺众／寅丸星／封兽鵺／丰聪耳神子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7666DD66-C673-4DFE-A7C3-C74EAA5D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7A72E1B-7B41-4331-8EEE-0792B68B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068</a:t>
            </a:r>
          </a:p>
        </p:txBody>
      </p:sp>
    </p:spTree>
    <p:extLst>
      <p:ext uri="{BB962C8B-B14F-4D97-AF65-F5344CB8AC3E}">
        <p14:creationId xmlns:p14="http://schemas.microsoft.com/office/powerpoint/2010/main" val="136948143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309F05-5F5B-424E-A5F7-92A366600D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ffbe9fa8741b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AC60152-A1C3-4F94-A6C9-7D610CB8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CC890C9-0335-44E2-A5AB-38152EEA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E47D485-A7A4-429A-BF43-BE440194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95B6AE-FAAD-48D3-89A9-2E1390CA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封兽鵺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4A4A0B7-0F0A-4BA9-B592-8360E679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封獣 ぬえ（ほうじゅう ぬえ） / Houjuu Nue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56ECA75-5A0E-4C17-A7A0-D1517186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DE55006-1906-4A33-93C9-73863C0A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她是十分不可思议的、真相不明的妖怪——鵺。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5D5F8A7-C7D2-4730-AA0F-0CAC5B4E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AC41E04-4603-4AD3-A4C3-E80F1E10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鵺 · 星莲船的四、六、EX面道中Boss和EX面Boss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99C2660-1FB0-41E0-B07A-4B1334A9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EDF8311-79B7-4E73-B5AC-0D36B724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ABE69EA-DA77-4B8C-B1A2-99216E4F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7993274-2055-4E47-94CB-7F5C1FD3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2C0CB88-32CB-4ADC-A7DE-8F747F2B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6CF608A-3C38-46D2-898A-21F6C01A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使原形无法识别程度的能力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56D668A-8ED6-440E-9A7E-3B679B58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45ED2DB-19AC-4630-98EB-96434CF3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5B1348D-41E0-4139-B0AB-96F610F3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A304BFE-0898-4317-BDC1-C4C5D700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6F46920-B19A-42DF-A8C2-EF98188D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BEE8D5C-8295-4852-B7FE-972C5671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E9518699-7820-495A-B97E-B18A7468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274B108-170E-4B17-9751-7AAFB8BA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069</a:t>
            </a:r>
          </a:p>
        </p:txBody>
      </p:sp>
    </p:spTree>
    <p:extLst>
      <p:ext uri="{BB962C8B-B14F-4D97-AF65-F5344CB8AC3E}">
        <p14:creationId xmlns:p14="http://schemas.microsoft.com/office/powerpoint/2010/main" val="1603396229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7A4CD6-CE8D-4DBE-A9C1-66084584BB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159a84e3348f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0F0F8C3-28E4-4701-8148-C685A1DB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E37FB09-4BC1-42CB-A65E-454D7080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107B1D6-91CB-43FA-8917-626A8E35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F086A58-0F06-4492-AF78-7B11B417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姬海棠果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03326B7-75DA-48BD-B842-687F654C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姫海棠 はたて（ひめかいどう はたて） / Himekaidou Hatate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BDC8D0B-BA8B-40C3-B94C-F3A932F7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EEC2F58-1DD7-40B9-817B-D0E65676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她是鸦天狗，是新闻《花果子念报》的作者。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0D8A0BD-39BB-4402-907C-C78F6E60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C3AF661-2E33-47F1-A3B4-AB46EBF9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鸦天狗（文花帖DS）／天狗 · 《花果子念报》记者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BCF59DE-2F8B-4367-8B30-10357407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C329ACD-2626-4553-B295-E5C12369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0ED0E04-A215-4AFC-93F6-B798DD72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妖怪之山／花果子念报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89813E5-2AD5-4EA6-A9D6-95D92A8F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FB562B3-1DDB-4A88-9811-A18C226E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EEA2B2B-791D-4717-8982-5E2F8EF3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使用念写程度的能力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9C625A8-D143-425A-BEAC-F05B48A4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C5F8D3A-66BB-42BA-81E7-F4E1AA27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64CCD69-3FFF-4B74-A2CC-387EBCA5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东方文花帖DS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F03A31B-8E95-4225-B829-191D0130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4A96117-CEF5-4AEA-B03D-46F5315C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1E18B8C-44A5-4F5C-9572-5AF48DC6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东方文花帖DS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E7B189E7-C3C5-46F2-8D78-7BCBBA31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A82819B-5AD8-4BF5-939A-6AEBB2F6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070</a:t>
            </a:r>
          </a:p>
        </p:txBody>
      </p:sp>
    </p:spTree>
    <p:extLst>
      <p:ext uri="{BB962C8B-B14F-4D97-AF65-F5344CB8AC3E}">
        <p14:creationId xmlns:p14="http://schemas.microsoft.com/office/powerpoint/2010/main" val="1598124194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4F0249-BB9D-43EB-8DA9-59F3D7AC8D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6da90ad844a48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C827D93-ABC1-4AA6-AE3B-F5709742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7C39925-57DE-44FC-83C7-607010D3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7A0A617-18C6-498F-8645-D6E8DED7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CB3BD7A-6DD0-43E3-90BD-4BF19075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桑尼米尔克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7DB9F12-6EB5-4F6C-955E-6DF7DE5C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サニーミルク / Sunny Milk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9A237CB-DC01-4827-86E4-31EA4C91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9968BE4-9518-46F0-A9B5-CD8874E7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她是日光妖精，从不知道什么时候开始她就居住在了幻想乡当中。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0F956FB-F84C-4B7D-B88D-4B0C856F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2F8ADDC-687C-4A46-A4B0-F8334BC0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三月精系列的主要角色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643F286-E0D0-4857-9227-3F248A3A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CB13A7C-62E2-405A-912E-BCAC2EAC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1B8E5A8-441B-4B49-AA71-F265E93E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折射光线程度的能力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89DBD8A-CC63-45F9-9E86-0846355F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C667D00-E956-4E7A-919A-AAD42B48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F5BC7EB-6BC1-450A-A43D-F6E21921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4F065BC-827E-4F9C-813D-749ADE74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8BA70C9-2C7A-45F3-A6D9-2140E139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3F08033-50DD-49A3-B947-212B573F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FCB2D4D-DFD5-4763-9B39-FE729A9D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8559BF2-6EC4-41DE-B94B-A811CF4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071</a:t>
            </a:r>
          </a:p>
        </p:txBody>
      </p:sp>
    </p:spTree>
    <p:extLst>
      <p:ext uri="{BB962C8B-B14F-4D97-AF65-F5344CB8AC3E}">
        <p14:creationId xmlns:p14="http://schemas.microsoft.com/office/powerpoint/2010/main" val="1770492625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2C08C7-8CBC-40EC-A082-A41E28C56E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22d36f50147b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007A987-6797-4A76-B920-8BB74B23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75F4E56-8EB1-4C8B-976E-EFBB1083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04962AA-344D-4819-8D2D-7B43A3AE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1D38762-8870-40FC-B6BB-45C9FFC6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露娜切露德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80904A4-45D1-4869-AAB7-2521543E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ルナチャイルド / Luna Child，Lunar Child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9FFBD13-8390-4E51-A8CF-F53CCE6D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12E47CE-F531-465A-9E9C-691441F7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她是月光妖精，从不知道什么时候开始她就居住在了幻想乡当中。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8C4ED1E-1071-4067-9780-EDD0486D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3AF9040-233F-4808-AA7A-A273E7A3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三月精系列的主要角色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48C2FE5-D2D5-43CA-920F-4402DBB7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C003235-B1B2-4C52-821C-8A3500A0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4AB97FF-E0F8-43C5-AA41-A9EE68A3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消除周围声音程度的能力 消除声音程度的能力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1B3EE51-2999-4AE5-B325-98A306F9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20FAB80-5C7F-4D95-ACE7-3C36A26C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3D6FBBE-8247-4E16-8226-241A5E7E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707BA31-0837-4556-94EB-86AE53B0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68A0B39-D26D-4F9D-98BE-158F3CB6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B65ABF3-E422-4562-BB2C-FE67417B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E322AC3-DE02-46E7-9064-B1259122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C6206FD-48E1-4D8B-AE68-D6990962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072</a:t>
            </a:r>
          </a:p>
        </p:txBody>
      </p:sp>
    </p:spTree>
    <p:extLst>
      <p:ext uri="{BB962C8B-B14F-4D97-AF65-F5344CB8AC3E}">
        <p14:creationId xmlns:p14="http://schemas.microsoft.com/office/powerpoint/2010/main" val="173628537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FF52A5-FE57-428A-AABD-AB6D7B238B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4cdeec79c4b36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08C9A57-1973-42FA-B593-A98E4C8D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50385F0-0903-4E2C-B9A1-878E8FAE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5ACEF39-BD6B-4E2C-B3E9-7EF8A294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C10E9A1-7DE1-4017-94A0-65E85B66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斯塔萨菲雅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A1C6915-085A-4DCE-B064-83B41277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スターサファイア / Star Sapphire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0F31350-162B-4143-BF17-8E34CFB6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C5E0577-4FCD-4E2A-AB80-5853CBB6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她是星光妖精，从不知道什么时候开始她就居住在了幻想乡当中。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DB6AF97-958A-45E8-AE6A-DB11BDB2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A0C40D6-7158-4C84-9BB3-3F5E7A6F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三月精系列的主要角色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B5E264C-8D48-402F-A37E-DCF162A6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172B4A7-D067-417A-AFED-98FB96E9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35B455F-5C15-4CBA-9BD4-FF2BAAC0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感应到活动事物程度的能力 感知生物程度的能力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F4A7286-58FF-4920-B83F-18E56BC4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DCC273F-3D2D-4B42-A956-79B6B5CC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B9E96A7-17E6-465C-9FC3-85193C23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ED7BD71-413C-4985-9C03-3F9C0812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9DAE804-ECDC-4793-8D10-173CD885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866BBAB-7A71-4D34-B774-9B315438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7909E4C-21EB-4ADA-8ED2-84FE4E79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E10B437-47C8-4520-ABF8-D417CF57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073</a:t>
            </a:r>
          </a:p>
        </p:txBody>
      </p:sp>
    </p:spTree>
    <p:extLst>
      <p:ext uri="{BB962C8B-B14F-4D97-AF65-F5344CB8AC3E}">
        <p14:creationId xmlns:p14="http://schemas.microsoft.com/office/powerpoint/2010/main" val="882417838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D7E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aper">
            <a:extLst xmlns:a="http://schemas.openxmlformats.org/drawingml/2006/main">
              <a:ext uri="{FF2B5EF4-FFF2-40B4-BE49-F238E27FC236}">
                <a16:creationId xmlns:a16="http://schemas.microsoft.com/office/drawing/2014/main" id="{C83B05BF-A67D-4763-9A33-7F7499AB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242B9CD-0D65-472C-A23A-CAFEECD1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D840479-71F3-42E2-A074-AF3A7188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pPr>
            <a:r>
              <a:t>VI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2B90AF5-C168-44D5-A984-8912484C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B3C5382-A4E3-414F-9217-78A86709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 · 辉针城 · 深秘录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585C495B-5AF2-4885-B0F1-E7A83AF9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D05ACF4-55D6-4062-8DEB-61B1A80B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17名角色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6A08B0C-4513-4DAD-A832-C9F86E22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55D2A03D-0A23-4CDE-B75B-40A21DBD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FF55619-1328-4120-B0DC-7ACEB038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074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8955CE7-C847-4819-A96E-E336ACB1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0788A02-7147-4038-A229-F36E22AD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幽谷响子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85D40BB-C18C-4D8C-AAEA-905EEFCB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幽谷 響子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F0BAF09-73A8-4383-A71B-5DBAA8E2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F4475522-28C4-4DBB-8B19-8E41D269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AD453B0-AA00-4682-A77E-93ED1403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宫古芳香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89768E8-8F5C-4A0C-ADC1-B7F090CF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宮古 芳香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1E51DB99-3ED3-4DCE-B09E-32A94C9A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ECAF2DE6-CB59-4EAB-AA6A-5293891E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51E3D75-D736-430F-9480-7DCCD564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霍青娥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B08291B-FD04-4A1D-BE9F-DB9A4D5C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霍 青娥（かく せいが）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4EC39DE3-98E9-4938-82D3-0B0CBF72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E59FD57-3541-4EF2-8DBE-90C9B1DA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C46FA07-4507-46B7-BE97-96A45824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苏我屠自古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6180747-F464-40EB-91F4-58B1973F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蘇我 屠自古（そが の とじこ）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35AE690E-2A24-4681-832F-E9D07551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EB5C581D-C135-46C1-8089-4301A7BC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08C1EB0-0476-4833-A3B7-4F50D9AF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物部布都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988A2E11-B892-4494-BC2B-5B17B69A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物部 布都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F6EED8B9-21E5-426F-8FD6-896282C9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0F0A25EB-072B-4C34-AFD5-E1FE3C00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71DB931B-66B7-47EC-B5FB-D9A9243F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丰聪耳神子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1F6A66F-DFA6-4F25-BCBD-228D5E5A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豊聡耳 神子（とよさとみみ の みこ）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F01C6358-21DE-488F-9DDB-31CC633D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D235E90E-4832-467A-A666-5D185D6A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EA39F13A-E784-4FD3-9A4A-312A0DF5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二岩猯藏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59D2C012-39E3-41C9-9B9C-601CE48D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二ッ岩 マミゾウ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74644F7F-409A-4AB5-B759-34126578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3F346014-C65C-48B2-9567-6704662B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5F594A0B-37BF-43BE-B8F7-0CD0BF28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秦心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5F4876D7-BC37-4991-9F07-4C5FB731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秦 こころ（はた の こころ）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D64E30EC-DA8A-42BE-9788-83638082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1729DDBA-7D9D-4218-9499-E4522B76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8F0992AB-292F-45BB-A688-5A06218F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若鹭姬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5C326727-A567-4383-BB67-8006D811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わかさぎ姫（わかさぎひめ）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F8F188D2-54A4-46B4-BC48-DFE6BDB0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82108C-FAAC-4D4B-A28F-5A67F21EF2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c374708a647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FACF6B-A378-468A-87DB-815CF71075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baab1c4864a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B8C428-3A72-4C2F-95A8-36E811F9E7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1d412d27540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20BD9E-97AF-45D9-8FCE-840A47D331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b2541a6204a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ED0607-2132-4E4E-B04A-6459EFF91F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d99510f204e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42323D-1E88-4C21-8F98-9ECCF669C4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bcf6c70d1d47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811204-DD1A-4D01-9BDE-F13CB3AC23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3244547004b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1F32FC-CE78-450D-BE51-DF95255071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2feba7ec147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652185-53A9-48E0-A03F-148BFA5951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4a297fbdc41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698861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D7E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B3DCAB6A-5EE7-4764-B887-B2A6AA25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67366E5-5FA1-4E99-A37A-51408EA0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1010B8F-44F8-4965-B1EC-8BE1474A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pPr>
            <a:r>
              <a:t>VI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7FDEF7-D667-4836-83D1-5291341F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70DFD65-CDAD-4E81-AC6E-924A02A1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 · 辉针城 · 深秘录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22C6C09F-6C7A-4E10-A4C2-0C54B98C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6E78DCB-95F9-4F92-A8DF-CA8BEBE9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17名角色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A9FA2A2-BA65-42C0-90AB-42E62451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74394303-83AD-462F-8983-04873274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E6D36D1-C4AC-4006-A96A-3A3FA884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075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8BEC33F-1F82-4C0B-9F31-246F7C3D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D421AE7-BF04-4193-A9D8-C0C9107C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赤蛮奇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84635FA-AED9-46B9-9210-C8628A3F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赤蛮奇（せきばんき）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3E1854A-C4CC-4BFC-ADD8-DBCC3DA6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993C1FDD-B86C-4377-8751-5097AA90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3D0808B-8C4D-48DF-88CB-B32C3E9E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今泉影狼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0036558-844B-4711-B884-99280FB5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今泉 影狼（いまいずみ かげろう）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5943137D-D96E-4013-9448-89016418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73155E77-535C-4157-B5E6-0950FDCB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568A370-7766-4FC6-9126-DFC09B27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九十九弁弁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47F4F41-786C-4368-8951-DAD3ABDB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九十九 弁々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E9A1F731-0F43-496F-BDE5-E1494FE3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C99B391-7FF5-4705-9275-E3097AA2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6CAD4CE-5F22-404E-B35B-4133282B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九十九八桥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1B54B1A-C5B8-4162-98FF-C50884B1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九十九 八橋（つくも やつはし）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4698567D-7DF5-462F-A412-FEC9964D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3576794A-A3D7-457F-BDE4-2E67ECA1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D34DF1D-E535-4E7B-9CF6-5E4508B1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鬼人正邪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14AC046-E847-43BB-B757-A311BB8C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鬼人 正邪（きじん せいじゃ）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C905CA85-ECFE-4CD2-A4A3-5A19E753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0335256D-D823-4D66-9665-4674AC09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765D9C35-A6D5-4D47-AB62-F81C9509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少名针妙丸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4BE5C10-3471-47E5-AA66-1430F3D2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少名 針妙丸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A2219ABE-7586-4A65-B957-5CCA1F65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D00C42D1-211E-4E9B-A843-BF84204B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3EF7341A-0C25-4072-ABE2-1DC15C95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堀川雷鼓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31039576-F152-4C60-86A6-08B1F29E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堀川 雷鼓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53D84ABA-86EA-4D85-8A4D-806ADA56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D5FF739B-4A48-4FA6-8A98-6884E6E8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F986BEDF-6CD5-4ABC-836F-66AE1240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茨木华扇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B55E9EBF-91AD-47F0-A325-926F108E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茨木 華扇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D00C784A-911B-466F-9A45-085CB98F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999B17-7769-446D-8FBE-DECD2BBCAA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0af38c5374a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8E34E0-F21B-4F64-9C68-F20B2E9CE7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a32f464ac47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7C284A-465F-479B-B752-ABD8C15F58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fb88625bd49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671091-79A4-4ED3-A2A5-B89B89FDE3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ece9b9bfa4d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862CAA-6386-486D-967B-136CA4DC1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7ade401db4f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4BBEEB-2FA7-44FA-B77E-2C6B2D2A7B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f5a55befa4f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E28E3B-3CAE-4F5F-9B39-C676DC2899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d95c6b70148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16D710-DFD5-4ED9-B3EE-2D4F800BBC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b0f96887446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086256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84BE0-98AE-4F16-8A6E-B971877DF2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0098ba4324c7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BF57785-5792-47B6-AC99-17732B4E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581101D-16B0-4AC4-AE26-7BD34B61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58F4B5C-7F07-4941-9B4E-23D0869F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6AFD9DD-8515-4D07-B984-CB523A0E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幽谷响子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2799E5-F3C8-4735-AE18-3E6F04D5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幽谷 響子 / Kasodani Kyouko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691E800-29BF-4FCC-B31D-C1E4884B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A367391-BB23-4A6F-9DC0-802D6D97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她是山彦（也称幽谷响），一种嗓门很大、会在山谷中正直地响应声音的妖怪。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49C636A-2286-43D4-9566-0465A065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04FB2ED-11EB-4FA0-8F2F-466275DA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山彦 · 神灵庙的二面Boss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ADCEC11-F3C8-476A-BF7D-2D42A250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B869668-B679-45FA-96E5-265691FB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5037F81-B2DD-472B-8A8D-5002BE62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9FCB6F5-5E03-4A0A-A13F-5FF2AEC9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91B6BA7-5889-421F-BFC1-80EFF8D0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01B3B87-2719-4ACB-9296-6EAADC25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反射声音程度的能力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547FD23-D042-4B20-BB93-36FA4263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B6E41B9-0905-48AC-8816-810247E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993109F-ADA8-456C-8C56-27280B31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B638118-F0BD-4096-89CC-ECA017C5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76692E3-4A4C-4036-92CA-99A85352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B029D8D-08F8-4051-9463-23165725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E7A4ED8B-0C40-4FB7-A486-9C865F13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BFAC6DD-D962-4FB9-A7E8-2B3A1705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076</a:t>
            </a:r>
          </a:p>
        </p:txBody>
      </p:sp>
    </p:spTree>
    <p:extLst>
      <p:ext uri="{BB962C8B-B14F-4D97-AF65-F5344CB8AC3E}">
        <p14:creationId xmlns:p14="http://schemas.microsoft.com/office/powerpoint/2010/main" val="89649683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2E6BF6-5081-4AC2-A4E1-889B018036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d238d689847c6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14D839F-9250-45F4-8853-A3B9170E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A6D3C71-AF5A-44B5-B3DE-7DC20688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AF9752D-73DE-491A-82C0-8AB99891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72FA0AB-B49B-428E-978F-E9A47C3D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宫古芳香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546F881-9D13-46E0-9D22-29C0658A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宮古 芳香 / Miyako Yoshika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E77C72B-A4CA-4456-BDF2-0183B4FF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0D94211-BFBB-4E6C-BBEA-729CF3B6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她是霍青娥操纵的僵尸，本是日本古代的尸体，现在在青娥手下当差，是青娥的所有物。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68F155C-CF99-496A-9AB7-D00A38BF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DB79FD5-EAB2-46E0-BDC6-BCA3DF07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僵尸 · 神灵庙的三面Boss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E2DEA9B-5C86-4034-A6DF-DEA98668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D01C08D-A94E-4075-9DD5-B175520C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3B57A61-3CB6-43B4-87F2-A8576FA2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42FAFFA-7332-473E-B474-69AB3CB8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78FE874-325D-451D-8E68-A18184FC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F4DB5E6-B8BA-4078-BE07-83AD346C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什么都能吃程度的能力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0432EFA-3B6B-41F5-AB38-D4E3BDCC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DA090C2-8D06-479C-B59B-93C63259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0B791BB-C3B2-4BEB-BF93-E64D3BD9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0A8C12C-9084-4DF0-B6B9-221DFB4D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56EA976-F943-46FA-9637-1EC0364D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C857F14-C16C-4164-9A65-44EB78D6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E2D3F6B-EB8F-49F8-BD15-F59A39C9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C54CEFB-9EE3-48C8-8130-78EDF3CC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077</a:t>
            </a:r>
          </a:p>
        </p:txBody>
      </p:sp>
    </p:spTree>
    <p:extLst>
      <p:ext uri="{BB962C8B-B14F-4D97-AF65-F5344CB8AC3E}">
        <p14:creationId xmlns:p14="http://schemas.microsoft.com/office/powerpoint/2010/main" val="303607780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B3FFFB-1520-4759-8FF9-427338AAFC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2324feb1b46f3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529A6AA-F140-4432-ACF2-D933ECCD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47C3FD2-4811-478A-86DE-5D16DDDC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3828C08-6DC0-4134-B5DD-6EF3BFF2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B35A805-4EF0-4E5C-8CE6-60439994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霍青娥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6311560-8346-43F4-860B-FF430503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霍 青娥（かく せいが） / Kaku Seiga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3F0FF8B-AB05-45FC-B7F0-14442652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2A1AAD7-3BD7-4679-AB0C-88E57BC4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她是邪仙，是少有的活了一千年以上的仙人，因为思考和性格过于邪恶被断绝了成为天人的可能性。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BA8641B-068F-4931-9F23-EEEB42E0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C47DEEC-1203-45D7-A469-1EB61FBE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邪仙 · 神灵庙的四面Boss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2797006-B256-4D56-ABF4-7AB8055B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69D3258-B765-4ADA-A8A5-D08F8B2E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CE983C4-0FE5-4B89-9689-F3B26DCF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3F4557D-5A83-4168-A4A7-794D81C7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712742C-8977-446E-A23C-0FB61D4C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D410DEA-028C-4A7E-9BE7-145B2541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穿越墙壁程度的能力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98B4606-385B-4268-B297-6E830F7F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82D67FC-AF42-48CB-A606-4419B7B6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D85C7F9-4690-45E0-B12C-8C7E6CA2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A770E2D-5111-470E-B6C2-83FDB4EC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948A088-4B5E-45F3-9971-41A717F5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373218E-0635-49AD-9825-195E7CE6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6BF6A90A-441A-42C4-A5A9-66D001F4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EB60A00-3E1E-443A-A096-3CC78E30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078</a:t>
            </a:r>
          </a:p>
        </p:txBody>
      </p:sp>
    </p:spTree>
    <p:extLst>
      <p:ext uri="{BB962C8B-B14F-4D97-AF65-F5344CB8AC3E}">
        <p14:creationId xmlns:p14="http://schemas.microsoft.com/office/powerpoint/2010/main" val="1548561557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B78083-E7AF-4EAF-BCED-243CD361AD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d4fe2330b420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A204FC0-F346-4536-AF91-DA872F57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653D810-D2EA-49AE-A2DF-26D5CEAC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D17AC35-966C-4AB4-ACF8-478CB18D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81211E7-C174-44FA-8E51-7E956B90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苏我屠自古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9A17C8A-487D-4DCF-9FD8-CCD42EF0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蘇我 屠自古（そが の とじこ） / Soga no Toziko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4237561-E431-466B-897E-E7F704F2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9E1A3EE-C11D-4027-8635-DB0F15D2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她是亡灵，因为抱有怨恨，性质是怨灵，她的能力也与此有关。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FFE29C0-0DAE-480B-A003-3BFF6169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991F09B-333B-4AE1-8669-7DBE7C06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亡灵 · 神灵庙的五面道中Boss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F7BFD08-7B60-42D3-93B1-CFDDF6CE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128CC23-03AE-40CB-A169-C111274E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2C7ABDE-FC27-4A54-8F00-32EC04E9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9359E3E-EF6B-420B-BB02-F1895916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E1C2891-547B-4718-95AC-809FD39C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8FB11BD-6156-4DAA-B446-19D412BE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引发雷电程度的能力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9BC3353-3150-4FCA-B0A8-BDCDD16C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ED953A7-312C-463F-85CE-90923B45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4DC5C4A-72B1-4003-9920-6AE93648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57D72AB-2EB9-4CB9-B66B-1F94F8E6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BAAA531-F631-4DFD-A60F-D0792A11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E0CA99C-DB8F-4BF1-92DD-F7E14D0B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95A6332-5CC3-42C8-9494-8160471D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F518CE2-58B1-4093-8695-FA22C1BC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079</a:t>
            </a:r>
          </a:p>
        </p:txBody>
      </p:sp>
    </p:spTree>
    <p:extLst>
      <p:ext uri="{BB962C8B-B14F-4D97-AF65-F5344CB8AC3E}">
        <p14:creationId xmlns:p14="http://schemas.microsoft.com/office/powerpoint/2010/main" val="2087786595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F5D875-2ADF-4B4B-B32B-DEAA704A5E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8d49c536740c3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65DD22C-40BE-4996-B841-2B5A132C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2C11995-ACD8-4CF3-BB89-A8861476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4EFA8AE-2477-4237-B0B8-B1D59A7D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5045A81-115E-48E7-8123-55F349C1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物部布都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8F1A4FC-6E70-4B6F-BEDE-A9780D4A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物部 布都 / Mononobe no Futo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72CAC9D-C17E-41D0-BB10-CC3D1BAE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3C48AC-47F5-47CB-A208-517F3942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她是古代日本豪族物部氏的成员，在苏我氏与物部氏的宗教战争中暗中穿针引线，侍奉圣德太子丰聪耳神子并随神子成为尸解仙。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7C40F21-D300-4123-9B4A-6F3400F1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D23AB7C-E6FF-4861-9DBF-3D079A58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人类？（自称尸解仙的道士） · 神灵庙的五面Boss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28FDD7D-1EF4-49C6-AFAB-EADB6DC4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29F74C0-04C5-4209-B91D-332DBBE2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931B304-4DED-44E4-93A2-48A59840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D032D80-0596-46CA-9A96-ED7A1593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4822B81-3905-48F0-AF84-15A869DB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FEBA5DD-2BA4-4BA5-AA81-310C427B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操纵风水程度的能力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718E88B-30DB-4EA9-9BB2-07707562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0174B8C-A194-4D69-883B-C1141BB6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FC3BD0D-1D50-43E2-B3F8-11FD1A76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5820B0B-6548-4615-9F4E-DD9E78BA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0666351-BD82-43F6-8595-4E212ACF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81B9C9A-E95B-47F4-9CF1-345B64DC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12E7E5F-563F-4504-9392-FB1415AA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B0274FC-ECA2-4002-9FE7-4D0A5B16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080</a:t>
            </a:r>
          </a:p>
        </p:txBody>
      </p:sp>
    </p:spTree>
    <p:extLst>
      <p:ext uri="{BB962C8B-B14F-4D97-AF65-F5344CB8AC3E}">
        <p14:creationId xmlns:p14="http://schemas.microsoft.com/office/powerpoint/2010/main" val="962253995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35D260-FE39-4A28-A006-1E620224DC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2d4ff4a344c47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313E7C9-38E4-4F82-B71E-096E52CD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410770C-A854-4CDB-AA40-3F25C30F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51FD24C-CA72-4E75-9F7C-4AD86CA4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11C7884-57CC-4B46-9874-58183119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丰聪耳神子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8E81DF9-95AC-4FC7-95E9-E2A6265E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豊聡耳 神子（とよさとみみ の みこ） / Toyosatomimi no Miko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088F69A-ABEC-4875-AE41-C0E8CACA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585314B-03B1-42CD-92D4-DE9F6EC6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通过尸解与复活成为仙人的圣人，能同时听取十个人的讲话。她在幻想乡代表道教，也擅长笼络人心。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E929406-18BE-4C25-8098-E58D8093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1563FC2-4322-4566-B79D-AAF7A51C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圣人／圣人（※尸解仙） · 神灵庙的六面Boss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860967B-27E9-4C46-8B39-B70E0BAC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00D770A-07FE-414B-814F-24C9763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A9E8024-DE80-44A3-8CDA-F30FF20C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6604507-B8A0-4B77-920E-A0AD1CAD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3FAD0DD-2398-48F0-A6C8-09955A1A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33F2500-74DA-4104-9480-4FC664DE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同时听十人讲话程度的能力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E66F9A6-61F3-4652-8F2B-B45D99B3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8824FA3-F371-4BC4-A4F1-B4BB115D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4B77590-349D-4659-B2C1-CA06EE75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B1851D9-166C-4D62-815C-FE74DACA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B5CB77E7-C950-4845-BA70-93EF09F7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011B6D0-2BA5-45A5-8350-98EA5763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9A5B4BD-0E85-44AD-824A-A7694472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物部布都／苏我屠自古／霍青娥／圣白莲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71493482-0D30-48A8-8896-63E478FC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8F3B2C5-E3B9-479B-BA4E-8E317768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081</a:t>
            </a:r>
          </a:p>
        </p:txBody>
      </p:sp>
    </p:spTree>
    <p:extLst>
      <p:ext uri="{BB962C8B-B14F-4D97-AF65-F5344CB8AC3E}">
        <p14:creationId xmlns:p14="http://schemas.microsoft.com/office/powerpoint/2010/main" val="748970954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E7C4EA-5DD2-4022-8E90-2497D003A3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3fdb9fde74af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51D5ACE-AECB-4152-9E63-320BE6A5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8A89CB5-BFC2-4B32-AB4E-3047B342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47DF8B1-F207-496E-B86D-0F1EDF86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BEE2017-C89F-47AA-9360-351AF417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二岩猯藏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3EA2593-0172-4335-91D2-00E5155B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二ッ岩 マミゾウ / Hutatsuiwa Mamizou，Futatsuiwa Mamizou，Futatuiwa Mamizou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2AA8CDA-3CE3-4ED2-A767-F379108A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344F237-4DCF-47AF-AA73-23C36E6E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从外面世界的佐渡来到幻想乡的妖怪狸。她擅长变化之术。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EA825A2-F87B-4560-80AC-1DBEB08B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8B40783-CFD2-4F66-97E0-EB251147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妖怪狸 · 神灵庙的EX面Boss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A567448-CE7E-4FB2-A140-0B06924A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1C31F14-D9A9-4E79-A242-50F99326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6C228CB-E95A-4BC5-B2D3-E9FD69C2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4576E9C-3046-4F64-88FD-BEAC9BFE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79A4C9B-F7F1-4240-8ED2-C46360D0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660D042-4FD8-4D46-92DF-131A0318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变化事物程度的能力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4ED94AD-D89C-45C0-A31A-28E6BF50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2912B4A-9F63-439A-83F4-156C5B24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4EF8F54-10FC-4B71-878B-AE935B8C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6D30587-C1FD-4C20-9895-4F426D7C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9ADFCC7-7BFB-4E15-91EC-7BC2B4AD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11BCDA2-8A0F-49FB-B8EE-E1FD48F1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04E40011-73B7-4ED2-9898-52F437B6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555CF9B-9692-4A98-9DE5-8B29A21F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082</a:t>
            </a:r>
          </a:p>
        </p:txBody>
      </p:sp>
    </p:spTree>
    <p:extLst>
      <p:ext uri="{BB962C8B-B14F-4D97-AF65-F5344CB8AC3E}">
        <p14:creationId xmlns:p14="http://schemas.microsoft.com/office/powerpoint/2010/main" val="51439405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7582A-D7B2-4A58-B3B8-6B84842A61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5dcc29213418e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87851F9-F9C9-4353-A3B2-7C10805E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AFA62EB-CABC-4B18-88B5-29BDCC68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3D17C30-95BF-4493-BE01-6B37CCE2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0CC6BB0-59A8-457C-A331-CC3E3DF8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秦心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2A564B8-3698-41A8-A920-784CB2A9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秦 こころ（はた の こころ） / Hata no Kokoro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811C503-1858-40A4-9C09-81532845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2A7F2F1-C1A5-4493-B77F-ECB7AFB7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她是面灵气，是秦河胜使用的66个面具被长久放置后化成的付丧神。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CD1221A-20C1-45B1-986F-2368F8C4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15D56FF-11DE-49A9-B7E1-BE25D78C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面灵气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D6F887D-8DB9-44C6-BA53-4A6335FB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F3D5FC7-D846-41FC-AB25-0CABAA88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E73B1B2-D02F-4FCC-9348-84EA8B51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操纵感情程度的能力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CC35734-8625-4336-8538-19128963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E995898-221D-427C-A7D9-11CBF6B6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EEBB3B2-745E-48AC-B9D4-FCA436ED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东方心绮楼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706C8A9-28A2-450A-B764-638A5E90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75B19B9-D883-4F0A-BAE4-A417672B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1B6263C-5D1B-4BBB-9F88-84014A40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东方心绮楼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4FAC472-8D8C-4EB3-8C28-672ABA91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D0BC88D-9ECF-48A0-B850-9A291B55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083</a:t>
            </a:r>
          </a:p>
        </p:txBody>
      </p:sp>
    </p:spTree>
    <p:extLst>
      <p:ext uri="{BB962C8B-B14F-4D97-AF65-F5344CB8AC3E}">
        <p14:creationId xmlns:p14="http://schemas.microsoft.com/office/powerpoint/2010/main" val="790639360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310FE2-A335-455A-98EF-2104D09310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9e09932cd4e5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64062A9-F436-4FAE-876F-0AA569BC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88D77DB-96E8-4FAF-9C26-793EBCAA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7C4A712-8394-4887-AE84-EC799965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DF9512A-4288-42C4-9A6E-E6094164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若鹭姬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C7D1E58-7D9E-4BDF-91C3-3C56016E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わかさぎ姫（わかさぎひめ） / Wakasagihime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A373E76-F4B7-4082-A92B-01E1374C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21BE961-7D39-4EAA-AE5E-81486430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她是淡水中的人鱼，性格稳重，对人类也没有任何敌对心理，乃至于今泉影狼评价她“性格软弱到连个虫子都杀不死”。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2C31D1F-4AC9-4A0C-9657-FD6EACCA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0984B69-01A7-48F0-B316-1FA7EC10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人鱼 · 辉针城的一面Boss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BB159EE-E708-42D7-AAAA-16E59F3D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0FF88C8-D054-4833-BB59-63AD538A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F810E53-95C5-4438-A8C7-597F67CF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在水中力量会增加程度的能力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1614483-DCC3-4D3D-9AA7-74CFAF86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FCFB38D-5B9A-487F-BC9C-26997E31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B3B04D3-9C0D-4AE3-84F4-0095B1FC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E3D2BB6-B3FA-4136-BBEA-B11E55E8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7DD2C5C-7108-47C4-A219-B406822B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F8044E9-E36F-474E-AD89-38643049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0404070-D4CF-463A-A0C8-0CE31972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6F36526-DC2F-49F9-8B12-756232AC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084</a:t>
            </a:r>
          </a:p>
        </p:txBody>
      </p:sp>
    </p:spTree>
    <p:extLst>
      <p:ext uri="{BB962C8B-B14F-4D97-AF65-F5344CB8AC3E}">
        <p14:creationId xmlns:p14="http://schemas.microsoft.com/office/powerpoint/2010/main" val="702738699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8F7B2D-04FB-4BB8-9EBD-55D14F8131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9ec06e7154a8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CCD397F-3156-41CA-8495-98852D58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242507E-4625-4A84-B6A1-D744FB61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F049B4A-6601-4151-B39A-F232CF86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D129E05-612D-4A5F-9A06-068F5AE4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赤蛮奇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9A8054-D8DC-46BC-8F88-29A0CB84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赤蛮奇（せきばんき） / Sekibanki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4011C0C-523C-4C9B-A840-E2B09A38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16D66AD-4FC6-435C-9352-0D9FF2E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她是辘轳首，但是是飞头类型还是伸长脖子类型的辘轳首并不确定，似乎都可以做到。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B526C3C-883A-4F96-9CA7-75643D8F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14EF9A2-1F03-46EA-B5B3-8506291A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辘轳首 · 辉针城的二面Boss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184B9EE-80D3-42BD-AB62-53B030E1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1D0E880-8A53-4B39-9867-EB3A008A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84A0312-EDC6-42A6-9A9D-123323CA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人类村落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0E43F4D-B4E7-43E7-8E43-A05751DC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10355F7-85E8-493D-9A21-6898B091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3669A44-3E53-4E6D-81FE-DA8B0E92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让头飞出去程度的能力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F636E33-786D-4269-BBDF-861A77FE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1E2737A-8B05-4E68-BA15-98CB51EF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BFE743F-7905-4BBB-BF4B-B6E2A5ED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764804E-997F-4810-B0BD-B36D95BB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36AF24E-FEE9-4B8C-B89F-050CB60A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63DCB35-2772-406C-83B0-ACFD68C5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0CC4B248-699F-44F8-850F-49C2B10D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E049F23-8E54-40A9-856C-3663E11D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085</a:t>
            </a:r>
          </a:p>
        </p:txBody>
      </p:sp>
    </p:spTree>
    <p:extLst>
      <p:ext uri="{BB962C8B-B14F-4D97-AF65-F5344CB8AC3E}">
        <p14:creationId xmlns:p14="http://schemas.microsoft.com/office/powerpoint/2010/main" val="275600429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6AF8C1-6406-4F9D-B354-B938F8144E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e76f9f31249f7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6B62CAB-8CA1-493B-81DF-36BC1A85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2CDE856-9F66-4856-A964-ED3B0DA3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788F15F-4C91-44F5-B551-1351E271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7949F45-9250-4C8C-972A-55A4CFFE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今泉影狼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385C84A-03A9-4229-97FC-8FF93390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今泉 影狼（いまいずみ かげろう） / Imaizumi Kagerou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D9A9F93-EF93-42F9-9CD8-11817CFD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086A402-01E9-4DC1-AA2F-2E1D92A5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在迷途竹林独自生活的狼女，其原型是日本狼。她性格沉稳，即使在满月变成狼也能保持冷静。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C053088-F128-4867-A2D8-92B05644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567C574-2A98-4EB0-8AEF-CA6F3153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狼女 · 辉针城的三面Boss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736D7E4-8F7E-4CDD-A9D1-E8B5B357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D6E22D3-5A08-4E5A-B4BA-6C6D079F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CD7F3E5-8E47-4CD0-B189-B2A946A0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迷途竹林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DEC046F-2A3D-4DA6-A9D8-FA48472B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922CF60-ACD9-41E1-A8B6-C64FF244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AEA8448-A746-4A78-AA96-B21491D7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在满月之夜变身为狼程度的能力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1E071AC-E661-479A-828E-A589EFE1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8E445D7-A699-466E-9DB8-91A202DF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33328C0-D81F-41DA-8077-827FD12F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A6E4C69-E97A-4869-8231-1FF86786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C9098A7-650C-452F-A7BA-DEB5EF6B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47BAE51-7A93-4F73-BDD3-3155B631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E1678571-E863-44FA-B1D8-CC15E04B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D8F375C-4454-42E8-9981-F1B759DB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086</a:t>
            </a:r>
          </a:p>
        </p:txBody>
      </p:sp>
    </p:spTree>
    <p:extLst>
      <p:ext uri="{BB962C8B-B14F-4D97-AF65-F5344CB8AC3E}">
        <p14:creationId xmlns:p14="http://schemas.microsoft.com/office/powerpoint/2010/main" val="306187351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FB4392-44F9-4239-BD59-E56CE305DC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9fececdc849b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45F2192-DC22-49EE-8520-89ADB280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F9BAE94-9231-4835-B81B-F8160E21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F4187A3-459A-4D81-90A4-DD537247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A8776E4-2B8A-49CC-9E0D-AD58BBC9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九十九弁弁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9C5483A-A7F0-4561-9A4B-6655CA35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九十九 弁々 / Tsukumo Benben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FFE7B4D-20E0-434B-8306-89C39AB7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AAC6965-B4D0-4E90-A39C-FF50DCAE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她是在少名针妙丸万宝槌魔力的影响下新诞生的古琵琶的付丧神。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9C32F2A-88AB-420C-BBA9-1FD36A66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7B40A62-CA56-43E0-85C6-34C174EC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付丧神 · 辉针城的四面Boss和EX面道中Boss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3BA6F60-CCC8-4E50-B901-AA73014E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C9B8236-D591-472E-A339-598744EC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871F374-14E5-4F81-98D8-FBFD1AAC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自己发出声音并演奏程度的能力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CE4C655-D25C-48A6-991E-6873009E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FB7366E-5AB0-4604-816D-5D305D22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A188210-BD6F-485D-9E8F-B5EFA280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234601A-FE53-4DD3-95C8-608BC315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12E8BD5-759A-4D31-8CEE-77467334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71DD27C-172E-460B-8ECD-87D5A505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45E656B-4836-4F95-A0BB-5F5D0DD6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57E3212-31DF-4C74-82D3-94E8F9F4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087</a:t>
            </a:r>
          </a:p>
        </p:txBody>
      </p:sp>
    </p:spTree>
    <p:extLst>
      <p:ext uri="{BB962C8B-B14F-4D97-AF65-F5344CB8AC3E}">
        <p14:creationId xmlns:p14="http://schemas.microsoft.com/office/powerpoint/2010/main" val="327205411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6523EE-B8F5-4248-903C-08FC1FEB4D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459bda22b4ac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8EC8DF3-A081-42B4-AE10-6CB992E8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1359434-329B-42EF-9A56-45B21271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2541506-5993-4B55-9B5D-FF759860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4573C0F-9986-464C-A0CE-995C22FE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九十九八桥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31096FC-01D3-417C-90B7-B71D3ED8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九十九 八橋（つくも やつはし） / Tsukumo Yatsuhashi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437AD65-3461-4C6E-827E-BC08F6A4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E6DC0B0-FA4A-4849-8B02-8B674428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她是在少名针妙丸万宝槌魔力的影响下新诞生的古琴的付丧神。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6CDCFB7-C627-486D-981C-1EA3506B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2E8E0B4-050F-41F3-8431-E8C3ECBC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付丧神 · 辉针城的四面Boss和EX面道中Boss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9FC531D-A649-43A4-AE46-A3B05CFE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67070F1-66B6-4B6D-8EAA-73C7C251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BA91893-AC94-4AAE-8BB4-D2EEFF6C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自行发声演奏程度的能力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B166C14-9F55-4BF7-A4B3-8391E950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770EBE8-69E2-4904-AD8E-DEE4AE16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A705F9F-C772-4BBE-8965-1AC9C9A0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2312E1E-B441-48D9-8A73-31E5EF47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88478B1-8582-484A-AC65-56CCD195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14D2B6B-3933-47C1-A743-FBE11F0E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DBC5BBD-93B7-4188-958A-161C1A5C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F6D0C75-76E9-4214-8247-FA8BF093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088</a:t>
            </a:r>
          </a:p>
        </p:txBody>
      </p:sp>
    </p:spTree>
    <p:extLst>
      <p:ext uri="{BB962C8B-B14F-4D97-AF65-F5344CB8AC3E}">
        <p14:creationId xmlns:p14="http://schemas.microsoft.com/office/powerpoint/2010/main" val="523402301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0E817C-DAD5-4AE2-8FF2-CE5CFA4160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7a6abb19c4a3c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F976310-EDDF-475B-B7A5-16439D42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A08639E-6054-448B-992B-4F153317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5D1E2F3-3930-40B4-980F-3AA9D0B8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E29C3D9-1326-49AF-9088-F5E0E407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鬼人正邪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032770F-1B3D-4703-8775-5BFD7981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鬼人 正邪（きじん せいじゃ） / Kijin Seija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2A8D919-3B0A-4973-9F45-AC0AE705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5AD77CA-5554-4D58-A22C-C66ED003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她是性格扭曲的天邪鬼，有着“为叛逆而叛逆”的天性，总想着和其他人相反的事情。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6E91F1D-75E3-4913-9DDB-495D0AC7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493093B-4991-4E21-8DFB-D4425011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天邪鬼 · 辉针城的五面Boss和六面道中Boss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7A15A04-CE47-459F-B2E1-6B1D80F0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820B7B5-2152-49C2-B24F-AA7D5C72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004A9E6-F4F9-40A4-A54A-1ACED9A1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使任何事物翻转程度的能力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80DC1E5-ABDB-4CD0-8BEA-E3241E67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13CF836-BFF0-4089-B4C3-3F259351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95958B7-5059-4920-9B2D-E3BA32D7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61B96F0-B59D-4D04-BFB7-9F93A66E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6B3C05C-B1DC-40AA-83DD-FE009D04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D56DC8E-B199-444B-A4E2-525459FA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B0CEF1F-3FA8-4EF8-BCFB-D6530D5A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F25C836-9781-4427-B422-44AFC326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089</a:t>
            </a:r>
          </a:p>
        </p:txBody>
      </p:sp>
    </p:spTree>
    <p:extLst>
      <p:ext uri="{BB962C8B-B14F-4D97-AF65-F5344CB8AC3E}">
        <p14:creationId xmlns:p14="http://schemas.microsoft.com/office/powerpoint/2010/main" val="430362153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8362D7-2ADD-44C5-8820-A3C22FCD32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2f843f389489d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2CCF9CA-EC90-4FAF-97DF-B7904A01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EF1ED5B-3E3C-4901-AF56-9B922D1E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2A0A5F2-F5DE-4137-A8CA-C51C9FE0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D58A6FF-5FFB-43D4-84FA-49268733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少名针妙丸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514183C-0C47-40C3-9FE2-593BB36D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少名 針妙丸 / Sukuna Shinmyoumaru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DA9ACF9-1015-4FF7-B84C-4CBCE7B2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E87BD59-AF63-4DC2-AF12-B834E659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她是小人，是一寸法师的后裔，拥有万宝槌。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E04C471-C68B-4E2D-88A8-A32942BE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9FED7A8-2913-49A2-B781-A80FA411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小人 · 辉针城的六面Boss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159D1F2-A679-4680-8CFD-3054D508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77AC071-AF59-48EA-8FB0-23767F60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181288C-4ABF-460F-A7B0-6E3CAE34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辉针城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CA9AAC3-8CE9-4253-BEE2-A2F2FABC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8C7D402-7AB2-416B-BF4F-6EDC876F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8CD4B65-BACE-4F4C-BE1B-D3D7E9B2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使用万宝槌程度的能力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4A19FA2-3AD6-48AA-B6E1-C15B5844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4BE64CE-9AF4-4226-A6AA-AFD693FB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C0E3FE3-F914-4BEC-9565-12A6C812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48F9900-198D-4AE0-A86B-4C7AB8C1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90E9824-613F-46F1-9AA0-AEE6AE7E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269398C-A624-4610-B533-85796D09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A14CCC7-437E-446C-AF85-F68AE547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4DD37D9-AE53-4161-BFF4-7B51675A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090</a:t>
            </a:r>
          </a:p>
        </p:txBody>
      </p:sp>
    </p:spTree>
    <p:extLst>
      <p:ext uri="{BB962C8B-B14F-4D97-AF65-F5344CB8AC3E}">
        <p14:creationId xmlns:p14="http://schemas.microsoft.com/office/powerpoint/2010/main" val="1435155109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4BDB1-0C5C-4F45-A315-6EB27E8B9E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6092de6d746c8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7749F84-CE49-42F7-8B86-D85341D2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7BBEFE5-E618-4B1A-8F37-5FA5EBBB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5581BD5-EDDC-49B0-A61E-D9647CFB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2C84888-0596-40A6-AAB3-372F64FB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堀川雷鼓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4E68950-CAED-45CF-BA20-F6EDC094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堀川 雷鼓 / Horikawa Raiko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DB0C4AB-9041-4DA9-8BC4-FE82B35B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0E2B4C4-87A3-49A3-9F75-874D9E8E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她是和太鼓的付丧神，本体是和太鼓，但如今附身在架子鼓上。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B7B0A45-897D-4C55-9B3D-D792CBEE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208EABC-EEB6-45F4-A07E-0383873A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付丧神 · 辉针城的EX面BOSS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968861C-C93C-4B29-8104-60E22A6A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6FB40C0-8E9D-4D2F-B9CA-F39B12EC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E9A394A-3608-4A6B-8235-81252187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使任何事物跟随节奏程度的能力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9B1163D-3BCE-4851-94B1-8AAFD134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A20C9FE-C140-4189-9991-1B91A61C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6CBE322-32D5-4F96-B963-DF524DE9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65374F5-DDA8-422C-AC20-8CD180F6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FDD0379-C68C-43CA-91EA-F8AB3FE7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2A60EF7-588F-4B19-8660-715E3D51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66E2F38-496D-4076-AB34-015E815C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497ACF6-4494-4F68-8F8D-5FEA8BC7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091</a:t>
            </a:r>
          </a:p>
        </p:txBody>
      </p:sp>
    </p:spTree>
    <p:extLst>
      <p:ext uri="{BB962C8B-B14F-4D97-AF65-F5344CB8AC3E}">
        <p14:creationId xmlns:p14="http://schemas.microsoft.com/office/powerpoint/2010/main" val="31529883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966B79-F0E0-4FF2-B620-4F2D3DD0F4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8a5baff7c4c3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1DBF895-3690-4C5A-A047-0A80F136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208DB38-0A72-4ECF-B559-39F81106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9AAA4A9-6ACA-4A24-A38C-C7DDE740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10BE7A8-B5BB-4651-8B5C-8D6BB879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茨木华扇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69E0BCF-0446-495C-8F7F-363ECB23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茨木 華扇 / Ibaraki Kasen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0B8C3C9-664A-4083-BB0C-92C20F4F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778A3C2-1149-4BAD-A62F-FBB9BA4A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她是仙人，在东方茨歌仙第四十九话下中明确揭示了她也是鬼的事实。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EF6DF32-D82E-4D5D-ACE7-F6B223EF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3E086D5-92D9-4F15-B80B-D8BCD50C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鬼（以仙人身份活动） · 以仙人身份活动的鬼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20B9EC0-98FC-4A87-9B3F-31FF1E32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B66EEFE-0BA4-482D-8032-B3D96E51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6571E57-EA90-460C-93B4-B7D1F73C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79AEC06-3155-4693-BE0E-870F1629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C6C6CCE-2EE3-4E45-ACE4-B4AE02AF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265C9C4-284A-4570-A32A-B03EEF6E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引导动物程度的能力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ECB3D51-B106-4E7A-BC46-86ABE2EB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799F2A1-3481-4763-985C-1ED3B1FC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0AB693C-FEA2-4A70-A0B4-FC36E409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东方茨歌仙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E4CC547-E425-4458-AD24-02574E3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9E75AAC-2AD1-49F2-AAA4-4C3FBDFB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2241576-2932-4DB7-B27C-2EE2F241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东方茨歌仙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8702301-7DD4-47D5-BE38-BE4A4FAC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FB7080B-200D-4FA9-9854-D0F4C173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092</a:t>
            </a:r>
          </a:p>
        </p:txBody>
      </p:sp>
    </p:spTree>
    <p:extLst>
      <p:ext uri="{BB962C8B-B14F-4D97-AF65-F5344CB8AC3E}">
        <p14:creationId xmlns:p14="http://schemas.microsoft.com/office/powerpoint/2010/main" val="506849428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aper">
            <a:extLst xmlns:a="http://schemas.openxmlformats.org/drawingml/2006/main">
              <a:ext uri="{FF2B5EF4-FFF2-40B4-BE49-F238E27FC236}">
                <a16:creationId xmlns:a16="http://schemas.microsoft.com/office/drawing/2014/main" id="{87C2F439-4680-43E3-A34E-4993A15C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07E4724-C488-47DF-95E3-482B8B83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3EDD15C-E88D-4EAF-890D-A4544520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6745940-CD8D-43DB-AC15-8FC57F20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A4E098C-C8FD-4912-8379-D08D8A4E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BAB1FCAD-AF19-4D44-83A1-90C6D57C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A3B664D-3439-4EF5-8561-3ADBE18A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1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2E0244-F54B-4507-850C-04EDD2B3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C77876FB-4622-4C28-8445-4E2248CC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14714AD-6556-4898-867E-0BE8500B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093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B9DBC26-F3A1-44D9-86B7-458D0754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D299792-3B32-4C28-A17E-FA789E7B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宇佐见堇子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7D0E2C0-3FA4-4E2F-93BD-3E680575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宇佐見 菫子（うさみ すみれこ）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A14F261-6C69-44AF-A808-74370D28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4EA4D1E8-CFB1-4910-A4D7-AED562C2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0120FDC-3302-400B-AB1F-2E0797B2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清兰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E3FA3CA-C7E9-4851-A49C-B6C0582E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清蘭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64C03F23-5A3B-47C3-90A8-42E475D8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637A81B7-D9CD-49CB-9A08-85C4F097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1922D3E-5254-46F7-8FB9-CCAE3B56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铃瑚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742BA78-4424-44DA-B81E-8FFE42F9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鈴瑚（りんご）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B75D34AE-B154-4661-9F1A-525F9BF5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67F39A3-27DC-46C3-B907-909C6793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8789590-D500-4168-8991-1E160456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哆来咪·苏伊特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597730C-3F72-4134-8A44-C0812EDD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ドレミー・スイート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15843081-45E2-4DFB-BEC5-6DF0BD25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CA1F37DB-68B2-477C-9D92-26FFD65E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4110DE0-6BF9-4CD7-AA55-5761D84E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稀神探女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2C05720-EEA2-4128-BAD7-6D164D6A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稀神 サグメ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73984BCF-0BBD-4E40-A515-F698EEC2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C2818450-AF16-415C-A422-25609A79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709C1BB6-482C-4F95-9894-A7803BFB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克劳恩皮丝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4DEE92F1-30EC-4087-9C12-18EC53AC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クラウンピース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A8A0A989-FA72-47DD-8362-CDCD8116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F2143015-4EA4-48EB-A0D7-DECF4B67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380517F2-9462-47CE-AAA7-B23F5E6C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纯狐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695BEB2F-B47E-4DFF-AE95-39170F60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純狐（じゅんこ）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6E6B1FDA-DD04-4DE4-8C19-56AE8D00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38A879E9-FCD5-40AE-B1DF-811DAF70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F46333EF-8B90-49A1-A5E9-A3632491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赫卡提亚·拉碧斯拉祖利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90729234-BEC9-4B2A-BA78-E4E2CC0D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ヘカーティア・ラピスラズリ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4B3E097A-916D-446C-8606-BE7F7665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AEDF4889-5CAA-4350-92DE-17514857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527A975C-836D-4B75-9EAD-503011FC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依神女苑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4351E174-3C65-411D-8E4F-8EFBF635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依神 女苑（よりがみ じょおん）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0C3E802D-3074-444E-ACAA-0D479D0D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73EA09-6C56-4F9E-84E6-AEC9DD8E33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05eb86a8343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E6273D-FE42-496F-B4A2-B415EC3B5B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059dbb29243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839C9D-F048-4FE2-A574-DF4AD0BD54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e2dbf8d3b42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48A4C0-5E20-4400-B9A3-5D2EF5A8AA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96ca05c8741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07506B-7E19-4BFE-9C19-CA0B8C93B7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ccc9ea4574a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40195E-E80B-43C2-A4A5-458EFA73AB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75346db0d40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228759-C73D-4664-B82F-3A703F7A82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10044004148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C32B1CC-FB7F-426F-9F95-01302243EA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1889d746f4b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E03E2B-D565-4A86-A27B-4277E017E8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d9b0137ac42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39084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2EB387B6-279A-4E89-A04F-797FE77F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FF592F3-659B-4343-98D9-7AF22AEA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03D1E62-043B-4A55-89A7-FF78511F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2D3DE82-AC5C-4F30-AD25-315B1F56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BE9D4CA-956B-4433-9D4B-F1924801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6607D563-E54A-49C4-B6D4-4386C115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64D6AE1-4089-4393-BA6E-A783877B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2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7FE95DC-C0D4-4BDC-91CD-E3F8EBAE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FA80D0BF-E8E9-48A6-A132-4D839008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0D419C0-349A-4F1D-98F5-F810B585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094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E8DF53C-3359-42A5-8783-1429AC6F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712D88B-BB1A-4D21-BDB1-1249673A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依神紫苑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85A2F87-E4BD-4D23-BF80-67F80B82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依神 紫苑（よりがみ しおん）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8BCA681-E809-4447-803B-D33B98C1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4627FB70-A5B2-49D8-99C7-E08C837B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16CDFCF-5195-43A2-80A8-FA44413F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爱塔妮缇拉尔瓦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1F58901-D2B9-408E-8A77-E12B04D9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エタニティラルバ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3DE1A64A-EF2F-4FF4-8D9B-7B8D633A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71B5467D-AAC2-4506-8CBE-A26CC563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CD9E4EE-F0A4-4937-B1CF-67A9A5DA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坂田合欢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39971F0-D551-41C0-A751-82307011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坂田 ネムノ（さかた ねむの）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D76CA2B8-C00B-407E-AB54-6532A521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CFD9289-3915-4665-B5AB-F7F518BF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EAFEBD9-79E7-479D-A334-CAFABC19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高丽野阿吽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D091480-9DB1-40AC-954A-FD7DB1C6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高麗野 あうん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72DAB433-0B44-45BC-BD4F-FA1C4659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0CFA6C19-A7A6-4768-A16B-FB01D062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72F9626-3F36-415B-9AA1-09235FAD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矢田寺成美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6D996AA-A895-4370-BB5A-2E62AAC3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矢田寺 成美（やたでら なるみ）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4EA80F1D-008F-433E-BA31-E7D111A6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F48382DD-C1C1-4F34-B2F3-2618C3DE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E81CF747-D99A-48B3-87C3-593BF620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丁礼田舞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9DAFDD79-A3A5-4C04-B9A0-FF5D845C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丁礼田 舞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FD4A78C6-8A44-4FE7-A39B-C13E70DF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394750E0-6643-4B3E-B7E7-8E4841AD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AFFF8B8D-6780-405D-B463-354AC806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尔子田里乃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2DFC62CA-AEC4-4F6C-A39B-2F2D345B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爾子田 里乃（にしだ さとの）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6A422BE6-607B-4A21-9E34-7C164A51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ECC613CA-214D-449E-BBDB-3E666B23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1DA9EC97-554A-43CF-8FB7-BC581F38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摩多罗隐岐奈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A7EFAF51-F6A8-49BD-B242-D36ED3C2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摩多羅 隠岐奈（またら おきな）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3BFFA52E-A656-4271-AB4C-350A59F3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6AF4F7-FC03-44A9-AA92-9F632261FF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c545933bd40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6736E3-CD47-46AD-8913-B07EA7F4C8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1b415dd0246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B4E659-C9B6-4F4E-9795-ADF78F747B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1a854f1af41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6D5FAC-E715-492F-A0A0-3188416C93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f98861d1346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86EB46-AF91-4770-B51B-615B8FABAF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6644c13114b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552F2A-1C14-468F-B79A-97A7FA471C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f32488b1746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4E47C2-30E6-4505-BFA0-26B1E9F0FB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ffadd2ec840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535933-54C9-4338-976A-023229475A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ae9062ed348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799317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8AAC4016-3985-4DA8-838D-9E165D56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1CBE908-18ED-43D2-908C-994F1183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D413051-CC00-491E-A3A4-03CB280A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5F78DA3-9800-45F0-80CF-87740FFC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31A151E-C744-4AB1-96E8-85352515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605C5754-5966-4B04-98AC-6E07A47D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DF36A2D-C613-4F64-91AF-774123C7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3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77138A9-174B-4E24-82D4-205A636F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3/5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4D914108-8236-47BC-BEB1-636DB832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E6C6F62-C3A8-41F7-B87A-25FFE232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095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F93AED2-B108-4AF2-881A-87543C75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1A59A92-CEA7-4F3F-84C2-5C61695C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戎璎花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B82E8E1-FD86-4BF6-A5A5-91A4416F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戎 瓔花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D1D82C0-3764-40A7-878D-E4283504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D7E4D6C1-ABAD-4E62-8A66-A0BE9E9E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5E1351C-B134-47DA-AAF5-D3A7FFC0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牛崎润美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0F4FABF-7A99-4D71-BA39-603AEDD3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牛崎 潤美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424C1F8C-DCBC-467D-939C-BA962B31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66EB937E-C97A-4C52-AEE3-B848EB9B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AE94525-00DD-48B0-BFA3-79B5AF9C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庭渡久侘歌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DA62DA4-CC64-4E89-ABB3-A0B59BE8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庭渡 久侘歌（にわたり くたか）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F37016C6-02CC-4615-9B78-222818E9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0ADEB19B-CD8F-48E4-8F1D-BBFF2594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B321DEA-96C1-438B-A1EF-F28E6D9B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吉吊八千慧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392E7B2-76E7-41FD-B4C6-7C0670BB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吉弔 八千慧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409E07C2-2785-4657-86A0-4FC1AD35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EE13A219-A481-4B41-B1B7-55ACC57F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3C3D314-C373-4195-A50F-CE74D87E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杖刀偶磨弓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4730DF7-CF49-4214-A02E-215476C1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杖刀偶 磨弓（じょうとうぐう まゆみ）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901D59D8-3ABD-45E1-ABAE-BE37C825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90E08B4C-E1A9-488A-BF56-A77D1E36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C405B32-075B-4B80-A4C5-434D9BF5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埴安神袿姬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84C4B191-F337-49E3-9F41-9D26463B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埴安神 袿姫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6F2F9624-7937-4FFF-A9ED-3CBA1F2F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4BF35420-BF16-4A0A-A5BD-6A6556A2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7F15DD8A-7BED-4E43-9389-075918C9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骊驹早鬼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412B7BC2-BE2F-450F-B32B-21F267BF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驪駒 早鬼（くろこま さき）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F4638FF6-CC9D-4019-8991-71D8DC4B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7A6AE328-25EF-40E4-A057-11E17425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1A01E41E-059B-4E87-BF2A-3D49AE8E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饕餮尤魔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B8160FAE-BB31-4D2B-A960-A3B5AD05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饕餮 尤魔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78DADD4F-DB82-4011-B344-643B126E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A4AC1E-0CC3-40C3-B830-B043D15A32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6e132185741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8351C5-FE86-40BD-BBFB-133FA3D84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ae0afb09c4d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146B16-9BC7-424F-AD5F-178C0397DF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41a63f58949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26C385-B14E-4E0D-97D7-A6434C7985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4aae1a4a947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D8DA1A-C585-46FA-9A25-BC8C9F33DD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f64bc83a34c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40BBDB-6020-486E-915C-E8BEABCE0C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a41a9b46e47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7A6F50-C75D-492C-B873-EAF509C3C3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bf29f0146438a"/>
          <a:srcRect xmlns:a="http://schemas.openxmlformats.org/drawingml/2006/main" l="0" t="9986" r="0" b="9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739EA0-F860-459D-A9ED-34DD0FEF78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f2ef099eb47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6865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07A15BEC-8B31-448D-9FF4-44E3A945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F78DF09-FD6C-4DED-9A4E-D378AA54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F61914F-3593-46BE-A290-C1E6C7DB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65B788B-B073-4C8C-8EF8-85BB5B05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AFEECA3-C0C3-4FF3-9C0D-C69644AF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C5229796-2ADD-4FC7-A6F8-697855E1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89FCC6A-F368-47A1-8C47-F0FF2856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4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EDCB52D-D21D-44A2-8099-17D902C6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4/5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A09E0CA6-61F7-4B9F-8B94-A9AE7E98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4C7B70B-0924-4025-A150-D81559F7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096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4E9B9BE-A864-4B46-BE62-809C5940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0944489-F57E-4C18-8CCB-810BE9DA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豪德寺三花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EB622BB-BBF7-446E-B728-2748C44D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豪徳寺 ミケ（ごうとくじ みけ）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9E393F1-1ACB-43D9-861D-213C4D92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5EC44C06-D837-41F0-81F0-7EECE504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CD2C676-B834-41FA-9987-00825A3C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山城高岭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2FDA1A6-FFB6-4C1D-8887-9316388E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山城 たかね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04E4F0D6-646D-4C2D-AED5-914B0776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6B1412F8-AFE6-490D-99BA-62683212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F1203B6-6245-4A73-9B67-08791485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驹草山如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0528732-6277-45DC-915B-EA5A0B67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駒草 山如（こまくさ さんにょ）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F27336D1-1FFE-47A1-B180-D6239565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F7282C5-8CF4-4993-A3E9-0CA2BF35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64E83FC-8BDF-47E2-9B33-703A65F5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玉造魅须丸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21801A0-DF9F-4DAC-BCFB-D84EFAE6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玉造 魅須丸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C64BD0FD-E556-4562-879B-3EC89633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E3D12070-1136-41E2-AAC4-42A64126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3441AC8-26E6-48C8-BA63-9689EB46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菅牧典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CE64066-B22D-44F7-9F23-4E4EE632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菅牧 典（くだまき つかさ）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FD5C690C-C888-4263-83E8-EEAD7484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E5D3FD95-9D2C-44C0-8572-1A8F0370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AE2B9AF-5E88-4F35-B5A9-2ED7EE79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饭纲丸龙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644EFD59-76BE-4E4A-8297-CF32DA60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飯綱丸 龍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F5082F87-3463-41F4-B5EC-62E2B400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0245CB42-9E3D-4A68-99A7-07CC0593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4BD9F4B6-ED7B-4ED1-977B-236C5D3B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天弓千亦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9A000436-3039-4011-9D5C-27EFA97F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天弓 千亦（てんきゅう ちまた）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8F5D1E36-4F34-4342-B3B5-50559EA8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5185D9FE-23FC-4BD4-9ABE-8502AC14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0B70D8C1-6957-44D4-BEB7-9690CA19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姬虫百百世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2BE97AC2-F313-4334-A21A-79D0F04B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姫虫 百々世（ひめむし ももよ）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4DA88321-A36A-4D56-8F9D-FF1E7D85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E7935C-BA34-454A-A003-C5780C13D7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c2d559b2e4c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257A8E-704C-49C6-9AF6-12D71D590D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acc5ca0cb44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88C3E0-8EA9-45EA-86A2-9A1A54F6E2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7fe2202254b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A3BE03-131C-4978-8E67-E005717ABD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00d9ecc9d4a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6D5B1B-7857-4B12-A76E-199397499D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e2c6ee6d447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10BA18-8752-40D2-8B29-5DA8E5EAF7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90ced2acb4d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0E708E-6320-4D70-AE6F-89631B4486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ba66f952e4d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416B3B-BEA7-4221-86F6-25DC3A3717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c0df8fac54b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557084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B04A7684-BC0F-4EE8-A0C3-B1A75E6B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7B81981-4349-47F3-8435-A8C015FD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21C5FE7-DF82-47F5-AB03-5C6E7594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5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148946A-B5C9-4A35-8C52-4A8F94A0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933F141-ACFB-409B-80AF-8F1CFCAD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C14DC097-AABB-407E-856F-FD1EE543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1678705-5928-4F6C-A1D5-6465644E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5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F17DC41-2A86-4984-8133-29D2A87A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5/5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F3CCBD46-95A2-4D24-A986-868AACC8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171A022-90CA-479A-A263-9D657E91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097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3A826F0-4BDB-4829-BE00-D685A70D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BA59C46-531B-4679-8291-4BF22E55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孙美天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1F7FFED-6570-454F-A95F-736585E6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孫 美天（そん びてん）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B09D238-E629-491B-BF51-53CCA566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1E98C145-3C0C-441B-8A4A-B6ABC5C1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0A70217-BE27-402E-BB37-141F063C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三头慧之子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C5CB811-BC84-41A0-AC8F-5D464B6B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三頭 慧ノ子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8CA2CF4F-E708-4CA9-B637-357901A1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CA97BB5B-C749-4F07-90C6-FC1C806F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6144A35-CCC6-42EB-AC02-8DA3039E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天火人血枪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B5C603F-0AB7-49FC-A58F-39AE6056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天火人 ちやり（テンカジン ちやり）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AFFC23AE-6916-47DE-A5C0-4090FDFB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604BFF9-7260-48E3-9AE4-8304788C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7F732B7-5099-4101-AEE7-60C9CDAB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豫母都日狭美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381FA74-EC57-4B12-988E-B2D6EFF6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豫母都 日狭美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D2AD1BA7-60D0-450E-A52B-40DFA1E3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A1AA0833-A077-42E9-9F94-E5EC5232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1FDEAAF4-FDC3-48B3-8CAD-4BCF5603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日白残无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E280770-82FF-4B54-94D0-6FF6D1F1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日白 残無（にっぱく ざんむ）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D3DDB2CC-1157-4F66-A6E2-4BB900BE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55A51E43-C447-402F-AE47-D85F97A6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E5A46F77-8B47-4DBF-90B4-02E58B06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绵月丰姬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1A6F4E36-A614-4756-BE7D-8C98273B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綿月 豊姫（わたつき の とよひめ）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1F28200A-4E68-476C-8231-6F00DA37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07F58131-04B1-44E0-9C74-0EA75A33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85A66808-4527-4F75-A4FA-4A8070AD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绵月依姬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D8F915F5-20AB-4DEA-BCC3-E660AEB2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綿月 依姫（わたつき の よりひめ）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F6E1DDF2-70CB-4424-B9B3-2CBBBA73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2EE3275E-B11A-4C3F-9608-87A480F9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BE35BF7C-0A73-4086-9EC1-030D2254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本居小铃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D60F96E1-71F1-47C0-9DCD-64668A3C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本居 小鈴（もとおり こすず）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E779DE2F-394A-4D44-8734-F253DB66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8EEE3B-4EE3-4EAE-B55A-AF51932D49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18ee1f47c40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A1C484-698C-4B83-BA68-B231B7A15F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e2eaf3b0e40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7C558B-02F2-407A-8E9F-BF6E7B7F85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acd1afdf049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CAF4DD-1DE5-4AC3-832C-BAD6C680C4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5d7540fd24f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3ADF61-20DA-4290-9543-120633CAF0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1a9541da049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FBDCC7-2F8A-403B-A122-843BD446EA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e4a21cd5e44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20AC5C-4FE6-4FD6-A4C8-E7BF454E8B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ebab31e3542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2A5267-F988-4F0A-BF35-C318336CED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bac08752a46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76735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344A13-AE8B-4392-80AB-A4C2CB6597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5c8aef8ff486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5E5C600-CD65-4AC4-8947-4CD029B2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577BD72-0B6D-4B22-B28C-D8EC9C8A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D0D67E6-00C8-4E6E-8B2E-21FDEB6F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EDB31FB-5F4C-4899-9A6E-EAF8DCF7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宇佐见堇子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B028055-C2BD-4038-B22B-2FE04D50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宇佐見 菫子（うさみ すみれこ） / Usami Sumireko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485B958-3EDB-45A2-AAA2-369C71DA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5468B2-92DF-4860-8C2D-838F181A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她是外面世界的女高中生，深信自己和其他人类不是同一种族，也确实是真正的超能力者。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314D2BE-79A8-43C0-9C63-AEFEC06E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FB85ABD-A3CA-4B2E-8197-91771F32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女高中生／人类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04DDFC7-61CC-46ED-93CC-757FFDF9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1935D81-9B28-488C-B8F3-A73C7D48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8C8686A-4D26-459F-B191-1AD8CC54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外面世界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F6B5733-89BA-4D4E-AA25-1EAED306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DF11DD4-78B6-42EE-9244-E6803AF8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6161D53-E031-432D-9165-152C784C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操纵超能力程度的能力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A196877-D1D7-46FF-8E96-08C1D743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0ED2233-C56B-43D9-BDE4-191185AA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D5D50B5-8D22-45B0-BBD8-D3695837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东方深秘录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40DE1E0-D4CA-44B0-8AC4-A5ACCBA2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4510CC1-6442-4F1B-9544-D1386CB3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C2A5B24-A258-4F68-A279-8A459D7F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东方深秘录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059A2AB9-E893-42A3-8667-6918E178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72DFF4B-89C1-4C0B-8FD0-C1A152F4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098</a:t>
            </a:r>
          </a:p>
        </p:txBody>
      </p:sp>
    </p:spTree>
    <p:extLst>
      <p:ext uri="{BB962C8B-B14F-4D97-AF65-F5344CB8AC3E}">
        <p14:creationId xmlns:p14="http://schemas.microsoft.com/office/powerpoint/2010/main" val="14564329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099A14-4A50-4481-91E3-B1A7F62C37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8f7b67c97409e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1609012-A600-4269-8B3F-F68B8A7E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11CF612-6F12-4BC4-A7DD-37E20E82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E80F9F7-7AF3-4C67-B635-4072417F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2B4D485-754E-4ACD-9C92-1F60A28C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清兰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4655495-AB41-4FAE-A100-25AE6C64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清蘭 / Seiran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21E9BB8-0FED-4D63-94E5-F66BA502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D15A033-1B21-4D48-A570-CD366BD1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她是月兔，曾是月之都的月兔士兵，现在则已叛逃至幻想乡并爱上了地上。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ED95A68-A234-458C-B5A0-9C5A1C7C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A8B56B8-E6E2-424E-B89A-71464EB1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月兔 · 绀珠传的一面Boss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86D16FD-FA23-4E42-959B-0A2ED5CE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4B2E648-DCE8-4B18-8F56-18C7339D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C3FD65-D50F-4EC0-9B6D-FE11168E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人类村落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3C08F3B-58BC-49FB-958A-1035EFD9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82CEFFD-BE44-4E4A-A501-4CF1558C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4959E4D-6FF0-4423-9A7D-6C9878EB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从异次元发射子弹程度的能力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C170A5D-A0A3-4BD4-AD8A-BD0283DB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767C166-54C2-442F-AF9D-1AD9ECAB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45D6929-F183-4812-B048-39275666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A6CC1A6-2A06-48A3-897F-B9587896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D8518A6-7B81-43CA-92CB-2D85A544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6FFAD86-137A-4FEA-84DD-A0F5E331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C25D6C7-6AA5-412C-A28F-B301C9FB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34A9A68-CA52-4DD4-8EF2-9A35D7CD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099</a:t>
            </a:r>
          </a:p>
        </p:txBody>
      </p:sp>
    </p:spTree>
    <p:extLst>
      <p:ext uri="{BB962C8B-B14F-4D97-AF65-F5344CB8AC3E}">
        <p14:creationId xmlns:p14="http://schemas.microsoft.com/office/powerpoint/2010/main" val="1824485373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24C7A-37A2-4369-8DFC-3ACEC5717A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6fbb402f74f8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352CF9C-01C5-434B-BE63-44516F49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3D5E4BF-C2B3-4508-8132-03CBA90C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390E876-6835-4C6D-8E7F-1AED45FA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DE15664-AD8F-4B22-AEDB-4DBC31C5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铃瑚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AF995CF-7B46-4912-BAD8-2ED3E731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鈴瑚（りんご） / Ringo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762451C-98EC-4687-AAFF-35F8C437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E84ADE3-4189-45C7-8AFB-211D1AE1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她是月兔，曾是月之都的月兔士兵，现在则已叛逃至幻想乡。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5DC2C81-B2C0-4851-A99E-17AA95CF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72FC983-6742-464C-AA7F-EA4AAEDA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月兔／妖兽 · 绀珠传的二面Boss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23C50FB-FEC2-475F-ADE0-119FA324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1486F30-80CE-497E-88CB-5DD19A81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6A63693-074D-4E44-AB3C-3DD63ABA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人类村落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22CFCB6-D5EE-431B-9517-036E73BA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791AA72-65C6-4626-B967-42E83A02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8555415-A520-4C00-AF88-401A283F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吃团子越多变得越强程度的能力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B8E81FC-1949-42A4-82FE-70046F5C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E17ADF3-3213-44DC-9506-C4977363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10145E4-8E4E-426E-80E7-33AEEEDC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EFF4E6B-324D-4C43-AE5A-3B8355CF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48B00FF-43CA-4187-9507-8846416A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C76B52E-8AF9-4A21-8271-67B454E6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FE2D59B-E93F-4DCE-9AD9-30AC0C76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FDBF255-5A23-4B30-AC74-4ADEEF3B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440809330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DAF94B-C802-403A-A97E-09D2333BD0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44c54f4c24d5d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70FDB5F-C206-4CCE-AFB8-A46E371C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CF4D489-B241-4AED-83C0-9F08D6B0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1E3D1D8-982E-48E0-B26F-913BA063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DAF8A79-DA08-4465-AA5F-AF4C2E30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哆来咪·苏伊特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1CDBBD1-731F-4566-A777-EED00879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ドレミー・スイート / Doremy Sweet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9FF4931-1B1C-480A-9B9B-C0F190A8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1C14094-9C25-4AEE-BB26-18E981FA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她是貘妖怪，爱做白日梦并支配着梦境世界的妖怪。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E89FE8E-EC12-41F7-BEBC-310D61BD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51DBEDC-D050-44C8-B687-D516E0DD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貘 · 绀珠传的三面Boss和EX面道中Boss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6B7F55E-AA9A-4F18-97CF-14D47D0D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4494312-6488-4DEB-83D3-749AE5A0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0F49AA9-C59B-4FE4-BCE9-7F4F35F4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梦境世界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7B6253A-2E92-425C-8345-8AC9108E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4B8D25C-58E4-4816-BCF2-BC79F620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6DBBE3A-3948-45CC-ACF8-21814BB9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支配梦境程度的能力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356CD5B-7034-4A3B-B6B1-81B40C67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8D7FCC2-4A9D-4FFF-94AF-47305C25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7E3C027-0AFB-4927-BF84-4620D0BA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8C57FD5-C5F9-4D43-8BDA-A859CCBF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5286E6B-8C69-4649-973D-FEA74C8C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16F232F-9EB0-4628-ACC3-295BBDA6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C6AC071-B747-4239-812F-B1A96D29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20EF4AC-3EAA-4990-9B63-8566CDEE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1849795757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1A091A-D90A-41CD-94FC-BCD318CA21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2e633bd884c49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4F2839C-099E-42B0-B74E-016F44A0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236E9C5-D46B-4C2F-98E9-D56D3C6D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2257E30-D15F-4E1E-8FC0-554C3A5C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EE5FB3-4D8E-45D8-BC96-13B7EDDC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稀神探女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535BAB2-D6B4-461F-B7F9-657000E5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稀神 サグメ / Kisin Sagume，Kishin Sagume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F8FC5F8-5AE7-4E24-A8E7-89566BA7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AC1EB77-3DB9-43E2-B7E2-7FA23564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她是月之民，虽然算是神灵，但是其性质非鬼非神亦非精灵，是天邪鬼的一种，也是位居天邪鬼之上的神灵。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AD4361C-9419-4C50-ABEF-5B828267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301C00C-668A-45A7-BD6C-37A0A62B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月之民 · 绀珠传的四面Boss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DBB9E32-4469-46BE-9C7B-674F9C8C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C98857C-6CA8-4FFB-A116-6C07184E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5B903F2-4C91-40E4-AF5F-3ED80FCA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42E2AD3-E631-42BE-A415-DBC588F1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898BB72-B4E6-44EE-972C-E3FF8498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093FD05-A231-4A5C-B3AF-978E94A0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从口中说出便可使事态逆转程度的能力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0420D86-F171-4F22-B74E-C0B32E6D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886AB07-C26B-4B40-8A77-47A923D2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92876A5-2BC2-4943-A63C-730AA3AB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3DD291E-7683-46C8-BF42-BAF97B38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9260E4A-181E-421D-8DA8-696E1658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9B43169-2ED8-4F2E-91FA-27C54E07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610A50F-BE8D-4C70-A23B-37C94DEF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00FD366-B3E2-4E7F-B9EE-F0EE4072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1330543849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0FFB29-BA5A-4DE5-ABC7-206BAA8E7C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51733ee75414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356CBE5-9AA2-47A1-B27F-6E9E06F3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A192487-DB94-4956-AE0F-D040BC28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0CA621C-863A-47C2-8E33-56BAC2C5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0906A46-10D9-4420-800C-310031D2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克劳恩皮丝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B0FB50E-6693-4DD1-A4BE-9A9AD0B7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クラウンピース / Clownpiece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C581169-B361-4296-B7E2-FDA633C9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EC3FF0B-FEA3-431E-892D-5C1E0FD3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来自地狱的妖精，能用火把使人陷入疯狂。后来到幻想乡生活，与光之三妖精一起行动。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C841A7F-8713-424C-AE1A-44AB2B0F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EC517BB-3E2C-4A9B-B638-7154E548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绀珠传的五面Boss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9B9E8FF-9A6F-495F-941F-4A52D1C7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ECF0823-3B92-4B9A-9A6D-F54A03B6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4DFBCDB-DC80-449D-B943-BF0ADEFA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F72CF62-CB8C-4313-8659-E1FE5803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D4156F2-0B07-4A42-A1B9-246C4C56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3C02967-9A95-44F4-9966-F3FAA3ED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使人发狂程度的能力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291FC30-EBFE-4988-AB97-D9E39667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6F2073F-7CE9-4EAF-9727-74A03A3C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CF83BCE-1FC7-4137-8ABC-0F6C8498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A9EA597-5FC6-4B4B-B33D-74005907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F89223A-D54B-4C0A-BB2F-C8C10BF2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5C32F08-4E2A-4ED2-8D9F-15A92055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4E42F72-10B7-4E34-B4DC-4392750A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873BAAA-46AB-49B6-8D9E-ED024302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103</a:t>
            </a:r>
          </a:p>
        </p:txBody>
      </p:sp>
    </p:spTree>
    <p:extLst>
      <p:ext uri="{BB962C8B-B14F-4D97-AF65-F5344CB8AC3E}">
        <p14:creationId xmlns:p14="http://schemas.microsoft.com/office/powerpoint/2010/main" val="1339228637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2CB6C-68DB-4052-90D3-D2BCB1DA26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8e24cbfcb4c19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BDCD676-9A30-4D15-B98F-F141BA3C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BA707E3-AECE-4FC7-B1EF-CAD8B040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0FA4F86-C614-408B-8271-82A3C1F2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AD6E4CD-F7C5-4C94-9527-5851E896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纯狐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F6BD63-F46A-4BDD-BB9B-F3FCE8E2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純狐（じゅんこ） / Junko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86318FC-261B-4841-8FFE-288D0CB5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537BDC1-ED84-42DC-BB8E-AE19AEC0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她是神灵，自称“仙灵”，是被怨恨纯化的灵，彻底纯化的复仇化身。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73C7E85-AC66-4662-A823-AA9B7A0B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17A4E17-D611-43F9-BB1B-94160BDE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 · 绀珠传的六、EX面Boss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344FDB6-2C2B-48A0-A3A9-F744A351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2F59BAC-8B7B-4936-8C5B-A708511D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85EAC99-2D7B-438A-A391-0EBD4B43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纯化程度的能力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EF86CA2-0B28-4261-988B-BAFBD578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43133FC-95C9-4045-BDC0-B08F3473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93D93A6-61DC-430F-AEB9-4C1F9606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EE5175B-ED3A-4414-A8FA-19F91940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14C6710-716B-4036-A246-DA885226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BEBAB2B-9C0A-480E-8578-48B0E8A7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8234438-EFD5-45B5-B60B-561AA1A3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70BEEF2-F5BC-4D74-8C4D-85A8C502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104</a:t>
            </a:r>
          </a:p>
        </p:txBody>
      </p:sp>
    </p:spTree>
    <p:extLst>
      <p:ext uri="{BB962C8B-B14F-4D97-AF65-F5344CB8AC3E}">
        <p14:creationId xmlns:p14="http://schemas.microsoft.com/office/powerpoint/2010/main" val="1958562535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9DFC92-5F62-456D-A50C-E108E7D25A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bae117752455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865A048-3178-47F8-BEFF-B8A5855D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74A7380-6751-4AB4-9095-6AA01C3F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F944705-CA1C-4541-8321-09DA7AC8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DEF2450-5E91-4CF5-BBBB-9A1544DB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赫卡提亚·拉碧斯拉祖利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92716CD-86F5-47A7-9402-A8CE9267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ヘカーティア・ラピスラズリ / Hecatia Lapislazuli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6887C44-AFE5-40BC-8694-EAF46D7A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10002BC-EB6F-4EDC-867F-B37A7A03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她是拥有三副身体，司掌月球、地球、异界三界地狱的神明。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4A9D6A3-794E-45D0-BAAF-28805646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B5FF366-A700-4F89-891F-E5CE1B34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 · 绀珠传的EX面BOSS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E5362D0-0C97-4182-9A30-097CC805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DE5A9FA-0820-4248-B753-31C0AE8D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9A3B946-D040-4B8C-BF6F-9924D50C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月球／地球／异界的地狱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A2A207D-F734-4650-BFF9-0C775E1B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2B82B35-AAA5-4E06-8467-2E9617CB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B9AD5B3-7E63-4774-B663-032FCFBB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拥有三个身体程度的能力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AB464F8-06F4-4826-83C9-9C8109D9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B621C50-15CC-4D4A-859B-6916B62C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67CBBC9-C06F-44EA-A743-3744CF4C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487248A-AEB6-42D9-BE34-7622596A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3B24F93-03DA-41D6-AF64-934B687F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D6A71C7-371D-4B76-B912-38BAC8E4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E18E5E5-A6BC-409F-AB3F-DB4A24E1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5A1DC5D-E7ED-4C21-8B72-D7480A58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105</a:t>
            </a:r>
          </a:p>
        </p:txBody>
      </p:sp>
    </p:spTree>
    <p:extLst>
      <p:ext uri="{BB962C8B-B14F-4D97-AF65-F5344CB8AC3E}">
        <p14:creationId xmlns:p14="http://schemas.microsoft.com/office/powerpoint/2010/main" val="1646888625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864101-06EF-4294-8C6E-9D7BB7E7F0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528cce794464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14E238B-CE32-4A37-924B-6EA2C0F4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B7BB497-3B92-4131-BF86-CA072B6B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BC6B12F-331A-4CFF-9BAE-340B1C23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986CD35-47E9-4710-B817-36E3E0BC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依神女苑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BF7C5C9-0BBD-4F8C-8451-74B74793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依神 女苑（よりがみ じょおん） / Yorigami Jyoon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E95F79A-4B7F-4636-9E6C-EDB5F6E7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566BBCA-8870-4E86-98A9-C272D960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她是疫病神，很容易被人喜欢上，但结果往往会给周遭招来不幸和怨恨。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DCF1984-3248-42F4-8D13-1809C423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91C5914-9AB1-42CA-BB51-2CB912F4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疫病神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3ADAF36-EC26-4545-805A-2DA5BDE3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21AF090-2557-4903-AA4F-98EE5CF6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F8CA24C-23E2-4627-AC7C-0F1CDF58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使人消耗财产程度的能力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D46F0EC-2079-44BA-B56B-465BF571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0844089-69B0-4B7C-9A8A-13B6BF98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3E05501-AB44-42E5-B587-0101E8B5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东方凭依华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5EEB87C-58B3-4699-AF96-E14A8BAC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E12A9BC-3593-4359-B86C-BECC6115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65503BE-DF76-4CC8-B7D2-1E9B9A89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东方凭依华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C4F4506-3175-4BF1-9A77-15047DA8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00E97D4-70BD-4925-92B5-805A722F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106</a:t>
            </a:r>
          </a:p>
        </p:txBody>
      </p:sp>
    </p:spTree>
    <p:extLst>
      <p:ext uri="{BB962C8B-B14F-4D97-AF65-F5344CB8AC3E}">
        <p14:creationId xmlns:p14="http://schemas.microsoft.com/office/powerpoint/2010/main" val="727995003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079C7-728D-4609-9029-F59D3F3E88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3bbdbc78a480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A25643D-0E84-4FDE-88A1-BF712BA2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220DFB8-EDD9-49BA-8DA0-0954BE11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4DCEC7F-AE18-43B7-A3C2-DF3BBCB4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BDE0349-0299-4F3C-854D-BB499872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依神紫苑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83523D9-ABF8-4392-A70A-AEFE3DC6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依神 紫苑（よりがみ しおん） / Yorigami Shion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9D78C97-FFC5-4B7E-A9EC-3C7CC9FC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0153A3D-9197-4072-87EB-FD530DCB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她是贫穷神，因此被所有人讨厌，但实际上她是借由让他人陷入贫穷，来保护他人免受财祸之苦的守护神。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EFC6F49-045F-45A7-B5D6-658FB895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779D6CD-229C-40DA-8DDE-2C47076F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贫穷神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AB56981-BB9C-493A-A417-1547163F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B98DE23-C75B-4610-9EEA-41410812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4977BDA-2AA8-4817-AC91-D94FC34D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向包含自己的一切对象降下不幸程度的能力 让一切陷入不幸程度的能力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1428B78-E348-4FCB-8183-B57F2E3E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177EC30-DEEE-4690-BA85-D277C55C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C72E1BF-DF36-4582-B5B2-128CC5C6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东方凭依华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A9FC0B7-1ACF-4CB4-A8CC-03680613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C8A8A35-8D7B-49B6-ACF8-0EC3932F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30020FB-70AE-42E1-8988-F1F1C46C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东方凭依华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83A5856-FA31-4FB9-A098-1B116BF0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9373418-D36E-41EA-8128-47E85BDA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107</a:t>
            </a:r>
          </a:p>
        </p:txBody>
      </p:sp>
    </p:spTree>
    <p:extLst>
      <p:ext uri="{BB962C8B-B14F-4D97-AF65-F5344CB8AC3E}">
        <p14:creationId xmlns:p14="http://schemas.microsoft.com/office/powerpoint/2010/main" val="1526400550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FDEB00-DD3F-42A9-A42E-752DC14E10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69249ed084046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C890C03-565F-417A-8EB0-68E4EA49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33892B9-EC9F-415B-A4CB-1FBB92CF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CEDBCE7-BE0B-4B26-A0D7-BFBA58C2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755C1C8-5B0A-4C3B-A9C8-E2448125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爱塔妮缇拉尔瓦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844EBB6-511C-4B7A-8BD2-E9AB93BF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エタニティラルバ / Eternity Larva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3162D81-0B56-45E9-8489-75A5A923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E1F7B73-A1D7-4875-93CA-FC517132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她是凤蝶的妖精，但摩多罗隐岐奈认为她也许不是凤蝶的妖精而是常夜神。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602B9BE-5610-4E2C-AC7B-211A6819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03959F1-3A6C-497A-A59D-19C86AA0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天空璋的一面Boss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F39901A-BA6C-4C7C-9B34-323EA0A4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ED08A8E-4E80-4AFD-A5B5-D1988CD5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B832E30-BEDF-4586-8B4E-21A43909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散播鳞粉程度的能力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CC6144B-8C4C-4672-9F24-1B909777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B449A75-682F-4837-9B5F-34A8BEC0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CB7E443-94EC-401F-8B41-A6D52A7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03834CC-DAD2-4A3B-A07A-77705805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ADCE096-D88F-4B13-8AC3-930A8F79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5FB71B4-F0C4-4523-8643-88F122E8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11A72FD-6E4D-4AAA-B5E4-5BB783CA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A190308-50B6-424A-BF21-9DA3BDC5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108</a:t>
            </a:r>
          </a:p>
        </p:txBody>
      </p:sp>
    </p:spTree>
    <p:extLst>
      <p:ext uri="{BB962C8B-B14F-4D97-AF65-F5344CB8AC3E}">
        <p14:creationId xmlns:p14="http://schemas.microsoft.com/office/powerpoint/2010/main" val="2035387920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64BDEB-575A-42D3-8AEC-FD77FC5F9B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615b4b8ed4e7e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9B6E545-3E5A-4DAD-8814-69104116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1092A9E-6A2A-43BE-9103-50246672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EF57D9-05A0-4C51-94F5-413427CB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8B4B582-D79A-40EC-85F7-741F83C5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坂田合欢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D677A87-DB86-4659-85CD-B9225A79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坂田 ネムノ（さかた ねむの） / Sakata Nemuno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FF8E2CF-41D2-49A7-B4C8-9B803AE8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E93B5C5-4FAA-42BD-81AF-84E3252A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她是山姥，这一种族与其他种族达成互不侵犯的约定，独自生活在各自的圣域里。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674AF7C-0CAC-4589-BA6C-9260BB42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1ADEC30-8046-46E6-88E6-E1EE9412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山姥 · 天空璋的二面Boss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41E9F0D-3614-4BE4-B2BD-C3A61426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0B48086-2574-4858-BF63-2621E857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2C20B3A-7664-4818-9309-6600E4F4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AA473C7-84D8-45F4-B048-E48DE3E8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73E5F80-3D86-4808-B71D-D55D7EF9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73925B7-9F86-4987-8AD0-E40881A0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制作圣域程度的能力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60DFF3B-0929-44AF-9BF7-B7E0E7E5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38E8978-40FE-4308-8E15-A15B23C0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8DD25EB-C1B6-487B-9211-E8AF3672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AFA126B-270D-4D7C-A623-D934BF02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B9BF0B7-A1BD-4496-921E-EF8359F8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86D9A26-0CAC-451E-A3E0-0173A67C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E61FBB05-C27A-4560-95B0-E7406A5E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FE032E1-DE71-470E-AAA9-E158D2A5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109</a:t>
            </a:r>
          </a:p>
        </p:txBody>
      </p:sp>
    </p:spTree>
    <p:extLst>
      <p:ext uri="{BB962C8B-B14F-4D97-AF65-F5344CB8AC3E}">
        <p14:creationId xmlns:p14="http://schemas.microsoft.com/office/powerpoint/2010/main" val="1783391122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19D373-8557-44C3-9C51-7A36D5CA98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714608abf48d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01CC81E-C6EF-47FA-A6ED-D25130D9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4CC957B-2DEE-42BE-A792-B23B53A0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262C894-3813-49C5-B18C-14F6E1E0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E05FD91-278D-40F5-8D03-DE1DFA4C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高丽野阿吽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688B2BF-F76C-4B0F-B6E9-C090B092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高麗野 あうん / Komano Aunn，Komano Aun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8B27D55-E996-4C38-9AF5-49D0D71F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07CA21-9830-4D78-8021-3E06F9ED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她是狛犬，不过其实她同时拥有狮子和狛犬两种性质，是二位一体的神兽。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6DF9FA9-4322-4C0F-8F55-9D8CFF8E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FA1C3CD-FAC2-409E-B4A7-F7A86F1A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狛犬 · 天空璋的三面Boss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EC7CCA4-A455-4890-B6CA-0228C4D3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89A95BA-6D47-43A6-9677-35D3E643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73A0AF8-B05B-4249-9F0A-1E7B479C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9D0EA6B-9A4D-411E-8470-440F2BAF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1B431EA-0583-40B3-992E-159E830A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A939493-98C7-4EA2-B985-BE421BBB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发现神佛程度的能力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67F23B9-09AC-4F2E-9704-AE19D29E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9CAE787-784B-4E08-8174-4F21CD1B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C235435-FD54-482F-BD3C-79C5961D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278FF53-1F80-4B51-88FD-4E9A82BF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6EE3BCC-BF8E-4142-850F-4C49B7DA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57FFC52-ECE4-4852-8454-CF503E28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7FC5014-24B0-4B91-BC8C-C5ECCC52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B2CD212-41FD-4232-83EC-2B401286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436442386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BDA6B2-3A7E-4FCA-B8CF-19C97AA779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524f9981343a8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EDC6365-70AA-4C1A-BB7A-948A7378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1D8E16A-99DF-4C06-ADA3-D90F6A75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2FE1CF9-B60A-487D-9562-ADE66D63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CE2F671-6095-4A92-8F6D-9DF72CF5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矢田寺成美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4054309-C5B6-4A15-8852-AB7CC952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矢田寺 成美（やたでら なるみ） / Yatadera Narumi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2014DA7-B435-4C61-87B3-FB685E4F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1471BB5-9DD0-493B-A91D-05DA8F6D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她是在魔法森林的魔力驱动下得到生命的地藏像，属于一种魔法使。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6B611BE-9E21-4E03-B925-1B1B2F4B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8DA75BA-AD20-4445-BADB-EE76DCFA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魔法使（地藏） · 天空璋的四面Boss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979A17A-F923-4F6B-B96D-54742382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BC1DDC5-1A53-402E-A756-FF45D468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459CE65-6B17-4243-90F7-B6561749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魔法森林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A3D905E-145A-4933-8875-2C82CE65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EF1257C-C9F4-4CE2-B681-997A754B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54F2DF2-F812-43B4-B582-F4AD82C9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使用魔法程度的能力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4AC3AE2-F141-418C-8DFF-B8A2691E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DA061F8-FFB4-4834-A9BB-3493F211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B450053-1802-4513-96F4-0469A0EA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695110B-A19F-4909-8B9D-387AC844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4E9D4FF-2B16-47BA-933F-1F841C90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FE7843D-649F-4D39-A2D2-93A6A31B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5D5E838-886E-47D1-B5D7-6E37C23F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606EA9E-10D6-46FC-AF79-A1B92455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111</a:t>
            </a:r>
          </a:p>
        </p:txBody>
      </p:sp>
    </p:spTree>
    <p:extLst>
      <p:ext uri="{BB962C8B-B14F-4D97-AF65-F5344CB8AC3E}">
        <p14:creationId xmlns:p14="http://schemas.microsoft.com/office/powerpoint/2010/main" val="1458011980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AD0F9C-7D76-435B-A8C2-0B28FE3C44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8c94dc58f41f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544FE20-1D99-4B7C-9AFC-D6F27775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D829B2A-EF93-4185-8070-678822B6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8519C8B-98CB-4BA7-909B-AB083A6F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5251FF6-0611-4923-B21B-0BEBC2BD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丁礼田舞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8F2E7B0-9417-4D42-AEAA-5975BEEB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丁礼田 舞 / Teireida Mai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4B495ED-F182-4A37-8E96-AAB90DAA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3D23A44-E95D-46D8-B39B-B38EF810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她原先是普通人类的孩子，现已不算是人类。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7916126-2014-42CF-A8AF-F5789CD6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34B15C7-346D-411F-BA0E-2E642E6D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人类（？） · 天空璋的四面、EX面道中Boss和五面Boss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464253E-825D-4590-90DE-A6CF7519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D50E6EC-20E6-4683-AA50-D87F44FB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BCFF555-3295-42E6-8AA9-8A7B9177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后户之国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B07C6FE-87B6-45A1-96F8-60D3DBA3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4F94F18-76B9-4E21-8948-9523013C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47E7BD3-3170-4C65-9C1B-76605701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诱导生命力程度的能力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1C21B68-A6F8-4573-8CF1-0C4CD7D1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E14C5E0-AD6D-461C-8EF6-3B76CFF8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47D6EF8-A981-4894-8647-53A53AFC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1914B60-84EF-4194-81B3-E61F54CB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2A27E8B-A266-472E-9B5B-BD0F00E0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B09CAE8-F867-4741-B36D-D0F86053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8017E4D-C881-427B-933C-A3E067BB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07223AD-7615-455C-AA89-726D9B65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112</a:t>
            </a:r>
          </a:p>
        </p:txBody>
      </p:sp>
    </p:spTree>
    <p:extLst>
      <p:ext uri="{BB962C8B-B14F-4D97-AF65-F5344CB8AC3E}">
        <p14:creationId xmlns:p14="http://schemas.microsoft.com/office/powerpoint/2010/main" val="1187360019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5E725-CB72-444C-A813-844C963BB3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02c99b678477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87E22C6-FCCA-4E64-B33A-A410A3B0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A1F28BD-3CEC-4588-BB4C-68B9FBB4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29E0C22-DDD4-4B6A-A65B-C4BADD2F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2B1F441-00DA-4D1B-B0D4-4EB145D9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尔子田里乃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32576B5-6578-411E-94E9-EE90A4DC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爾子田 里乃（にしだ さとの） / Nishida Satono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99333AC-E95A-4202-85B6-F3C54EE3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E81FE6-8E39-4450-99DD-A070B93A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她原先是普通人类的孩子，现已不算是人类。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B742D8B-829F-4162-B346-6FF8D7D4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0A1FD7A-0191-4431-9D94-B486E571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人类（？） · 天空璋的五面Boss和EX面道中Boss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7EAE340-A00C-479A-A452-A26DEF66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E2D101B-1B61-45A6-AC7B-AE6E95E5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FB7EC5B-4E04-4154-9016-5FD09AC9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后户之国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F6E2DF9-F46C-4C10-8E85-32A33E23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7F5CBA5-5991-44DE-989A-1E8C5EB5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3FFB292-F0EA-43B7-80DE-32CE1170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通过在背后起舞来诱导出精神力程度的能力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D7947CD-B8D8-4E20-BE5D-AB198F79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9483462-065A-459E-B2A2-92840895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1C16554-53BD-4F88-AD2D-657AE8F8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EE507D5-C397-41C1-841B-556E1AF1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44AC642-72CF-45A9-AF05-E0AADB84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E69F688-FF5A-45C5-9799-EC9D522B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072A1AB-28E3-41BD-A0C7-81D92086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64AF09B-69CC-4602-86BA-DB47FE57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113</a:t>
            </a:r>
          </a:p>
        </p:txBody>
      </p:sp>
    </p:spTree>
    <p:extLst>
      <p:ext uri="{BB962C8B-B14F-4D97-AF65-F5344CB8AC3E}">
        <p14:creationId xmlns:p14="http://schemas.microsoft.com/office/powerpoint/2010/main" val="887515465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B7B2BA-81F5-491E-84B0-5996A6920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a460b995d4ea7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261D718-A8BE-4E80-9024-CE2FB701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9B6B909-FD41-4DD3-A6AE-484F4358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24AA31C-DD1C-46D6-B496-23E182B3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74BD81C-81E1-420F-A952-AB88F156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摩多罗隐岐奈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EE4680B-A0D8-4FD8-8E7F-5DE44F97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摩多羅 隠岐奈（またら おきな） / Matara Okina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8520BC8-139F-4C17-BD50-55B98940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C8E94CA-9CDC-42DD-82F6-3493DE47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拥有多重神格的秘神，也是幻想乡的贤者之一。她通过背后的门与后户之国行动。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BF6040-CCD0-426E-AF6C-7A424C89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EA21464-B51F-485E-A74F-29E4535D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秘神 · 天空璋的六、EX面Boss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23740DD-4240-47A5-9F34-AF23C4A8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276C393-2F3E-4279-82C7-363C9126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F4E5CE3-3F93-4A69-B736-6D5D3D74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后户之国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B9AAF46-A808-4061-9C48-575800EB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D3ECF29-D6D7-4156-BA92-597D0983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65A6E55-3C76-49AB-9104-A33CF8E5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在万物背上制作门扉程度的能力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1A49122-835F-4374-B1DF-9E4B8ABE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5E7612B-53F5-41B3-8F6A-85AE00A3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7864BEC-9A25-4157-A263-B6AC9FCE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3351965-BCD5-40F4-AC54-F23DA8E5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1004DCD-51F2-408B-9B8F-AD111CD5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7ABEC82-6840-4D84-BDEC-74395169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831D949-6721-455C-BBB4-CD5350C4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A1DFF91-B031-424E-A2F9-45FBBFEE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114</a:t>
            </a:r>
          </a:p>
        </p:txBody>
      </p:sp>
    </p:spTree>
    <p:extLst>
      <p:ext uri="{BB962C8B-B14F-4D97-AF65-F5344CB8AC3E}">
        <p14:creationId xmlns:p14="http://schemas.microsoft.com/office/powerpoint/2010/main" val="2046161430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09297A-1655-489C-8076-00F0B58A0A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745ff4aba4228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9EE61B0-D08A-403B-874A-94539D0F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D45B681-980A-4830-858E-68712107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57A8620-00DF-4B62-8BF3-CDD1C1AE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9E5B19A-02F0-4773-862C-D0B3F71D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戎璎花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31E4CFE-1B1E-428F-B838-94014BF1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戎 瓔花 / Ebisu Eika / Ebisu Youka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4374ACE-93AB-4C43-8871-DC880504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B5FCE86-EC2C-4163-9CB2-1E359D36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她是水子之灵，是赛之河原水子们的领袖与偶像，也是一位福神。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A01AD96-D9E8-4489-BC3A-35CCE391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A771709-DE9B-4947-86E2-5431A0CF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水子之灵 · 鬼形兽的一面Boss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7620CE0-4973-492E-8B35-8A813B02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599B924-E787-44B9-946F-0D5E160D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426643C-92FD-45A2-9662-01EEA47C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赛之河原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23CEA07-302E-4569-8D04-D234FDB4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8FB3FD7-C3D9-4FD9-BF77-BC010A67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B42BD5E-64E7-409D-9992-07C48A1D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擅长垒石程度的能力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AA9D8F7-BC3F-471F-B7E4-6FB3533C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9A3860A-D98E-4C4C-8108-120B4906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03DF228-D770-4090-9392-BC4612D9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AEC28C5-B0BD-49D2-B206-FA88DAE8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CE40FAB-C87C-4ECD-BF3C-BD4D5100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47AFE77-5775-4466-BABE-03B3DD70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31C3B76-36F8-47C1-AC15-45BCA58D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C30CE3C-DBCE-477A-8474-17267E18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115</a:t>
            </a:r>
          </a:p>
        </p:txBody>
      </p:sp>
    </p:spTree>
    <p:extLst>
      <p:ext uri="{BB962C8B-B14F-4D97-AF65-F5344CB8AC3E}">
        <p14:creationId xmlns:p14="http://schemas.microsoft.com/office/powerpoint/2010/main" val="453316011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7A1141-6E93-41C8-BE92-2A2A3417AB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d133a5e5046e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72F7764-5121-40E2-8E3B-AC7D512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67DDA89-1998-4678-BF07-5CEF8F13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835CE6C-A7F2-483E-AFAC-8AE593C5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A6A1E4B-87E3-4D2C-A138-E4B44769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牛崎润美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3E950C0-1D43-4F61-9AAB-958B1E57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牛崎 潤美 / Ushizaki Urumi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FF365C5-4DE1-462F-901C-FEA6B660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A9D9B4B-0915-4707-80AE-C7BE8D6E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她是牛鬼，本是一种利用人类的善意袭击人类的可怕的鬼，但如今她已不再袭击人类。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71C3F01-652D-4268-97F4-ACB924B8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D490864-09E1-4301-80F0-23ECEE97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牛鬼 · 鬼形兽的二面Boss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050C656-B8CE-44E4-B3E6-CAD312E3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CFEAD9B-B702-46FE-8FF1-2F3BB0F0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FB6B787-162A-426C-92F9-75569741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三途河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EE970FB-6DBA-4FE6-8487-28EEE5D7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5225688-1785-4ADD-8DD3-9136D0C9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F98FC76-30C6-4752-B949-2E857C14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改变身边物品重量程度的能力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8B392B5-035A-4AB7-AE5D-9F540EF0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DA0ECF9-2E96-4409-83DB-9F2BA229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48C37BD-2858-42DB-A87C-4D43B768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EE4E3D5-2920-4783-A463-A7D5A138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EF7D4AA-FB7C-490D-B4F2-284AE9EF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D830084-9C37-4043-B031-64478104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7D06E65-7ADC-4502-92D6-7DC24253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053128B-01AE-4208-B35C-A3F985F7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116</a:t>
            </a:r>
          </a:p>
        </p:txBody>
      </p:sp>
    </p:spTree>
    <p:extLst>
      <p:ext uri="{BB962C8B-B14F-4D97-AF65-F5344CB8AC3E}">
        <p14:creationId xmlns:p14="http://schemas.microsoft.com/office/powerpoint/2010/main" val="1741668617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C1D144-BDA6-4FF5-8825-C40570F2CC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b741951df4a2d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1AE100B-E174-41EB-887E-8352AD64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93BD147-AE2E-484F-AD92-2F0677BD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46D6245-ABCE-49CB-862E-E986FBD1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CC2C7EE-9FDE-494A-BA17-E4842DCD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庭渡久侘歌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2B4B6AD-D8A7-454D-B68B-BFD2D7B0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庭渡 久侘歌（にわたり くたか） / Niwatari Kutaka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267A379-AD12-4C94-8487-B7B775EC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DB980F2-8AEC-4FC7-8155-741E74F1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她是野生鸡的神明——二羽渡神，是一位彬彬有礼、为人公正、优先平等与利他精神的神明。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4A3FBF0-0B06-4C58-8DE2-F5F1DB0C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EB119A1-BE23-444E-9F32-E61F0FC0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神明／八百万之神 · 鬼形兽的三面Boss和EX面道中Boss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D9A59F1-4AA1-4E68-B56C-FF32E5CE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27AB35C-3F81-4B75-BDF0-314DFC23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1C6BA08-2EBF-4F0A-B414-E19FB085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治愈喉疾程度的能力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501B3BE-10E9-413A-A6E7-F2311093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D2698B2-C0E3-467E-81C8-8B54F09B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380984D-2C46-460B-892F-C41FD429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207F28A-129A-42F0-BD6C-3F44DEF4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A680DF1-66A4-45F8-8DCF-D02F1854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79C2AB8-6C12-4061-AF8F-711D4FB6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EF998DD-0A6A-424E-9F93-0743D3FF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078B723-015F-40C0-9BCA-E7F0C800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117</a:t>
            </a:r>
          </a:p>
        </p:txBody>
      </p:sp>
    </p:spTree>
    <p:extLst>
      <p:ext uri="{BB962C8B-B14F-4D97-AF65-F5344CB8AC3E}">
        <p14:creationId xmlns:p14="http://schemas.microsoft.com/office/powerpoint/2010/main" val="256164838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A5DC1B-B6D5-4F9C-8862-B661E7427F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fd17839b64ae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8E3C246-C24D-4942-8B9C-E7DFDB9A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86EF100-311D-4F8B-819C-3DE31396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3EB74A5-243F-4550-9A78-79E23871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64CF802-A819-486D-B85D-21AF0617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吉吊八千慧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BF4E6FA-6EA4-45FB-8E9E-C6E1F11D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吉弔 八千慧 / Kitcho Yachie，Kitchou Yachie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F3AB237-EB3E-4E12-9659-8495479C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F30CDDE-85B0-400C-8453-1F63114A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她是吉吊的动物灵，是擅长奇袭作战的动物灵组织“鬼杰组”的组长。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1250374-BF59-4F7D-B7A7-627AD783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EC9413E-9933-40D3-A96E-0AB4AFD5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吉吊 · 鬼杰组组长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55BCC9E-D94A-4576-822E-6DE403E9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C10D435-A86E-4BED-BFF7-444E39CD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C1EB813-2058-44B7-8A5A-66B28D69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鬼杰组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13350F5-1ADF-4FDB-8D26-5ED78C06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CF83CA8-4E0E-4AF4-BFAB-B634B4FD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022CEDA-C1A2-45DE-89A7-FBA4E4DF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令对手失去反抗意志程度的能力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C5D4F53-F4F5-407D-98D2-3F265858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74B6AB2-ED69-4CD0-B1E9-B3C1A6FC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166290E-C63B-4163-BF38-3CA769E8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71DC217-413D-4A44-83D4-EABC72BF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6D17B9A-5339-4C17-8A2F-BB4AADBF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9A90FCE-4E3E-4561-ABA5-8372D45A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F5BA686-441F-4B1F-A668-488AF225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7E03E44-5B0B-4809-A12F-08E8394E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118</a:t>
            </a:r>
          </a:p>
        </p:txBody>
      </p:sp>
    </p:spTree>
    <p:extLst>
      <p:ext uri="{BB962C8B-B14F-4D97-AF65-F5344CB8AC3E}">
        <p14:creationId xmlns:p14="http://schemas.microsoft.com/office/powerpoint/2010/main" val="522427119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70436E-EE52-43F4-AE63-420B9DC110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4b543ddc647d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8B78984-0636-48C8-A8D1-25EECE25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2A90A72-1210-4543-B2C5-9819F805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E66C31D-585F-40DD-AC3F-0724BB9A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02BA20C-5448-4757-989D-2571E105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杖刀偶磨弓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2BE3FDE-1A2E-4FC4-8E7C-5B25E303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杖刀偶 磨弓（じょうとうぐう まゆみ） / Joutougu Mayumi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1ACD394-2687-4E10-A069-484CF311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86D81D0-25E7-453E-8521-9291BFE6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她是埴安神袿姬制造的埴轮之一，是袿姬制作的埴轮兵团的首长。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486391C-8F7A-42CD-8037-273939A4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0F6571E-11B3-4D4C-BC3F-1FBF1B10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埴轮 · 埴轮兵团首长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709C9FB-CCE7-4C9B-AA4C-93A7A319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DF1766C-928E-4BC6-A07D-F3803C88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415F869-4AFA-41D8-B02E-C48D9563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灵长园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E458353-FBB2-4869-94AD-C108DBCD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7C9F927-3C55-4514-AF0B-7C51AE9D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9A7B112-E056-46BE-83B5-5948986C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让忠心直接化为实力程度的能力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0DFF1B0-A309-4B9B-B6C9-B6C3808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C7E299A-FB5B-4BE2-9C2A-11D2357B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E58900B-C57D-4341-BF17-F5CBEE34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A707005-DEB7-404D-8980-F6B237B7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CDEC5AF-3FC2-404A-8930-75A4CC68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B6801F6-BC91-4890-9101-0FEE1ADA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513B5D3-5CD3-4A2B-B87C-E8CEB411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42A0928-2B65-4464-B303-3FC34470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119</a:t>
            </a:r>
          </a:p>
        </p:txBody>
      </p:sp>
    </p:spTree>
    <p:extLst>
      <p:ext uri="{BB962C8B-B14F-4D97-AF65-F5344CB8AC3E}">
        <p14:creationId xmlns:p14="http://schemas.microsoft.com/office/powerpoint/2010/main" val="435343378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3E3479-2EEE-491E-88BA-957796041F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c08922c1f4b67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CF6522C-5751-45A2-B87C-A2E6D57C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6755DE2-217B-4227-B60C-DC2F310A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8D89B28-2092-4ECE-8227-6081F234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B865E06-DE67-48F9-95B5-EFB4F7E8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埴安神袿姬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E2D3F30-510B-4B93-B323-6D82E28F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埴安神 袿姫 / Haniyasushin Keiki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F1F6383-CA93-47A0-A946-0F824B6A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F91FC29-35B1-41D6-97AE-602C16BE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她是畜生界灵长园人类灵抱着起死回生之念召唤来的神明。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7BBFFE7-60A9-4481-875D-3254DD7E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55B39FB-E32F-4D73-87D5-E9840514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B3EB6AA-4C79-4882-95D1-92030E7A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0B50FD3-1B90-4023-A047-369365D7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7B7F8C1-942B-4911-93CE-D75AB6B9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灵长园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D1C49A0-A95B-4EFF-8494-697296C4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77CC804-D9E2-4B45-976E-3F9AA419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A6C194B-E204-4C69-8DEF-CC494F94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创造偶像程度的能力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8CCE57C-0BEB-4E01-A75E-2203DE1A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2833969-5600-4E91-BBEE-D86B35BC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298D7F8-D1B7-4480-BF4C-5746E76D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98924FF-DDF0-4BA9-8626-47E23640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D42B5FD-9F42-4565-8F09-307172E8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B3EAC0C-E449-4AAD-B74E-CE572B38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0883FBD-32B4-4F71-B69E-2352803C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02A26D9-BD71-4F38-B379-5A6FB0D1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793352786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8AF375-62E1-48F3-B637-E1744235D0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48a44fbcb40ce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4A5BCC2-CBAC-4CD0-A707-734357D1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36A3CCC-07AF-4801-8683-C37C88CF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2DFAA3A-4B09-4F3E-BC99-5DE7C07C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653A8F5-809A-426D-AC5D-4EAF9301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骊驹早鬼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9649F86-9BEB-4D49-9884-63BB6579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驪駒 早鬼（くろこま さき） / Kurokoma Saki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5D5396D-7DDD-49CC-A3A8-66C82278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8FD48E-FEAC-4620-B599-6216CF15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畜生界组织劲牙组的组长，是骊驹的动物灵。她拥有强健的脚力，尊重强者，也希望自己变得更强。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5664063-E1E0-468D-BFC8-EAAEBC6F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DB5368F-A6F8-4213-8B42-3FEE815D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骊驹／妖兽（骊驹） · 劲牙组组长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35A6BC2-B760-409B-BF72-3DF8B956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5BC96EC-5753-4092-B833-79C60DB2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00D3294-7C09-4D13-928D-F7B3825C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劲牙组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3F5A52A-25C4-42B3-9383-7E91DC3A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96BED43-E5CD-47C4-B863-B61EA0B5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C637143-F148-4783-8854-5EFA8813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拥有无双脚力程度的能力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B28EAA6-10DA-4F4C-A676-74311533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E511F13-1220-431C-B3A2-0044C291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E0A806C-99B7-4A94-806A-D4AB4A83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FD0BC5A-8542-41E8-A574-DCD363E0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2422E2A-F910-47BB-9B09-CBA3018A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67D8CD6-235A-4D77-B0F1-9191428C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7E14B3E-C90C-4279-B12F-6F783A30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4349779-18C3-4EA9-97C4-F9A078D7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121</a:t>
            </a:r>
          </a:p>
        </p:txBody>
      </p:sp>
    </p:spTree>
    <p:extLst>
      <p:ext uri="{BB962C8B-B14F-4D97-AF65-F5344CB8AC3E}">
        <p14:creationId xmlns:p14="http://schemas.microsoft.com/office/powerpoint/2010/main" val="603690282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B7D91-0930-49EC-841E-0AF6529BD9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a81c3e01f42a1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BD5ACDB-39D8-4915-A392-2E7E2827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8761779-7896-4AFB-B004-28C9A6AB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E4281B2-34BE-4DBE-A5A1-D148E838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B6A51E-C41D-44E9-AF3F-ED0C6FAA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饕餮尤魔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02B3645-C497-4AC8-A051-D10DC5BC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饕餮 尤魔 / Toutetsu Yuma，Toutetu Yuma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5C24AF2-9C99-4A92-8C19-0B27D191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EF4F0EA-58B5-4922-9B9D-8AC018B9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形似小羊的神兽，担任畜生界组织刚欲同盟的盟主。她能吸收各种事物，并将其化为自己的力量。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E55CA3B-258B-4B31-8075-F4081682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AB92DD5-6686-484E-ADCD-522460F0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饕餮 · 刚欲同盟盟主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BFC932B-217B-40A4-B6A1-D7051045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859B430-9303-4295-B335-0D91E0FD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E5DAD56-5F1D-4667-8398-1E0D03B3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刚欲同盟／旧血池地狱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F943DD7-3687-462E-BA6E-8CF156F8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7016A29-27BF-4779-AFA4-0AB440B7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96DECE6-8CC1-4CB0-82F3-F6376D58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什么都能吸收程度的能力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028EF23-8A0C-4431-BF92-3DF9D652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59E16DF-5849-4F51-8DAA-07977A32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FDA1781-7691-4517-BF0B-10BB1258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东方刚欲异闻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1B6AED5-A269-45AB-8855-78F572A3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ADA7E25-1CB4-4DEC-BBE7-46447F2F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EE7ECE3-ACB8-44A8-A3CE-056340A7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东方刚欲异闻 · 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A8387BA-1217-4907-AD90-18D516DD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82BCA2C-A72B-45F7-823B-C1784D66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122</a:t>
            </a:r>
          </a:p>
        </p:txBody>
      </p:sp>
    </p:spTree>
    <p:extLst>
      <p:ext uri="{BB962C8B-B14F-4D97-AF65-F5344CB8AC3E}">
        <p14:creationId xmlns:p14="http://schemas.microsoft.com/office/powerpoint/2010/main" val="1036895842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F0E5C8-1955-4EF9-B963-A23EA654DC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0f49b99474f5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2F3BB48-80A0-499B-B3A9-98889F01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84C1DA3-F3D3-4DFA-86DF-4F1E095D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85BFCC7-0899-461A-A8EC-E667B175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8698120-F5B0-497B-AC1D-2AC5725C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豪德寺三花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471C4B-BF1B-4D96-868E-72B4584C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豪徳寺 ミケ（ごうとくじ みけ） / Goutokuzi Mike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571A725-D4C1-43FD-B2AD-D99E969F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13AA4E-4EB7-48D6-AAF2-F6D3CB8E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离开招财猫社会的三花猫。她因毛色受到排挤，后来在妖怪之山开始了悠然自得的生活。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5CF0667-E1B5-423C-9ACF-443DBDFD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5907AE0-CEB7-4CD7-8D59-08B20C41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招财猫 · 虹龙洞的一面Boss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CBE74D3-E4CD-4DA8-9493-C96C2D73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79A3025-AC92-4790-8F13-93BD44F0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257C7E5-4382-4342-BD1E-38371A87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B8E3BB5-7220-45AD-B303-2D61DA08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2278E87-562B-442E-81CE-4F0661D4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CA08018-6CC8-42E4-8D8C-168F8081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招财或揽客程度的能力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39B0C4C-8D4E-4E54-9916-482D3834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05E59ED-11C7-4E48-A8E2-CEDD5406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914394F-D4B9-472D-8A5A-3412610D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6D0CC06-110F-4E6B-9ED2-A65A8F5F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AA166DF-71B3-4D20-9467-A359F924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FA66612-F34F-4913-9C5E-493AC727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911269A-B5DF-4984-9295-9EF7CBE1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584C4AD-4F5A-4D8A-AC53-63C447DB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1766537454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2E75B-66D9-487B-8B7C-4C0037E7C2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f2e6c690949f6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F8287B8-0925-4CF3-B987-5328AA7A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134A2A6-D49C-49D5-AE1F-065BD2C3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A873BA2-1CAD-4909-9E5D-C2262EF8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EBEF36A-FC3C-43B5-98ED-484F366F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山城高岭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7C632DD-FA65-40F9-B178-000CCB81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山城 たかね / Yamashiro Takane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447517A-45C8-4029-9E23-3E7B8D05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23341A3-83D8-4D18-A14F-71006C95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山童中的领袖人物，头脑灵活，说话方式比其他山童更文明。她与同族研究经济，构筑了复杂的金钱系统。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00CA561-4195-455C-B75E-F6DA4882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8A8FFA4-467C-4747-A19D-FD5656A8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山童 · 山童的领袖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62FDBC2-9950-46D4-B3F6-DB8031CF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19067E0-9A2E-4CDF-8EB9-74C33EB9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F5DA06F-A2BD-4027-8B11-E78C182D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秘天崖／山童社会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F5938AC-54BC-4E44-998B-EBC2D9BE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09608B2-41F5-452D-99E9-90620D33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6239F09-8B17-4333-ABC6-1EF40D93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操纵森林之气程度的能力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603FD9A-6221-493E-BE3A-B8A56C92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67CA03E-A1B6-4B8C-861C-4E2A5E57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C27DAA0-1529-4443-AF50-F631C4AA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4A1C93A-D7B4-4328-9803-2C53C17E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844B18D-4297-495A-AE27-1C886CB5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B39F3D4-0DFF-4ADC-A417-6A7B492A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75AC902E-87AC-4168-8F8F-0934CDDE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72BFC90-CB1C-4C7A-9706-EAEB716B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1803537791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E7CBC-B8C2-42DB-B820-C851EAC54C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41fe8ecea4e1c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48E1DF6-50D4-4582-B3BB-CFEC285E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D32912F-9EFA-4D95-AF9A-152E697F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607BE63-4D50-4D42-B275-C1502663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61B6144-EB53-413E-AAD3-5F36F497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驹草山如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910CAB5-88B6-4CBD-B4C4-005AD96A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駒草 山如（こまくさ さんにょ） / Komakusa Sannyo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C4A0F5B-02CB-4C6E-9BE8-E365C53F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C7E4359-9C27-44E7-A3ED-668BA46C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她是山女郎，嗜烟又好赌，在妖怪之山开办了一家赌场，是个三分老成十分颓废的妖怪。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2B100A0-AC60-49C8-ABD4-1DB939B0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D584785-60CB-43B5-9B97-C99780BF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山女郎 · 赌场经营者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DA667C2-A715-43CD-A527-AE5DA72C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EE16DCC-0AD0-4382-8BF4-10138E4C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9F058FD-2408-4C95-86C3-ED447407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以烟草之烟操纵精神程度的能力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DB2BA47-A3DC-4E7F-B953-00A7D640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036F0CA-CF69-48BC-A235-8EF3C394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0F8DF1E-B667-4DC4-B433-7D5C89CF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2C30E1D-08C5-4271-BF60-FB442E20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6A315AF-5CE5-473E-9630-F5382449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C83C5B3-6A34-4341-AE10-2617A59A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716146B-397A-4FC1-9866-80CAF027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305F984-B54E-4EAC-8C83-33F21FE9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125</a:t>
            </a:r>
          </a:p>
        </p:txBody>
      </p:sp>
    </p:spTree>
    <p:extLst>
      <p:ext uri="{BB962C8B-B14F-4D97-AF65-F5344CB8AC3E}">
        <p14:creationId xmlns:p14="http://schemas.microsoft.com/office/powerpoint/2010/main" val="616461388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34013F-536D-43E7-9795-3C05B8AA78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593c6f09e445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9422F85-0B6C-4DED-B545-25805E94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CC3BCD0-F4C3-412D-877C-3CA1BB28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C1F2E86-A9F6-4890-95F8-65F65F38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655E4B6-D513-4A39-B9B2-BC44400D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玉造魅须丸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A57A32-F0B8-402C-9C84-0296C750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玉造 魅須丸 / Tamatsukuri Misumaru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7BCE0BF-AE0B-4275-86AA-929854E2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81B611B-BDAE-4CE5-A0B0-B854CF9F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她是从古代的矿物制造勾玉的神秘神明，精通矿物知识，了解矿石的传说、因果关系与魔力。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5EEB87D-EB9D-44C7-A985-FCB24949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937B1B5-D1A8-40BC-AB21-0A945888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 · 虹龙洞的四面Boss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3F45238-118E-416F-9209-C0C010E5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A6ECAC3-4B61-4437-9247-F7045BD9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06C9DA6-1B67-43FC-8863-6F9DE571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制作勾玉程度的能力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02C95BC-7FAD-4E69-8E26-66E81540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FC616F6-4FE1-447B-BBFD-03B5691F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8C300E1-BC09-46FF-A8DF-A04B6A31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8FC8F5E-1814-40E3-9E16-2A6CBD5A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39F2C7A-FD16-4131-8EC0-BE8C9F0C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6B30587-72DD-4777-AD31-5827FD09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946A4BE-75FD-4794-BA2D-42454AE8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3DD1432-C26C-4E7D-AE3B-E6942818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126</a:t>
            </a:r>
          </a:p>
        </p:txBody>
      </p:sp>
    </p:spTree>
    <p:extLst>
      <p:ext uri="{BB962C8B-B14F-4D97-AF65-F5344CB8AC3E}">
        <p14:creationId xmlns:p14="http://schemas.microsoft.com/office/powerpoint/2010/main" val="1028702180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705A34-D745-45E0-B782-918DA387E5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831cdeb1d4f0d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8FBAEAC-58B9-4D0D-958E-38604E26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B8D3744-2503-4C69-BD82-0BE34495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85BA341-F40D-492D-B39E-0445C27D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06BC3CB-A521-4C4E-AFFE-A6FF3708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菅牧典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CB00418-42AB-428C-AFBD-888D57CF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菅牧 典（くだまき つかさ） / Kudamaki Tsukasa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E41E146-4CC0-41E6-A2B3-6D9B3BD5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E9FDE07-0A27-4497-96C0-F203749D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她是管狐，是八面玲珑的狡猾妖怪，能使听从她的建议的人得到一时金钱上的恩惠和最终的毁灭性结局。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E9F6096-CF63-404F-9E69-F2FDAC9D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08AC6A0-DD3E-4E30-AED4-8CCFE924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管狐 · 虹龙洞的五面、六面、EX面道中Boss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93648D8-EFCE-4AC4-9A78-4B5F1C15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16167D4-7314-49E0-8614-32CF88B8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B97A9FD-1ED6-461A-A9AD-9C6CAC0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抓住灵魂弱点乘虚而入程度的能力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380EE36-2221-47F6-B28A-828F62EC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B324FC4-E42D-4481-BD0D-D5427746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8118383-7F6C-45A6-A8C1-E2789E18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72CC553-A60A-4691-9CD0-1DD3FADE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83520E7-5465-475E-BDD3-E91D07D9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36ECE4D-3568-4F9E-B56A-256243EB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200814C-71A0-4C1C-A571-4E90FF26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804608A-147D-463A-A2AB-CB9A1800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127</a:t>
            </a:r>
          </a:p>
        </p:txBody>
      </p:sp>
    </p:spTree>
    <p:extLst>
      <p:ext uri="{BB962C8B-B14F-4D97-AF65-F5344CB8AC3E}">
        <p14:creationId xmlns:p14="http://schemas.microsoft.com/office/powerpoint/2010/main" val="1055581517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D0CA78-A496-4B6E-B2BF-E71D4CE8A1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0dafbb757433e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BE7523F-6729-40C0-9FFF-A61998C4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EA0C24F-1931-491B-9A60-97DF029E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B9971DB-466E-4896-AFEF-8C96A1BF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EB545BB-6A96-4283-A16F-B0EFC35A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饭纲丸龙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3C5C0F8-FC43-42F6-BDDE-E56D9ADE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飯綱丸 龍 / Iizunamaru Megumu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D27F497-ED27-4039-9586-6C48DD85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CADBB3D-70DF-452A-A514-76A44CAA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她是大天狗，是天狗社会的管理者，天狗们的领导，鸦天狗的老大。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F503E44-E649-4458-975E-9C7DEA2D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31AFF10-6190-4C89-95DC-E731BBCA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大天狗 · 天狗社会的管理者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CE5B961-5679-43DA-941A-AFA0FF45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50F3342-065A-4DE0-AB51-FA803185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0B95757-C27E-458B-BFEA-FF6419E3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天狗社会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A02D8FA-316F-4688-A460-73654783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3DB14D5-792C-48DD-B1BC-89AB683F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62E7423-25EC-4E45-9075-9250E307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操纵星空程度的能力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D29ED60-A98B-478E-A752-044C442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DF581FD-583B-479A-9606-0C255B5D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CFFD979-3D5B-4515-9A0C-7BEC621C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F3E4B4B-17C4-4F43-99F5-57011514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117381D-4929-41A8-A825-0D3D2F5A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CDF1276-C266-45B6-B705-085C66AE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00EB168-D821-4A63-A769-ED5C0563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4A24863-16F7-4105-B27B-FE685F6B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1278392990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418E5D-EE29-4E39-8F87-29D614E97D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2551153a54127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74E43D1-7364-479D-B055-EF3558BE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E5791DE-4038-4602-A37F-95D577EF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6623FE1-5FDD-43EA-9107-7A86CB8F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8754C12-6905-450D-9024-7CFB3F93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天弓千亦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CC5272D-6E30-4F37-B528-EBAB3CAF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天弓 千亦（てんきゅう ちまた） / Tenkyu Chimata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4D0061B-FED0-45A7-B1AB-A235AAD6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9571D19-5161-4DA9-A43A-16CF01A1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她是司掌集市交易的神明，是集市之神和交易之神。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CC9E8AA-8BBA-45C4-9A6C-558805C7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5037753-E622-4B23-B2FD-FD6CDC1F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 · 虹龙洞的六面Boss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8BE0949-3D6E-440F-A05B-47F7E37A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72EC337-CAD6-48CA-953C-D69DE9DC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066DA03-434F-4A2D-8FF0-410BD282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集市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4764469-55A1-4CF9-936B-89D2608B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8340D57-42A4-4DD1-B18F-CAF2A81B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405E3BA-52C9-4630-A3E3-6C71C320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失去所有权程度的能力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F4D9898-68C9-4EEA-BB0E-5707FAB8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965D95E-3FAD-4C91-92A3-79B947A3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079CEA3-896E-4891-8EEC-49B34393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8C50816-05CB-4C02-890F-F85AAA73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13246AA-F0A9-495F-BF7B-7A7CA493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0198A4E-DEF0-4F33-8963-9FDD7317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019FCC2-F67B-470F-A8C8-468EBA2C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9856F7F-631D-495A-8C42-DFCD22E5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129</a:t>
            </a:r>
          </a:p>
        </p:txBody>
      </p:sp>
    </p:spTree>
    <p:extLst>
      <p:ext uri="{BB962C8B-B14F-4D97-AF65-F5344CB8AC3E}">
        <p14:creationId xmlns:p14="http://schemas.microsoft.com/office/powerpoint/2010/main" val="883407244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7B0499-A143-4A78-8B27-A1A9773082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03bb61ff441ca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AB86DC3-6350-4914-867C-6C453C81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65FC74C-6CF4-4299-A35D-E3360B65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397E8E0-33D5-4407-B3C1-A2AFCA86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36CA255-4711-4415-B260-27B99485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姬虫百百世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A5E6724-CA6F-4589-8AA5-A1FBB5B3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姫虫 百々世（ひめむし ももよ） / Himemushi Momoyo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2BDBDF5-4865-46E6-9830-E27EBD56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C41E6C0-25F9-4951-B8D7-FCDD8B13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她的种族大蜈蚣拥有丑恶的外形和令人不快的毒液，是很受人厌恶和畏惧的妖怪。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BFC2ECA-360E-4005-A01D-746A656C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F458B6B-6A42-43DD-8C72-43B83CEA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大蜈蚣 · 虹龙洞的EX面Boss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AB582E0-A776-4FD1-87F3-2DF9A27E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2C74825-7D13-478D-BA6B-0EBD4461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50720EE-AEB0-44AD-B3B9-5B03754D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虹龙洞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D9D609C-23CA-4288-9587-4BC41DCF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7358BAA-4966-42E9-AA58-C6F4BFA2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67DB725-A84B-4ED2-B78B-43263FB7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噬龙程度的能力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A1637FE-2378-47D0-8F57-3E55BB0E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F06FF6F-8B52-4EBE-AC33-7118CD3A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8E4A9C3-F508-4F3E-AB7A-8D436CF6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55624D3-2DFA-459F-AE1E-B7F12B53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B088DF6-35F5-4441-B2C2-2ED3779F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832FD4D-EC58-45A7-ABAF-0720C0EE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81F455B-A4FC-4459-B63F-DDF1D6C5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9C23F12-79A0-4EC9-9388-CF5C3761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130</a:t>
            </a:r>
          </a:p>
        </p:txBody>
      </p:sp>
    </p:spTree>
    <p:extLst>
      <p:ext uri="{BB962C8B-B14F-4D97-AF65-F5344CB8AC3E}">
        <p14:creationId xmlns:p14="http://schemas.microsoft.com/office/powerpoint/2010/main" val="592143287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EDDDA9-FDAE-41C7-84B2-0C418E108D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f930b3bd04a2f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C001EFA-6871-4077-8125-3E28BC05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B2AC5A3-7643-4F6B-A234-140B1862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62E149D-826E-47CF-A6B5-E79C2BF1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DBD5D16-E8FA-4BE3-958E-736C3F7C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孙美天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CAB104-CA0C-4C05-9F2F-E900E7A9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孫 美天（そん びてん） / Son Biten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60E35B5-3B3D-4A3C-916D-4712FF96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6DBA667-721B-48A1-B861-B8A0BCDA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原本是被猴山驱逐的孤猴，后来成为猿神。她在《东方兽王园》中加入吉吊八千慧领导的鬼杰组。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448D368-812C-40FA-96F5-50BA9D8C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AB829D7-7629-42B7-8BF5-2636E240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猿神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5F5B9C3-30FB-43E1-8F3D-ED5E8434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8F88599-211C-4F13-B232-91268139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6D974C3-7BFD-4939-869A-0354D8E1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鬼杰组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A71AC0B-A072-4A50-B612-88C682F9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2147D67-6413-42DD-95FD-7D960A12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47F43A7-75AD-40A5-9249-5E990685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操纵野生猿猴程度的能力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6C470DA-B447-4FB2-880A-5DE1B954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2388A50-85E6-4B21-ACF8-973652AB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CE286B8-A5B4-4E09-B55C-3017B9CC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8B74999-0CD2-4B5F-A7CD-E1F8D956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D5D7EAB-DF0F-465C-B97E-AF5FC045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CA9CA04-3287-4408-84E5-09C83787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6B51FB03-5194-4937-A469-53FEA47E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E06D70F-8F32-4A20-A5C1-FD512B20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131</a:t>
            </a:r>
          </a:p>
        </p:txBody>
      </p:sp>
    </p:spTree>
    <p:extLst>
      <p:ext uri="{BB962C8B-B14F-4D97-AF65-F5344CB8AC3E}">
        <p14:creationId xmlns:p14="http://schemas.microsoft.com/office/powerpoint/2010/main" val="299011852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EC6B89-3243-4511-84CF-6D0D8E528E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e4f3a497e482a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11AB8C1-1D10-49CB-BDF2-65450EAA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CEE93E2-0A06-4E5F-AFF9-E37C69F0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0DADDFD-C326-4C9A-BB31-16187CAD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6351BB3-16EC-435D-9D11-2CD92027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三头慧之子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503E909-4289-4A6A-8C63-CA86B137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三頭 慧ノ子 / Mitsugashira Enoko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6F8B11F-758B-469A-A7F2-AD095D3E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E3502D7-138B-484E-832B-F246582B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不死的山犬，因吞食日白残无的血肉而获得不老不死。后来在残无宝珠的作用下成为妖兽。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854D394-BA8D-4582-9102-63E7610E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B6BDA44-40F9-4817-BD12-54062DFF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不死的山犬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F7EBE42-ED55-4868-9EDF-941DF150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64DF8BE-28DA-48A3-A4DE-30404620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A533331-54EF-4C75-8034-3A7C1D18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劲牙组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044D77C-3981-436E-B7C2-6795D62D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BD9F213-E54F-45A3-B9FD-2C594D83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3B50684-E7CC-4E0A-8AFA-F76AB929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操纵陷阱程度的能力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AB949F8-71E4-4FAF-9A8D-4DFAF5DF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E1FA6ED-16A4-45E8-B122-E5D4571B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97145AE-5AEB-4A59-B635-1DAA175D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F205C6F-BCB3-4A07-81EF-BBF2F3DB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0C058FF-0B64-4368-AF9C-F9FD9967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5DAB8CF-130D-4E7A-A4FB-E6584ABF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4BA2AFD-5FCF-4C89-923B-65A9E443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77347A4-102D-4889-AD13-615C0DC7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132</a:t>
            </a:r>
          </a:p>
        </p:txBody>
      </p:sp>
    </p:spTree>
    <p:extLst>
      <p:ext uri="{BB962C8B-B14F-4D97-AF65-F5344CB8AC3E}">
        <p14:creationId xmlns:p14="http://schemas.microsoft.com/office/powerpoint/2010/main" val="1191336682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4FC5D0-BB9E-4FB7-AB8A-783C4B0756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f68befbce4cb1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C0E4DCB-7E73-41D0-AC4C-D253DC69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525C02D-87B5-4A85-967A-B907B2F1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B2C6929-605E-4C67-873A-E7598587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E0E275B-4323-4E3F-BA22-132922D5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天火人血枪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65144BD-C270-470A-80C8-1D4ABBC6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天火人 ちやり（テンカジン ちやり） / Tenkajin Chiyari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950D2C9-D610-4313-A386-5C2EAF36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2081B16-A881-4739-AC3E-C7B511CB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她是天火人，身缠火焰与血液、原形不明的被诅咒的妖怪。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76E4983-2A85-4E3F-A674-7A35EBF5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60B5512-34F0-4D26-8B15-7DDFD978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天火人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6CC925B-7DFF-4076-AD8B-E4BE7138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A5F2A5F-DB41-4AB5-8C61-69F0AA90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0623D06-B867-43E6-AD40-108BD155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刚欲同盟／旧血池地狱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6EB17E0-1EE1-44D9-85C7-3F0F2A3A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ACE9771-ABDA-4EFD-B14C-633FA951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658BCED-E930-4278-8FD2-942FE941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操纵血与火程度的能力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9AB992F-C0B9-4732-9D85-3F5016D8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5380360-0651-43B4-8538-D7A183DD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7075606-1C21-41B1-9F22-F11ED0EE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98B0724-CFF3-4B35-ACC8-D838022A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2AD9BF3-BCD1-4946-9D32-BC840130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A92249B-DF28-4710-9CAA-6F56EE00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BCEB623-C9BD-483F-B411-2349B43D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E1667AC-BE86-4E52-BDE3-ED720C98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133</a:t>
            </a:r>
          </a:p>
        </p:txBody>
      </p:sp>
    </p:spTree>
    <p:extLst>
      <p:ext uri="{BB962C8B-B14F-4D97-AF65-F5344CB8AC3E}">
        <p14:creationId xmlns:p14="http://schemas.microsoft.com/office/powerpoint/2010/main" val="23102383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B660B0-32CB-4D45-8EF6-4B8BA27F0E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f24ae982444b3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4EFB2D6-800A-4028-B79F-AA44DD5D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E131DEE-046C-4281-A575-9F828234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4B3937-A6A2-48AF-82BB-A46998AE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FAAF2F0-2E25-4C50-8827-83A94764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豫母都日狭美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EF74571-05C5-4936-808B-95555270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豫母都 日狭美 / Yomotsu Hisami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FFD704E-7219-46E8-A15A-AE67F0BA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84D5202-00E0-4851-B790-6A76E0C4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她是黄泉丑女，会用甜言蜜语将不慎接近地狱的倒霉蛋拖入地狱，以此获得报酬。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6173CDE-4BA9-45C3-851E-8F0FD60B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BC15B89-5629-42B4-A1C2-CBEE838A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黄泉丑女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69E1A36-4AD3-4DDC-8357-3E89A290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4C52FE5-9149-4A91-9591-87C2A50E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89A74E6-4DEE-41D9-B4B5-5B51D1C7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3AD910C-C565-43D7-B0F3-C6410C0E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6D1629F-7343-4B35-9787-A42DB209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43B1284-0918-43D7-B704-6102B4D8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绝不放走目标程度的能力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24DA2E9-31A5-447A-9EBF-109E743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E011854-4B1B-40A8-96AC-7832839B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8553093-3192-4CD7-B8AF-1FED3064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456BFC8-E7AB-4FC3-B98F-F4D151BC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86E68A5-7F7C-4EFA-917C-0CCE0663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A5B59E2-BA5D-47FA-AAB7-2E760DC1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C0DE3C9-577A-48C0-8EB7-E51E6898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DCF91C7-3E34-459D-9471-5855275C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134</a:t>
            </a:r>
          </a:p>
        </p:txBody>
      </p:sp>
    </p:spTree>
    <p:extLst>
      <p:ext uri="{BB962C8B-B14F-4D97-AF65-F5344CB8AC3E}">
        <p14:creationId xmlns:p14="http://schemas.microsoft.com/office/powerpoint/2010/main" val="2089583988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FF7A8F-17A6-4B93-A72E-0BFEDAE354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64262f87b4605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18A6082-71AE-4BC1-848A-2C066DC8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049D94A-A55F-462E-B1D1-01AE7F00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9BE960A-B142-47FF-9EEC-C444AD9F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4B0582C-0CF5-4DEB-AE77-7FCB502F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日白残无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FEE77CC-082A-480F-9370-8A6FCE48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日白 残無（にっぱく ざんむ） / Nippaku Zanmu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5C86F30-D3FD-4C72-B003-59F08923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700F3FE-9503-46FD-A5E2-830B6861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她曾经是背离了世间一切道义的破戒僧，因为吸收了妖兽的灵，她失去了人类之身。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0C571C6-1CA0-49A8-834E-2398286D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86DB7B7-40CA-4F8C-ABE9-8DBC64D9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人鬼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0FD61F2-7A5E-4055-BE6F-BB9AE925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2CA83AB-14B0-44AE-8431-5A6DCC7B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3B797EB-B75C-47C5-B5BE-37630948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E7CBD75-AEC5-414E-AF28-A38D442C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84F10CC-AD9D-452A-8D96-5617C9F0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3B22D7B-1E9B-43EE-9FF6-DFAA1E73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操纵虚无程度的能力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C2496C4-63AF-4F74-A8BD-B78310AC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73BA4E1-29A7-4CFC-9764-49920EB6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548E301-2340-4F94-9568-3EBAB545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12958A6-8405-4767-9DDB-D91F9124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C47A7A3-D7AE-4054-964D-A4F5A265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090780B-F8AB-4445-9652-15CB698C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9A835F5-95AD-4E44-9F54-1D622C26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7576740-C3DF-4B0A-915D-F415940F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135</a:t>
            </a:r>
          </a:p>
        </p:txBody>
      </p:sp>
    </p:spTree>
    <p:extLst>
      <p:ext uri="{BB962C8B-B14F-4D97-AF65-F5344CB8AC3E}">
        <p14:creationId xmlns:p14="http://schemas.microsoft.com/office/powerpoint/2010/main" val="1535813196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F23D8E-65D3-4111-B419-E3AE9A5212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93bfc2ed9486a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588ADFE-8B38-4222-A083-E53FE286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A807B0F-897B-49EE-BF56-69F797C1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1B9BE7B-7FCA-412D-A5B6-3641E959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C1FB54F-1194-4E9B-A9FE-4013ACA7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绵月丰姬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7E6FF3A-8E95-40CB-8D12-2CC222AB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綿月 豊姫（わたつき の とよひめ） / Watatsuki no Toyohime，Watatsuki Toyohime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E2A0625-BA3B-4E8F-A766-CFF49D76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2B54D07-3E73-4362-AE2E-445A72DF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她与妹妹绵月依姬同为月之公主和月球的防卫队的首领，该防卫队由不到十只月兔组成，被称呼为“月之使者”。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EC7A86D-1F00-4E9B-8C01-F89A8FC5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1E8732B-DEF8-4BDB-8C3E-A72848B1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月人／月之民 · 月之公主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0F74ECD-8159-4EFD-9982-4ECFE659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1F076E3-CC45-485E-92E4-1C6EC021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E586025-B578-4069-BF28-27647B0A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7B6583B-47C3-41F8-B97C-B4DE6BBF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918C478-0C99-476F-BDF4-97446CE3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28F1DC6-6C0A-48F8-8EBA-A0AE104C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连接山海程度的能力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EEC18E8-BDE2-40DA-B61A-431AC702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FDD2D45-12C0-4E87-9031-0AF04EB7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4B280F2-A01A-4701-858D-1FED70A8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402137D-69A1-413D-8A5B-10E043FB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2B6FC4D-4B59-4829-AA7A-D7E65FE7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42D64C4-5C97-40DB-A07B-DFF61116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 · 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E337715E-D536-490B-A6B8-DFE15D08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89C4170-AE3D-44A4-95D1-5D721339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136</a:t>
            </a:r>
          </a:p>
        </p:txBody>
      </p:sp>
    </p:spTree>
    <p:extLst>
      <p:ext uri="{BB962C8B-B14F-4D97-AF65-F5344CB8AC3E}">
        <p14:creationId xmlns:p14="http://schemas.microsoft.com/office/powerpoint/2010/main" val="925429279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D3ACBC-781C-49A3-A840-FED5A3BFCC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fba1a6bde4851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BD1E6C8-9E2F-4427-BFBF-27E61DD3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6129A40-6B07-4772-86E7-21E68080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8FD053-5C60-4AE0-85FC-8174CCE8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6DF786F-AA3D-4F92-A288-D2620870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绵月依姬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B191EB8-2DA4-4B82-A2D9-A71F5057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綿月 依姫（わたつき の よりひめ） / Watatsuki no Yorihime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7C42CFD-75E3-41F3-908D-E459C9DD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B667815-52DF-430F-B52C-DE1A56A6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她与姐姐绵月丰姬同为月之公主和月球的防卫队的首领，该防卫队由不到十只月兔组成，被称呼为“月之使者”。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422D445-D320-4FEF-A0A1-E4A73210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0C7873E-61EC-426C-A3D2-DE845F48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月人 · 月之公主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56BA210-7B50-436E-B103-7A5032EE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F4F8C11-59AB-4A3C-AE60-4C508A0C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ED4CD17-4855-4E91-AC4E-938AC1F2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025B6B3-B9CC-4589-B1E9-08DE7AC9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E64C9F8-8655-461E-B579-C55C883A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69C9955-7BA5-42C9-90CE-5FBD612D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能够召唤神灵程度的能力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009FCB8-D1BA-4333-91F5-9FC1C00F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F817969-B9AB-481D-B1D7-394D42DA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414EDC6-6DBF-47F5-8667-B00E99F1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856A66E-6B2B-443D-BD41-30CD7E19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C88D3CC-E163-4E0A-980A-E7E84819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5437CD4-E73E-486A-ACB2-8015FB4E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4CB9878-AD94-4EA8-82D0-50958B22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D498562-E13D-471E-9187-8A085346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137</a:t>
            </a:r>
          </a:p>
        </p:txBody>
      </p:sp>
    </p:spTree>
    <p:extLst>
      <p:ext uri="{BB962C8B-B14F-4D97-AF65-F5344CB8AC3E}">
        <p14:creationId xmlns:p14="http://schemas.microsoft.com/office/powerpoint/2010/main" val="1675456286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9C0D81-A6C6-473F-8830-5380CF04D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b081dae924cd7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042A1D3-CD8A-4C7D-ACFD-80C035ED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35B7918-5BCC-4FA9-919B-D5404FA3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49DB927-D8E1-4E65-B60F-616F285B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578DDEB-DF85-4C3F-B14A-9918B0D6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本居小铃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A93889-88EE-466A-B59E-3E0F916E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本居 小鈴（もとおり こすず） / Motoori Kosuzu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138CD14-8667-4269-B301-48019D77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C6C5486-AA19-44EF-ACF8-B2E770CB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她是人类村落中的借书屋铃奈庵的店主女儿兼店员，主要负责书籍的出租和贩售工作。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4E8F5DF-333C-4F3D-9257-9C95EA9C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D533D95-D710-437F-AD0C-66592D42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铃奈庵店员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A529BF9-F721-4077-B1AE-4FEC2F2C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5F188A3-580E-473B-B6D3-A0570D27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5BB701F-4AE0-4960-8E69-412A93E1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铃奈庵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9913CC0-FF53-47C0-BE05-CD32F92A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4E3CF7C-547D-4BF5-9088-CCC373C1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DF9FC38-02B2-46BE-BD0E-2E4EB17E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读懂任何文字程度的能力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61E3A34-077C-452A-8C3D-1632D1BD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12B5D24-A606-4C36-9229-187CE540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5567E98-BB67-4556-8DE3-E8D4896C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东方铃奈庵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5DFA703-0E15-41CA-9D5C-53FDF99E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68C0AE0-6AF0-429C-8B67-9FD9F092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4F0B3BD-8B8E-46BD-B184-F1C336A2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东方铃奈庵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6D9ABF4-4581-4E53-BEA9-A7AE600B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C11D6B8-595F-474E-B479-D290A335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138</a:t>
            </a:r>
          </a:p>
        </p:txBody>
      </p:sp>
    </p:spTree>
    <p:extLst>
      <p:ext uri="{BB962C8B-B14F-4D97-AF65-F5344CB8AC3E}">
        <p14:creationId xmlns:p14="http://schemas.microsoft.com/office/powerpoint/2010/main" val="1247886908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E8DAB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20DE7C87-79EC-4600-B93A-0ECBBC7B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0864FC6-D016-460F-9136-D5BDC0E2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C7B2E16-CD9F-480F-B4A8-FCCE1C8A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pPr>
            <a:r>
              <a:t>VIII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A07A003-53C0-444A-92C2-E5593281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17EFC7A-F27E-470E-A524-9F4ADA72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出版物核心角色 · 锦上京 · 幻想乡内外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C6FED3D5-FC53-4F43-AF01-BF654B80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1025D13-7B34-4EFC-93D8-3E0DBDC2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15名角色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036C7CD-B0D7-4F7E-8BA0-1F060B84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D79ED3AA-EEB3-414A-AD99-72FD5AEF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8B454A5-6C99-4983-9735-E04DF11F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139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26F0A00-7CEB-4DFE-A169-92DDB2F4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85BCBFF-4084-4FD1-9A23-4DBD86A1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奥野田美宵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F87ACCD-4EE0-4B75-B2E6-9A547175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奥野田 美宵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1E63C3C-02FC-4DBC-8E21-E138851C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5BB01923-BF40-4D43-9577-B007E70A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5983692-5447-4A12-BD78-F8A9A453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宫出口瑞灵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1169C95-F890-4A0F-A2AA-DFA141E6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宮出口 瑞霊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DCEDDD3A-F081-40EB-AD90-E7F8BD28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AE55F47C-4B99-4749-B418-7AB517AA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34D1237-D72B-4025-967A-9A832858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森近霖之助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7B99B55-B230-42C6-A130-E98BC6A3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森近 霖之助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AC8BDF6A-6C61-4A16-B458-BA73C752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FC6AD70-D459-49F0-A717-D6EB62BD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066BF34-8E1C-468E-8BEA-2B5967B5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稗田阿求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4D76914-8EA1-42C2-92F3-19EA94BC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稗田 阿求（ひえだ の あきゅう）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F228C93B-656F-45B7-B273-052AA2F7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5DA8DA3E-E49A-4984-A5CA-70CC6484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0DDC28C-C39D-42AE-A60E-82D2DED4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雾雨魔理沙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132B4AD-456D-45AA-9E3E-9F79B8FB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霧雨 魔理沙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06584F8C-A36E-45F2-88B2-A9418C51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BEF4E0E0-DF09-4092-8467-FCBF19AF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77BA9BD-C2F6-47CE-B19B-AFB64E3D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博丽灵梦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6C1467CF-09CE-4060-86F0-BB78E971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博麗 霊夢（はくれい れいむ）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C1AF1D2D-E8E0-4834-B857-239B9AF3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CAE74247-F4E9-4479-B8BE-E4DA8958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DE0128C6-F6EF-4559-BE42-492FBD37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尘塚姥芽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0D7875C3-B13B-41E8-BA8B-F98282AE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塵塚 ウバメ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B83CA68B-FD26-400F-9085-BE9BFB59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1A11F5FE-AF5F-468A-9A21-83B1EECB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889D9BEB-104F-471B-A610-14846841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封兽魑魅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EF02D7F7-F66E-43FF-9F58-D4B41185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封獣 チミ（ほうじゅう ちみ）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554A4D39-A4E9-40FD-828A-BCC076EF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85C76B-82BD-4B72-AAC8-5907925455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751b76a5f47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77A9A8-F9A8-40E7-A707-0231F7ED5A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e424efb7148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821402-656C-40E2-ABFB-2DE1A41798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606679e2249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8D31C5-8D79-4407-BE52-F011045FA5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fa3e233fe46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58167D-DC1F-4EF1-8632-953161DE24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93c230b4346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068FD8-E790-41BE-8E43-E9E10D3492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b1645ba7946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A2991F-DE7B-4413-9FB9-9FA70FE600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6e21130c64d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0EB8D5-2B15-41ED-84AA-91249E6BEA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bbefd941242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41051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E8DAB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8A1C8398-EC3A-42D1-90A7-039524BD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517FCA4-FDBD-41E7-A0CA-4D4D0F9C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77B3F36-E2AC-4862-A873-026C02C3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pPr>
            <a:r>
              <a:t>VIII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1DCD37B-A3AB-4FA4-8C5C-EA25A37A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58F401F-6F9E-4525-8365-1E81E3F8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出版物核心角色 · 锦上京 · 幻想乡内外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FB5BB9D5-9736-4533-9283-65E86E40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29EA749-1AD1-42C2-B493-8D815732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15名角色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7497AC7-A8E1-4017-AB48-D1D4777F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4DD8D728-820A-43AF-82CE-0EC7DFFB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CA1DDBD-6BA2-46AB-939D-569E2C8A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140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A94D302-7276-48F3-AD90-1E7FBAF8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F2D3E15-6883-4EDF-9041-11A86888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道神驯子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AB99E1B-C43D-4903-86B0-7264382C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道神 馴子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55A697C-161B-499C-BDB5-02797D16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95DE09E1-24A4-4DB2-AFC1-7E0F4132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133FFA8-3B51-485D-815D-93221165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维缦·浅间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5CF20FA-4333-478E-84EA-5ADFB8AD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ユイマン・浅間（ゆいまん あさま）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836D592D-A583-4C38-BEB6-C6384E36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DD246E30-725C-47C2-99C4-697B2E83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049666E-A12C-4CE1-83FE-C64F81E8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磐永阿梨夜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C030FEF-6DA0-4897-9621-913BC47D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磐永 阿梨夜（いわなが ありや）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556D2A1F-D514-431E-AE26-8F159073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5EEB660-1B4F-4803-BDE2-510BAB22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E9931BA-2C02-4349-A63C-8547B7CB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渡里贝子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ED11CFC-C49A-470F-85F4-D175EE5E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渡里 ニナ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CAFEA8BB-7644-4109-8037-12C98FA2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A7C64A1C-E2E8-4CD5-8F09-7DC2FFD8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797E49A-E792-4329-83C6-B6BD8D8D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宇佐见莲子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E4C2421-8039-4CE8-83D5-8B9DF17A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宇佐見 蓮子（うさみ れんこ）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4E23D9EC-EE76-415C-B93F-5B091F4D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9E4550D0-FF2D-4901-A892-875493D2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7C72A66F-9203-4CB6-B2F8-20A5A312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玛艾露贝莉·赫恩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19F41490-B690-4112-A117-76D5AF0E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マエリベリー・ハーン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7A76AA6F-8643-46F2-9141-9E2925DD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F0695F07-796B-45D8-9AE0-E60D21F7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A46CE6D5-2A62-49A1-8A9B-DCC4F08F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Reisen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D246247E-6796-4247-92E3-4B458879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レイセン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5389B129-4A24-492A-98E2-543216C0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66A433-4BF9-42C9-8824-4637927508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e120ba8184c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C0C37B-C15A-4DBB-AE32-D7BFE8581B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b62bad5b146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682CF5-1FF7-4370-AAC4-E26684227D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f6ca6a5ba4c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1BAC95-25C7-462A-8C27-267DB93C9B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6565e20f841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B82D76-743F-4F7C-9431-79922EAFDE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6ff18722f42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DD16FB-D6E5-489A-BF48-22E77002EB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96dfb7c1941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44A937-F43D-479B-AA2F-6637DBB95C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654bb54c846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391065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BDCCF1-94F5-490B-B8ED-718F59E9AB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26e1f962445f2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882C8F8-D052-43A9-8FA7-850E180A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BDFD980-557B-4121-8ED5-4F31BF8C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05F53D1-AF1E-4F43-AD1C-D998F56C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97E4CC5-3532-41AE-9CD7-FD50F3EC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奥野田美宵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051FB97-383D-45AF-88B9-5ECCD13D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奥野田 美宵 / Okunoda Miyoi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04CE775-011A-41F3-9E8E-37E0AFCB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8CCEF22-3992-4B08-8F2C-7BBFC8DF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她是人类村落的酒馆“鲵吞亭”的店花，自称住在店内、实际上也正是如此的座敷童子，但她自认为所住的家在伊吹瓢里。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5404F50-1E50-44A2-85CE-C61A13BF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378B468-D8A2-42F9-A6E6-E430DB06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座敷童子 · 鲵吞亭的店员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2341F72-C320-49D4-AAFB-E82A487F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C61E73F-D5D6-41D1-98DC-2E845902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B909126-0877-476D-9EBC-5FD3A184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鲵吞亭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86394AB-787A-4E2F-B884-262CEAA6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C598348-C6E6-45C0-BBE3-A6FDFD3F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1D9C10F-9258-4239-B32F-1945763F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操纵记忆程度的能力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DEF52C5-D324-4974-A029-E2DB077D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E406EC7-021C-4EAE-8035-5CE2E34D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5D9FF8C-9FCC-43FD-BD94-F8A784A4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东方醉蝶华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CCC6EB7-2ADF-449C-B3B7-BBCD5888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76D3620-9C17-4DC5-9DF8-3389ABA1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4DD927C-3A9C-4AA3-9841-38498939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东方醉蝶华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B55A543-A58B-49D9-96CA-612F20E2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52B9DE2-53ED-4C34-8971-D89D8C14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141</a:t>
            </a:r>
          </a:p>
        </p:txBody>
      </p:sp>
    </p:spTree>
    <p:extLst>
      <p:ext uri="{BB962C8B-B14F-4D97-AF65-F5344CB8AC3E}">
        <p14:creationId xmlns:p14="http://schemas.microsoft.com/office/powerpoint/2010/main" val="1539895354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06DAE-6088-460B-98BC-6801B31B1A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92048ff9a4356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811F609-64A2-45BD-B463-A0D714BD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0FE8D5B-1656-45B4-AE77-BDB78045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EE8569E-DAA2-4BF2-B364-93EE35C2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E2FF293-B936-4794-AA0F-EF3277CF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宫出口瑞灵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A195BF-285A-4861-BE1A-EBA026A3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宮出口 瑞霊 / Miyadeguchi Mizuchi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2A32488-E015-4B6C-AEB7-E45493BD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8349994-1B3A-4140-9919-D8B1A63B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与《东方智灵奇传》的怨灵事件有关的复仇者。サンサーラ篇开始后，由博丽神社管理。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B0668B8-35E9-4605-8714-5D1D275E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BA2AC02-271C-41B7-8EA8-4D841132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怨灵 · 《智灵奇传》的怨灵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213BA9B-7B0E-487A-B657-5945643D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B98AC58-3C46-4DB9-AB8D-9882C3CC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53D217B-1AAE-4CB8-B247-1C120C6D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博丽神社（サンサーラ篇）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6C35292-BC4A-475B-9E93-4F70BD2F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F72DF8D-9A57-408A-A9BD-EAB99433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48E8FC2-27BB-45FE-9F66-28D6DE5B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附身程度的能力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AC31A48-D11F-4ADE-AC82-30BB0FF5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79B725C-1A4C-41CE-8C9B-903EA886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86D6731-00FE-4DDE-B6A0-68E371C0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东方智灵奇传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5EB9D20-15DA-4918-BEEF-2C36010C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B66B21A-69B9-4487-A081-D4AB7698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EE84AFD-FEFE-4C75-BFF7-6A46EDE9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东方智灵奇传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BFDDC5F-04EB-4357-998E-1391DE89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8ED34C7-726C-44EA-8C90-862E9D5A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142</a:t>
            </a:r>
          </a:p>
        </p:txBody>
      </p:sp>
    </p:spTree>
    <p:extLst>
      <p:ext uri="{BB962C8B-B14F-4D97-AF65-F5344CB8AC3E}">
        <p14:creationId xmlns:p14="http://schemas.microsoft.com/office/powerpoint/2010/main" val="829902519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5BBD9E-91A7-4EDA-A245-C7DFC5B5C0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d6438504f41c0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9B44A6F-CB95-4401-BCF3-26ACB8CE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F29F4C5-90F9-4E75-8ACD-FFF43C8A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A99F6B6-60DB-4122-8B43-BF680AF2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860CA4A-36E9-4BC2-9709-A26CA2B4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森近霖之助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65B73F5-54DC-41D6-BD4B-1FF8F92F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森近 霖之助 / Morichika Rinnosuke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11CBA7D-827F-409D-BC67-B0FC2774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EB679F1-0232-44A1-818B-64D8B00D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香霖堂的店主，是人类与妖怪的混血。能够知道道具的名称与用途，却不一定知道正确使用方法。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6B3F4F6-3DD5-4CDE-AA65-D412CC1B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3D5C7F0-BCB4-40C4-9977-574C63BD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半人半妖 · 香霖堂店主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9B1DBF3-6CE3-439E-9CC3-F4929397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E685621-0AA8-43BC-A302-C87A555F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F4D9784-5B75-4675-8FEB-D12DDF06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香霖堂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548801A-90D8-4717-8256-BD47346D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52C7D4D-2644-4A3A-9473-580638B4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8EBA662-C5E6-4566-B79D-081FD30C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知晓道具名称与用途程度的能力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DDBFB04-B742-4581-AC70-1E848808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0C12ED1-CEE2-4843-8BCC-6E50F84E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F811493-A6C3-4062-96A5-5FC55B0B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东方香霖堂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FF1BD2A-4849-45E0-9FD0-12341C71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5DDDE0AB-DA19-407D-A6A5-2957AF65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E7E42ED-4AE7-4FC6-AA25-FF7305F2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C3F0535-87D3-4F1E-A1F5-D764B162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雾雨魔理沙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A636C176-3406-4825-846B-5C0A3C61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6D92722-756D-481E-AEE7-8D7B8175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143</a:t>
            </a:r>
          </a:p>
        </p:txBody>
      </p:sp>
    </p:spTree>
    <p:extLst>
      <p:ext uri="{BB962C8B-B14F-4D97-AF65-F5344CB8AC3E}">
        <p14:creationId xmlns:p14="http://schemas.microsoft.com/office/powerpoint/2010/main" val="981495968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7C7C5-6A1E-41E4-B0BB-0C80EE352D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f58df09d14820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5817E2E-3EFD-4B61-849D-70C8BBCC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CFACB23-ACAA-41CA-B22F-7B3FE789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FA3988-DEA4-4E81-8FE1-2580FE38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8A457D6-3B0E-48E4-8398-36A383DA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稗田阿求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213FA35-142B-4F75-97BE-78BE4787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稗田 阿求（ひえだ の あきゅう） / Hieda no Akyuu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52DBCC0-7E45-48CB-9B3D-DCA4AF3E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299A243-121F-4F53-BD30-58A04310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第九代御阿礼之子，也是《幻想乡缘起》的编纂者。她居住在人类村落，拥有过目不忘的能力。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8206FCC-69C7-4A4C-AFF6-A3D5452B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32589D2-F283-401D-9D78-74560239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《幻想乡缘起》编纂者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F0489A5-0ADB-47F4-B20A-A0B3B84B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AD53CDD-0527-43C5-83D1-4F32B246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D5FEAD9-4E9A-4D7A-A9B2-53D45F41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稗田邸／人类村落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4322E11-E45D-4468-84D9-26321CEC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FE15A16-9D43-41B6-8D55-E59320AF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7DACA07-476A-488B-B2DC-E2F318F4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过目不忘程度的能力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1AA40E5-0FDD-4A40-9C83-92EDB450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AE3B278-651A-43AA-8C43-E849DC73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E776DFC-66E2-4E28-B9AD-4714F081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82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幺乐团的历史1（封面及附带文档）；东方求闻史纪（正式人物介绍）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519EDEF-3E52-4F29-AA82-F1C571B6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77F3AFE-8CDA-43E4-97A8-82BB5665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BEBDD78-DB4F-455D-8F78-F446A451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幺乐团的历史1 · 东方求闻史纪 · 东方求闻口授 · 东方铃奈庵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E028D04-E081-4E00-99B4-D22F149F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DDB4B8A-E4C4-48AB-9048-2EC42901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144</a:t>
            </a:r>
          </a:p>
        </p:txBody>
      </p:sp>
    </p:spTree>
    <p:extLst>
      <p:ext uri="{BB962C8B-B14F-4D97-AF65-F5344CB8AC3E}">
        <p14:creationId xmlns:p14="http://schemas.microsoft.com/office/powerpoint/2010/main" val="1900102914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E7782F-83FF-45FC-A346-A9E7E59C65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2ee743d024ca5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6830868-03C6-49A2-A13D-3AC2BC4B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31EEDEB-0B41-495F-80AD-CE923CF4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3374A4C-27B5-40D0-A864-83751923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F718C64-8486-49C0-B7C9-8DAC2B57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雾雨魔理沙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C25AF8B-4507-4900-A197-755A316B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霧雨 魔理沙 / Kirisame Marisa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A9A1D4D-DC69-43FD-91E5-E8FC96E4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E37BC79-CA99-4514-9FCA-87A54A82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生活在魔法森林的人类魔法使。她容易亲近、富有人情味，也有争强好胜、不愿服输的一面。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696E6FC-26D9-4DE9-9AF1-35CB9044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2588B01-78E1-4705-95AA-8789E8A3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魔法使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F74B85E-99AC-432E-9EDD-48D05974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48ECD3E-FE9B-4258-8C16-ECE8EA07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A76EC71-6348-4BA5-B506-A8B32F47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魔法森林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1B7FAD1-D053-4FCB-A1AC-814CDDEC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A72A2B4-5E53-4B87-B7C7-2E890FA0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994156C-F110-4C04-9E38-9A88086F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使用魔法程度的能力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9FBD980-36A0-4226-9C83-A3402257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8B94698-BD58-4ED1-A7E8-36315644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68DB0D8-5FB3-4FDA-AA7D-D5441468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东方封魔录（系列）；东方红魔乡（Windows）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5D1FD08-4B84-42ED-8984-A1090EF3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8843D531-CF5A-42BE-9893-AEFD0C5B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980067B-A001-4610-8D41-F637A66F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A3DBC1E-FA11-4412-84D3-4AA6325B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博丽灵梦／爱丽丝／帕秋莉／森近霖之助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C2CFE0FC-64B0-4BFE-884E-6E1355F8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211DF93-076F-4EA4-856D-5EC63E2F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145</a:t>
            </a:r>
          </a:p>
        </p:txBody>
      </p:sp>
    </p:spTree>
    <p:extLst>
      <p:ext uri="{BB962C8B-B14F-4D97-AF65-F5344CB8AC3E}">
        <p14:creationId xmlns:p14="http://schemas.microsoft.com/office/powerpoint/2010/main" val="681494767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6F752D-6366-4B7B-AAA3-E4F049B9FE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201cb44a944c7"/>
          <a:srcRect xmlns:a="http://schemas.openxmlformats.org/drawingml/2006/main" l="0" t="10697" r="0" b="106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15355A7-158C-4FC9-B04E-D3453C05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D21A4A1-EE2A-4445-B8A3-03F478D2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80E3DE9-5709-42D4-8B99-37594F71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92DF31F-9969-4B9E-8C43-369C77EB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博丽灵梦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E9F38F2-3E83-4B73-BD2A-BE41F2BF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博麗 霊夢（はくれい れいむ） / Hakurei Reimu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97BEA8E-4B27-4FD0-A16C-A40532F6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FBA0D15-8C0C-4032-92C5-F2B3E33E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博丽神社的巫女，负责退治妖怪与解决异变。她凭借直觉行动，与幻想乡的许多人类和妖怪保持往来。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B2139F1-8F37-4827-9D5E-7EFC8A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158AA0E-C67B-4DDA-8237-7A3EFDB8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博丽巫女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81D5B75-0C3E-4A58-B623-D369ED6D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58819EE-3E35-4758-BF1A-854EA9CE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066C25F-4583-4F72-988A-80A3A6C9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77B738C-78F4-4A40-B513-9F441C56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FC08F68-D603-4AB3-BD66-94760D39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EC9A1FB-CB91-4EA8-9311-3D311E69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主要是在空中飞翔程度的能力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09F06BE-A092-4A30-B72C-3ACF1958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54D3D09-F20B-4C39-A6BB-697157D2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D290322-8CC0-4144-B6F3-D4138A02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东方灵异传（系列）；东方红魔乡（Windows）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0C252D8-D40C-49D7-B2AD-52DB4D52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73659FD7-9340-44EC-A734-E10252B5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A588746-EDD6-4559-B0CC-16BB52F4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37F8B6C-8226-4A91-B954-09BBC540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雾雨魔理沙／八云紫／历代异变发起者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AE61CAD0-5888-4213-9A45-42F90009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6A9DF92-8D76-494C-B65C-F05A4678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146</a:t>
            </a:r>
          </a:p>
        </p:txBody>
      </p:sp>
    </p:spTree>
    <p:extLst>
      <p:ext uri="{BB962C8B-B14F-4D97-AF65-F5344CB8AC3E}">
        <p14:creationId xmlns:p14="http://schemas.microsoft.com/office/powerpoint/2010/main" val="487558537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D6F3C2-9D37-4997-A396-1700C035F9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d70d1d6e34422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D7F9611-9D2E-418B-AA74-F5479533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4F1DB71-9B34-4987-9CD1-05C5C494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7C790B4-D721-4B22-AABE-8627E5DF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E53A528-A358-4030-AC2E-E087148D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尘塚姥芽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4E5EF0E-D7FF-49A5-A3C9-2D182FF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塵塚 ウバメ / Chirizuka Ubame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CB51EAE-6FE5-4C20-AA0E-EFB09816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1AF40E4-45C5-40B9-A3E1-2DB1CF7C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她是山姥，作为山姥之王管理和守护着圣域。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2F81ED4-1FC4-4BA1-A7D8-2AB5ABA5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46546AD-27CE-4ADD-9E5C-253A3AFE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山姥 · 守护圣域的山姥之长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B5C5881-2271-407F-BF91-94400281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40E0359-C14A-4CC2-B4DC-8EE016FF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907AEFE-B565-4D5D-834D-CA0373B4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圣域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5DBEB56-97E2-4BE0-A3A5-58293A09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223E6C1-CA98-4F92-9922-59A69778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D4EE8A2-9425-4C89-B731-FC450937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破坏圣域程度的能力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695E3CE-9130-4D4D-AA20-8BD49D95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C601E3B-D0C8-4072-90AA-083312FD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04B92DC-4E37-4963-A3B4-1CF3F05A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307D645-38ED-4309-AC25-C4B93AE4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692E78A-2E4C-4B90-A370-7404BE3B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82B6608-AD66-4BB7-8987-180FB198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754B442C-0208-4885-8781-A795F2AE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F93B57A-987A-4D72-9E41-D62D41DE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147</a:t>
            </a:r>
          </a:p>
        </p:txBody>
      </p:sp>
    </p:spTree>
    <p:extLst>
      <p:ext uri="{BB962C8B-B14F-4D97-AF65-F5344CB8AC3E}">
        <p14:creationId xmlns:p14="http://schemas.microsoft.com/office/powerpoint/2010/main" val="2097124497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B39648-F485-4CC8-A3B6-6527A39425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06aa0c9e642cb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6FE2681-5587-4641-A31A-0115CAD2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306DD9C-88EE-4DC5-B4E4-36FA5781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89E628E-0A33-402E-9965-5D410D9F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C547B4B-EBF6-41AB-A2ED-82A6DB23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封兽魑魅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F062885-4097-4C83-971D-1E809DA9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封獣 チミ（ほうじゅう ちみ） / Houju Chimi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1E109A1-A009-4CB5-B2AC-401B64F0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AB39DBE-8498-4EA5-A11E-80907D55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她是魑魅，通常被认为是某种长耳妖兽的原形不明的妖怪，但她实际上是名为妖怪的概念诞生之前便已存在的古老物怪。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91EF221-33EF-49C7-97C1-45412771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F998F97-D3E1-4126-BB71-00E08826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魑魅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3AEA54C-70C1-4A99-BB55-43F31559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F31F2D1-21DC-4142-9B27-918160E2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83CFED7-2604-43EC-B55B-C58767E6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圣域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30F90AE-5857-4F7A-8582-D0E161BE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90B46A8-3A9D-4472-A078-D8234E9B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391509D-B3EB-406E-AC89-43B0290A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操纵山河之气程度的能力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279734C-1163-4C64-A2C4-45201FCD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2B77354-D689-4FC5-8F33-89F4421E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DF775EE-6031-45DC-A88C-C8B227A6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8DC06E5-6150-4A70-9390-671E22F2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5ED732D-3042-419A-986E-EB67F8E2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C4B34C5-A760-4A51-B42B-9C78D7AE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FCC639A-64C1-4E8E-8228-8CF81599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2C9507B-18DC-4FB2-B71D-4795750B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148</a:t>
            </a:r>
          </a:p>
        </p:txBody>
      </p:sp>
    </p:spTree>
    <p:extLst>
      <p:ext uri="{BB962C8B-B14F-4D97-AF65-F5344CB8AC3E}">
        <p14:creationId xmlns:p14="http://schemas.microsoft.com/office/powerpoint/2010/main" val="27386816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0BB876-F3CF-4B96-80C0-7AD525C9B6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3cf4520a14ed8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366EA61-99B1-4ED9-B0E5-2B5A9801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2DE6FBA-3254-4D24-AD15-116401FB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904CDDE-275F-4D99-8C4B-ACD65827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27BC7B3-F2BA-4E3E-A753-2AB79ED2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道神驯子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B1D25C8-8E14-44FB-A1E5-32629F16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道神 馴子 / Michigami Nareko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021FD88-7A2C-4E36-89AE-9A773202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9F877BF-2800-42D8-B08B-BAEF4F1C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她是道祖神，道祖神是以守护人类为使命的民间信仰的神明，能阻碍恶神和疫病的进入途径，此外还司掌亲事和出产。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1B37BB6-17BF-4D5F-850A-055169E5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689D55C-C59C-4DD3-AF8E-F1D45E47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道祖神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EC0B07E-32F9-4FCA-9E56-BECD0F39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7BBBE74-77DC-444A-93BD-3452B899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F1C8841-EDAA-4AE2-988F-3F4FEF80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圣域地下的祭坛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74F24DC-596C-4F0F-8D97-602B2BA3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D30591D-7970-4B82-A311-0C0A816C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FBA3076-E4A2-4F13-85F5-6FAAEA99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挡道拦路程度的能力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B7A6070-6E6E-4495-8F58-D5D86C4E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9BFD120-5BF5-477B-AD35-22DDB970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7313445-6916-4BC7-9ADD-0705631D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84BB6C9-E40D-4D96-87F9-80DD3A0B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87CA0C9-EC96-476D-93F4-0205EA6B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794EF8F-233E-4ADA-A1E1-A6811576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62C2650-731B-4EAF-BE9D-1F506DBF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DF31D42-DCB6-40B8-A9E6-A96991F3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149</a:t>
            </a:r>
          </a:p>
        </p:txBody>
      </p:sp>
    </p:spTree>
    <p:extLst>
      <p:ext uri="{BB962C8B-B14F-4D97-AF65-F5344CB8AC3E}">
        <p14:creationId xmlns:p14="http://schemas.microsoft.com/office/powerpoint/2010/main" val="440503246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812FF8-FB03-4D8E-918B-C7593DA332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8ca29ab334c79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FC3ACC8-31CC-4BF6-9DD8-705E7E10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10CDCF1-B5D9-437C-935F-B5F5F4A1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46AEBF2-DBFC-4974-881F-A65B22C5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EF7DF0C-BEB5-4B2C-B4A6-64949B9C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维缦·浅间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4CFEBD2-D833-4AE5-B80C-31039091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ユイマン・浅間（ゆいまん あさま） / Yuiman Asama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AA57905-027B-4382-9179-D2253BF0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2D9FBF8-AC97-45B5-8A35-3F66FA5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她是古神人，曾是名为维缦的国度的公主，被赋予了与月之民同等的神格，如今则被束缚在浅间净秽山中为月之民工作。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93DEF0C-FD43-4904-B7EE-8772D511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DC061BE-0134-4B4E-B2FE-4D6AA03B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古神人 · 锦上京的四面Boss和EX面道中Boss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CB3FF6D-2970-4079-B64B-BEDBAB16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C20FCB0-78CF-47CF-BA85-FBA06E2D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5B88590-F35F-45C0-B727-FCA697BE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浅间净秽山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EB88D6B-F40C-4B7F-B5C5-01F5EEC0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C8FA39E-B74D-45C0-A4B8-AA1A7941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943A0D2-AA0B-4370-BD31-99377430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驱蛇噬物并使其转生程度的能力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5668308-F608-44F2-8748-3E04AA58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878E49C-AF6A-4F50-87A7-1B1C5151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E489BE7-4C09-4D41-A575-705388B5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B459ABD-C3A3-4330-B241-3AD7FF8D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E582009-4644-4CA5-B7BF-361C92F7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3C9D735-2646-4043-AF28-2C5DFA66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78EED04-3CE8-4606-90CA-5C2F3218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AAA52AA-5420-4D42-993E-3A8F31D3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150</a:t>
            </a:r>
          </a:p>
        </p:txBody>
      </p:sp>
    </p:spTree>
    <p:extLst>
      <p:ext uri="{BB962C8B-B14F-4D97-AF65-F5344CB8AC3E}">
        <p14:creationId xmlns:p14="http://schemas.microsoft.com/office/powerpoint/2010/main" val="1529946752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9DA9E1-120C-494D-BD87-A2FC0B96AB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0e9ed52664e2d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EF07892-F44B-47BE-BDB6-E78EE857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DF78E12-BCCA-41B9-B0A5-C057EDC2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03D7541-F3AE-479A-B7D2-FD688A3C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159AA9C-3407-4EDF-A699-EC8916FC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磐永阿梨夜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18129DA-6231-436C-8543-A7477BD6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磐永 阿梨夜（いわなが ありや） / Iwanaga Ariya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8C72683-0BCA-46BC-A4EA-26F7BEC5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0713EB5-ED32-45DD-862D-C6AD5B05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她是石之女神，被月之民连带着浅间净秽山封印在地底深处。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3A4D86A-E9F1-4F1C-BF2B-11B23461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D8EE4A7-BB80-4AB5-A62C-8E24EC53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石之女神 · 锦上京的六面Boss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B02BD43-1245-4302-B81C-60934EBD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14564BF-80FF-4BA8-BC28-5594C0C4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5E23EC9-5F57-42DA-B357-F71E8459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浅间净秽山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22966A7-3499-4DB8-AC68-EB244FEA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2176E9C-C6A8-4A0E-95F4-535734C1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230CD14-4E87-4338-BA70-FB8843E8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阻止变化程度的能力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4F54487-4BA0-4536-926F-3A42B646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CD2F370-F82B-47DD-B0ED-50575AC5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EE4AF4F-2F32-4C08-9983-4A4CBDCC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4C5F410-CB21-46A7-AEAE-1DA57830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B35FB7B-9644-4F33-9260-EC50C4FE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FAA2277-D92A-42C4-99F6-94F44C53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8DD7CC7-9545-4398-9658-E3C6752B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6FDAE45-384D-43D7-B599-D8AB579A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151</a:t>
            </a:r>
          </a:p>
        </p:txBody>
      </p:sp>
    </p:spTree>
    <p:extLst>
      <p:ext uri="{BB962C8B-B14F-4D97-AF65-F5344CB8AC3E}">
        <p14:creationId xmlns:p14="http://schemas.microsoft.com/office/powerpoint/2010/main" val="505327806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6DBEE-6740-4167-B107-12A252037F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6ff39df3c425d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E849369-8574-4CE7-B79E-4A110AB3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55F0F8D-9666-4C58-9A76-E7B42C58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B1E9807-ED99-40C6-8B75-9D377C6D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27B3304-D966-4497-9F54-D66CF93A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渡里贝子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B16E215-EC58-4AE8-8C6C-EBF6F50C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渡里 ニナ / Watari Nina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4CFDC1B-2EE9-41E4-9B04-0B184700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4B41587-2FCF-4727-9FA1-0A91A606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她是蜃，是在信息海洋中呱呱坠地的、新生的贝类妖怪。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E6638FE-BABA-4672-AEF8-B568CA50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E78E715-9AFC-40E6-9FC0-DDF7FF7A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蜃 · 锦上京的EX面Boss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467769F-140A-493B-84D9-86BF9179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93BE0D7-2227-4485-8F03-A99592A5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498AD4C-DBD8-41E1-92E0-FD767B4D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化石森林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DD53C9E-3275-4141-8C8A-4DFF674D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1DBDAB7-878B-432E-A2D8-61EE210D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D032B91-84AE-46AF-A2A5-EA2C851F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展现海市蜃楼程度的能力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4F94B41-3D88-4685-B691-00C808A6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D3A6DED-AD29-4529-B728-A9EA2436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1CEA4A3-5CB9-45A0-B700-FAC14D57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09AC89C-1938-45E7-9587-9F668612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FF02364-7ED5-42DC-9035-6D3F4FF2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2FD4304-5950-4F38-9B3A-276C5B48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672D706-58FE-4814-988A-3D895F18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92227D5-FA1C-4E66-BDD1-5E4BA32D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152</a:t>
            </a:r>
          </a:p>
        </p:txBody>
      </p:sp>
    </p:spTree>
    <p:extLst>
      <p:ext uri="{BB962C8B-B14F-4D97-AF65-F5344CB8AC3E}">
        <p14:creationId xmlns:p14="http://schemas.microsoft.com/office/powerpoint/2010/main" val="1851323222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F3A6A4-DDC7-4986-BBB3-AB913792E7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e604c352a42d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D3945DF-DCC2-48AF-A921-88145FA2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54E0ADE-9647-433E-BE89-666842C1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372591C-C422-428D-BDBF-D1C2F355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564BCD-20FB-4050-933C-4BFAE5AB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宇佐见莲子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CE6A45B-4FDC-4130-94B4-123072F1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宇佐見 蓮子（うさみ れんこ） / Usami Renko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35EC2DB-CDE5-48AA-9006-E71AC78D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EB59592-E4C4-40B9-994A-DA149786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她是近未来的女大学生，是灵异社团“秘封俱乐部”的成员之一。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DBC45F4-3F7E-4E0B-B710-8EE2C26A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4D541E7-78FD-4CC1-83B0-2870E183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秘封俱乐部成员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24404AC-9A2A-46DA-A562-8B47C25B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8294F62-C040-4857-B4B5-8A2EA913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0AB4323-9C7A-49B7-AC6C-73A215BD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外面世界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A743BD5-D91A-449D-ABC9-886E85F5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F9111A1-792F-4994-AF79-0CB51D77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E519935-3798-4EA5-8CCE-D1D11B6F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82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看见星星便知晓目前的时间，看见月亮便知晓目前的所在地的能力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1818277-7FA2-49E3-BCB0-7F1EE5AF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2E59782-8B73-4664-9953-51B75CC0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28CC36C-456E-4D56-A71E-D2EF0DF5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莲台野夜行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82B7019-61BA-471F-9903-205A9C9F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E61FDFF-8A73-4844-AC2A-2873AA15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41ACAFA-7E73-42A8-A897-73A5CFAB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莲台野夜行 · 灵长新益京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8431C19-0C14-4A46-A58E-6199A3E5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E39C94F-6BF6-4ABF-B0E1-53D0CE1F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153</a:t>
            </a:r>
          </a:p>
        </p:txBody>
      </p:sp>
    </p:spTree>
    <p:extLst>
      <p:ext uri="{BB962C8B-B14F-4D97-AF65-F5344CB8AC3E}">
        <p14:creationId xmlns:p14="http://schemas.microsoft.com/office/powerpoint/2010/main" val="1833110329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CED43F-4739-4DE7-80CC-7BFD8D9E4A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56ad67f62468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D72D9B6-424D-44F1-8688-EE34506A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6A513D7-DB4D-4DBC-85DA-CD2DCD79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5722AC8-32A0-44E0-ADF3-D46BE3EF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5042C2F-5423-4371-BBDC-37CB79EB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玛艾露贝莉·赫恩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8FD139E-006D-4AD5-A8ED-6BB0588B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マエリベリー・ハーン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418B8DA-437C-49FD-92F9-D1A48F45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504891D-1215-4497-9AD4-2E7331C4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她是近未来的女大学生，是灵异社团“秘封俱乐部”的成员之一。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A370C3C-CB91-4E23-80D1-F86ABAB9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421DDC0-B716-42AF-97D2-FEF4F6AF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秘封俱乐部成员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779F9A4-0F7E-4BC9-9D71-245103DA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B5C749D-FC56-40E4-8FB2-3BF5F8F0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8FE1037-0857-4930-9086-2E088FC0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外面世界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3F32C9F-AA99-4435-9C83-EC2E06FB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DD68AC5-DEFE-49BC-BF83-DF8EF112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C8B0233-DB6B-4329-9C57-24F4230C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莲台野夜行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7D619FD-0B3C-4190-B4E3-D5CE283A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DB56F9F-2AE0-43A9-9875-10E710A1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956E4B8-2B7B-4958-8478-3A01FE66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莲台野夜行 · 灵长新益京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98CCD87-0B82-4E25-BB5C-7D1882D2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D6850F4-3393-47DE-B5F1-9F8F372D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154</a:t>
            </a:r>
          </a:p>
        </p:txBody>
      </p:sp>
    </p:spTree>
    <p:extLst>
      <p:ext uri="{BB962C8B-B14F-4D97-AF65-F5344CB8AC3E}">
        <p14:creationId xmlns:p14="http://schemas.microsoft.com/office/powerpoint/2010/main" val="221934876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5404D5-EFA5-4159-AC2D-7723D88381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2d75173524ea1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9E66411-DFEF-4B78-BCEA-6C73BBCF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4608E48-F2A1-4823-A512-653252AA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80D465B-13AB-49BB-98EC-38D43290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1E5DEAA-A09A-4774-8184-EBE81064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Reisen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9907533-C34F-4FBB-98B4-2D0935BB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レイセン / Reisen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8080248-7106-4C8B-806E-0F53FFDA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E9936C5-030E-4E0F-803D-0E01C6B8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她是月兔，曾经以捣年糕为工作，现在则成为了月球的防卫队“月之使者”的一员。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0E50F01-4229-4C69-9189-5A89612B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85F8475-5863-48A8-B56A-61B6703D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月兔／妖兽 · 月之使者的一员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BB826D8-E484-407E-9951-DB4BB187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E2E296F-D88E-4491-8C2C-92E3304B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9309792-5B93-4227-AC77-3C89EB9C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月之都／绵月家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C410C6F-07AD-4FE5-A799-DF695178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A0AA64A-BBC8-45CE-8DC2-D184240B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8EEBF67-BC85-44DA-BC4B-72D34042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755ED95-3CBE-4034-B267-E1350D85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87DBC95-AB5B-4392-9EFE-2C9736CD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C2BA496-9C55-4223-A845-B0B05C9F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F375DFE-4711-46A7-A960-56476BEE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FDBF021-787A-41D9-B6E5-1C7F5589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155</a:t>
            </a:r>
          </a:p>
        </p:txBody>
      </p:sp>
    </p:spTree>
    <p:extLst>
      <p:ext uri="{BB962C8B-B14F-4D97-AF65-F5344CB8AC3E}">
        <p14:creationId xmlns:p14="http://schemas.microsoft.com/office/powerpoint/2010/main" val="254556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2026-10-15T10:49:27.0300000Z</dcterms:created>
  <dcterms:modified xsi:type="dcterms:W3CDTF">2026-10-15T10:49:27.0300000Z</dcterms:modified>
</coreProperties>
</file>