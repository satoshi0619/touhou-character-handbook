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4fb349e504d00" /><Relationship Type="http://schemas.openxmlformats.org/officeDocument/2006/relationships/extended-properties" Target="/docProps/app.xml" Id="Rd834c3d822b64e01" /><Relationship Type="http://schemas.openxmlformats.org/officeDocument/2006/relationships/officeDocument" Target="/ppt/presentation.xml" Id="R16529da57044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e1ae192eb4f8d"/>
  </p:sldMasterIdLst>
  <p:notesMasterIdLst>
    <p:notesMasterId xmlns:r="http://schemas.openxmlformats.org/officeDocument/2006/relationships" r:id="Red095bed4d7b4457"/>
  </p:notesMasterIdLst>
  <p:sldIdLst>
    <p:sldId xmlns:r="http://schemas.openxmlformats.org/officeDocument/2006/relationships" id="256" r:id="R4f5ebb8a60624340"/>
    <p:sldId xmlns:r="http://schemas.openxmlformats.org/officeDocument/2006/relationships" id="257" r:id="Raecef5582f69453e"/>
    <p:sldId xmlns:r="http://schemas.openxmlformats.org/officeDocument/2006/relationships" id="258" r:id="R21464e60d3564e21"/>
    <p:sldId xmlns:r="http://schemas.openxmlformats.org/officeDocument/2006/relationships" id="259" r:id="R8e77d29c9faa42e7"/>
    <p:sldId xmlns:r="http://schemas.openxmlformats.org/officeDocument/2006/relationships" id="260" r:id="R24e2ebf104cd409d"/>
    <p:sldId xmlns:r="http://schemas.openxmlformats.org/officeDocument/2006/relationships" id="261" r:id="R36e435afbbfd4f0e"/>
    <p:sldId xmlns:r="http://schemas.openxmlformats.org/officeDocument/2006/relationships" id="262" r:id="Rd9c9d5b96bb84f52"/>
    <p:sldId xmlns:r="http://schemas.openxmlformats.org/officeDocument/2006/relationships" id="263" r:id="R40fc24e9d4ad4ee6"/>
    <p:sldId xmlns:r="http://schemas.openxmlformats.org/officeDocument/2006/relationships" id="264" r:id="R34207c8973eb4763"/>
    <p:sldId xmlns:r="http://schemas.openxmlformats.org/officeDocument/2006/relationships" id="265" r:id="R9cdb72efeb4e4696"/>
    <p:sldId xmlns:r="http://schemas.openxmlformats.org/officeDocument/2006/relationships" id="266" r:id="Rd56dcb3ad1394e54"/>
    <p:sldId xmlns:r="http://schemas.openxmlformats.org/officeDocument/2006/relationships" id="267" r:id="R628ad2f26d5e429d"/>
    <p:sldId xmlns:r="http://schemas.openxmlformats.org/officeDocument/2006/relationships" id="268" r:id="R70b8ccd57e4b47ac"/>
    <p:sldId xmlns:r="http://schemas.openxmlformats.org/officeDocument/2006/relationships" id="269" r:id="R93cda7989f864b59"/>
    <p:sldId xmlns:r="http://schemas.openxmlformats.org/officeDocument/2006/relationships" id="270" r:id="R387c075795774192"/>
    <p:sldId xmlns:r="http://schemas.openxmlformats.org/officeDocument/2006/relationships" id="271" r:id="Re793276863e04aaf"/>
    <p:sldId xmlns:r="http://schemas.openxmlformats.org/officeDocument/2006/relationships" id="272" r:id="R00fbd356bf044ca4"/>
    <p:sldId xmlns:r="http://schemas.openxmlformats.org/officeDocument/2006/relationships" id="273" r:id="Radaa0d5dc92b4d4a"/>
    <p:sldId xmlns:r="http://schemas.openxmlformats.org/officeDocument/2006/relationships" id="274" r:id="R0d92a71d0d444faa"/>
    <p:sldId xmlns:r="http://schemas.openxmlformats.org/officeDocument/2006/relationships" id="275" r:id="Rd0a9e5f3719f4642"/>
    <p:sldId xmlns:r="http://schemas.openxmlformats.org/officeDocument/2006/relationships" id="276" r:id="R96d16f79d96d43ea"/>
    <p:sldId xmlns:r="http://schemas.openxmlformats.org/officeDocument/2006/relationships" id="277" r:id="R1267f68e49ee40cb"/>
    <p:sldId xmlns:r="http://schemas.openxmlformats.org/officeDocument/2006/relationships" id="278" r:id="R410bb5aa2883448e"/>
    <p:sldId xmlns:r="http://schemas.openxmlformats.org/officeDocument/2006/relationships" id="279" r:id="Ra76525f213c144ac"/>
    <p:sldId xmlns:r="http://schemas.openxmlformats.org/officeDocument/2006/relationships" id="280" r:id="R1e7bb1b1b69649af"/>
    <p:sldId xmlns:r="http://schemas.openxmlformats.org/officeDocument/2006/relationships" id="281" r:id="R5a84400a979b4340"/>
    <p:sldId xmlns:r="http://schemas.openxmlformats.org/officeDocument/2006/relationships" id="282" r:id="Rea5592c1bfa149db"/>
    <p:sldId xmlns:r="http://schemas.openxmlformats.org/officeDocument/2006/relationships" id="283" r:id="R7689910a8f874ae5"/>
    <p:sldId xmlns:r="http://schemas.openxmlformats.org/officeDocument/2006/relationships" id="284" r:id="R8d84300fc18c4ffb"/>
    <p:sldId xmlns:r="http://schemas.openxmlformats.org/officeDocument/2006/relationships" id="285" r:id="R24c9a40aa2e246e3"/>
    <p:sldId xmlns:r="http://schemas.openxmlformats.org/officeDocument/2006/relationships" id="286" r:id="Rcb5be218f00f4813"/>
    <p:sldId xmlns:r="http://schemas.openxmlformats.org/officeDocument/2006/relationships" id="287" r:id="Rb93accc9702347dc"/>
    <p:sldId xmlns:r="http://schemas.openxmlformats.org/officeDocument/2006/relationships" id="288" r:id="R06aaca454a2349ec"/>
    <p:sldId xmlns:r="http://schemas.openxmlformats.org/officeDocument/2006/relationships" id="289" r:id="R30c2aacd976146fa"/>
    <p:sldId xmlns:r="http://schemas.openxmlformats.org/officeDocument/2006/relationships" id="290" r:id="R311411a2a5634a9a"/>
    <p:sldId xmlns:r="http://schemas.openxmlformats.org/officeDocument/2006/relationships" id="291" r:id="R2e33e4d8ee4040d4"/>
    <p:sldId xmlns:r="http://schemas.openxmlformats.org/officeDocument/2006/relationships" id="292" r:id="R4acf1b18e8954cd5"/>
    <p:sldId xmlns:r="http://schemas.openxmlformats.org/officeDocument/2006/relationships" id="293" r:id="Rdb6a21b83a434da7"/>
    <p:sldId xmlns:r="http://schemas.openxmlformats.org/officeDocument/2006/relationships" id="294" r:id="R46a65dc7ea3048b4"/>
    <p:sldId xmlns:r="http://schemas.openxmlformats.org/officeDocument/2006/relationships" id="295" r:id="Rc2d4d9f45c9a4a06"/>
    <p:sldId xmlns:r="http://schemas.openxmlformats.org/officeDocument/2006/relationships" id="296" r:id="R69bc98a881b24efa"/>
    <p:sldId xmlns:r="http://schemas.openxmlformats.org/officeDocument/2006/relationships" id="297" r:id="Rae93e1205dd34856"/>
    <p:sldId xmlns:r="http://schemas.openxmlformats.org/officeDocument/2006/relationships" id="298" r:id="R07235f1645d04dc9"/>
    <p:sldId xmlns:r="http://schemas.openxmlformats.org/officeDocument/2006/relationships" id="299" r:id="R7aac9c523cb44129"/>
    <p:sldId xmlns:r="http://schemas.openxmlformats.org/officeDocument/2006/relationships" id="300" r:id="R930bfa6ecdd14757"/>
    <p:sldId xmlns:r="http://schemas.openxmlformats.org/officeDocument/2006/relationships" id="301" r:id="Re1aec89311184516"/>
    <p:sldId xmlns:r="http://schemas.openxmlformats.org/officeDocument/2006/relationships" id="302" r:id="Rd64e39ce2fd14f6f"/>
    <p:sldId xmlns:r="http://schemas.openxmlformats.org/officeDocument/2006/relationships" id="303" r:id="R265621cf690d4509"/>
    <p:sldId xmlns:r="http://schemas.openxmlformats.org/officeDocument/2006/relationships" id="304" r:id="Ra64c8a01f5ab4cf7"/>
    <p:sldId xmlns:r="http://schemas.openxmlformats.org/officeDocument/2006/relationships" id="305" r:id="Ra7ac50d2f0e143ae"/>
    <p:sldId xmlns:r="http://schemas.openxmlformats.org/officeDocument/2006/relationships" id="306" r:id="R53201ca1cfff4f5b"/>
    <p:sldId xmlns:r="http://schemas.openxmlformats.org/officeDocument/2006/relationships" id="307" r:id="R954f40391ff1489f"/>
    <p:sldId xmlns:r="http://schemas.openxmlformats.org/officeDocument/2006/relationships" id="308" r:id="R0375b53cb89248a7"/>
    <p:sldId xmlns:r="http://schemas.openxmlformats.org/officeDocument/2006/relationships" id="309" r:id="R3239e50708684a3c"/>
    <p:sldId xmlns:r="http://schemas.openxmlformats.org/officeDocument/2006/relationships" id="310" r:id="Rf172dde391a94dae"/>
    <p:sldId xmlns:r="http://schemas.openxmlformats.org/officeDocument/2006/relationships" id="311" r:id="R008f4041d62a4332"/>
    <p:sldId xmlns:r="http://schemas.openxmlformats.org/officeDocument/2006/relationships" id="312" r:id="R6d4b55a9090f47e0"/>
    <p:sldId xmlns:r="http://schemas.openxmlformats.org/officeDocument/2006/relationships" id="313" r:id="R641b623d700945ba"/>
    <p:sldId xmlns:r="http://schemas.openxmlformats.org/officeDocument/2006/relationships" id="314" r:id="R41c6d928ba3243a9"/>
    <p:sldId xmlns:r="http://schemas.openxmlformats.org/officeDocument/2006/relationships" id="315" r:id="Re0e022d79e9c409e"/>
    <p:sldId xmlns:r="http://schemas.openxmlformats.org/officeDocument/2006/relationships" id="316" r:id="Rfadd4718eefd48de"/>
    <p:sldId xmlns:r="http://schemas.openxmlformats.org/officeDocument/2006/relationships" id="317" r:id="R8886d450c76546f3"/>
    <p:sldId xmlns:r="http://schemas.openxmlformats.org/officeDocument/2006/relationships" id="318" r:id="R9cc3ff490a2f4f5b"/>
    <p:sldId xmlns:r="http://schemas.openxmlformats.org/officeDocument/2006/relationships" id="319" r:id="R5b0a90d653d14216"/>
    <p:sldId xmlns:r="http://schemas.openxmlformats.org/officeDocument/2006/relationships" id="320" r:id="R2ea1de7415864378"/>
    <p:sldId xmlns:r="http://schemas.openxmlformats.org/officeDocument/2006/relationships" id="321" r:id="R468d938d7aac4214"/>
    <p:sldId xmlns:r="http://schemas.openxmlformats.org/officeDocument/2006/relationships" id="322" r:id="R633c722c7ec34df3"/>
    <p:sldId xmlns:r="http://schemas.openxmlformats.org/officeDocument/2006/relationships" id="323" r:id="R84b108cab5f94090"/>
    <p:sldId xmlns:r="http://schemas.openxmlformats.org/officeDocument/2006/relationships" id="324" r:id="Re53502206a554db3"/>
    <p:sldId xmlns:r="http://schemas.openxmlformats.org/officeDocument/2006/relationships" id="325" r:id="Rd4896af567b645e2"/>
    <p:sldId xmlns:r="http://schemas.openxmlformats.org/officeDocument/2006/relationships" id="326" r:id="Rbbf5d89a45dc4e3b"/>
    <p:sldId xmlns:r="http://schemas.openxmlformats.org/officeDocument/2006/relationships" id="327" r:id="R7df94e7bce8a4572"/>
    <p:sldId xmlns:r="http://schemas.openxmlformats.org/officeDocument/2006/relationships" id="328" r:id="R24b674caeeda4edd"/>
    <p:sldId xmlns:r="http://schemas.openxmlformats.org/officeDocument/2006/relationships" id="329" r:id="R0d441861418141e0"/>
    <p:sldId xmlns:r="http://schemas.openxmlformats.org/officeDocument/2006/relationships" id="330" r:id="R6b1ee3c0e28042b3"/>
    <p:sldId xmlns:r="http://schemas.openxmlformats.org/officeDocument/2006/relationships" id="331" r:id="R8234a1a897bf4cda"/>
    <p:sldId xmlns:r="http://schemas.openxmlformats.org/officeDocument/2006/relationships" id="332" r:id="Rfc3beff9dcd44f64"/>
    <p:sldId xmlns:r="http://schemas.openxmlformats.org/officeDocument/2006/relationships" id="333" r:id="R4341a86b297f4169"/>
    <p:sldId xmlns:r="http://schemas.openxmlformats.org/officeDocument/2006/relationships" id="334" r:id="Rda8380ab2c0b4c50"/>
    <p:sldId xmlns:r="http://schemas.openxmlformats.org/officeDocument/2006/relationships" id="335" r:id="R720bce8d2e5f4ff3"/>
    <p:sldId xmlns:r="http://schemas.openxmlformats.org/officeDocument/2006/relationships" id="336" r:id="R8dc5b5b0e8a34aca"/>
    <p:sldId xmlns:r="http://schemas.openxmlformats.org/officeDocument/2006/relationships" id="337" r:id="Rd290518472f045f4"/>
    <p:sldId xmlns:r="http://schemas.openxmlformats.org/officeDocument/2006/relationships" id="338" r:id="R478132981b4b4026"/>
    <p:sldId xmlns:r="http://schemas.openxmlformats.org/officeDocument/2006/relationships" id="339" r:id="Raba15ee9752f41f3"/>
    <p:sldId xmlns:r="http://schemas.openxmlformats.org/officeDocument/2006/relationships" id="340" r:id="Ra642994a24a94d59"/>
    <p:sldId xmlns:r="http://schemas.openxmlformats.org/officeDocument/2006/relationships" id="341" r:id="Ra08af33744e74a85"/>
    <p:sldId xmlns:r="http://schemas.openxmlformats.org/officeDocument/2006/relationships" id="342" r:id="R7c3b95188e0f41f7"/>
    <p:sldId xmlns:r="http://schemas.openxmlformats.org/officeDocument/2006/relationships" id="343" r:id="Rc3e3dc560d49457c"/>
    <p:sldId xmlns:r="http://schemas.openxmlformats.org/officeDocument/2006/relationships" id="344" r:id="Rbf3730f7a1384d76"/>
    <p:sldId xmlns:r="http://schemas.openxmlformats.org/officeDocument/2006/relationships" id="345" r:id="R50b2767fa1114afe"/>
    <p:sldId xmlns:r="http://schemas.openxmlformats.org/officeDocument/2006/relationships" id="346" r:id="R07a8eb44a3314b20"/>
    <p:sldId xmlns:r="http://schemas.openxmlformats.org/officeDocument/2006/relationships" id="347" r:id="Ra3241965881b4373"/>
    <p:sldId xmlns:r="http://schemas.openxmlformats.org/officeDocument/2006/relationships" id="348" r:id="R2e68f12d241a4ae0"/>
    <p:sldId xmlns:r="http://schemas.openxmlformats.org/officeDocument/2006/relationships" id="349" r:id="Rf4d8b01c246a4848"/>
    <p:sldId xmlns:r="http://schemas.openxmlformats.org/officeDocument/2006/relationships" id="350" r:id="Rc157769d6c4242e3"/>
    <p:sldId xmlns:r="http://schemas.openxmlformats.org/officeDocument/2006/relationships" id="351" r:id="R1dc62fb6e51a4741"/>
    <p:sldId xmlns:r="http://schemas.openxmlformats.org/officeDocument/2006/relationships" id="352" r:id="R083523966d764b79"/>
    <p:sldId xmlns:r="http://schemas.openxmlformats.org/officeDocument/2006/relationships" id="353" r:id="Rb5e32b5372b14ffc"/>
    <p:sldId xmlns:r="http://schemas.openxmlformats.org/officeDocument/2006/relationships" id="354" r:id="R97589609b47f4107"/>
    <p:sldId xmlns:r="http://schemas.openxmlformats.org/officeDocument/2006/relationships" id="355" r:id="R78c92ddd43a84450"/>
    <p:sldId xmlns:r="http://schemas.openxmlformats.org/officeDocument/2006/relationships" id="356" r:id="Rcdf7925a53e14f42"/>
    <p:sldId xmlns:r="http://schemas.openxmlformats.org/officeDocument/2006/relationships" id="357" r:id="R839a684f704243c3"/>
    <p:sldId xmlns:r="http://schemas.openxmlformats.org/officeDocument/2006/relationships" id="358" r:id="Re7b5af7c2d874467"/>
    <p:sldId xmlns:r="http://schemas.openxmlformats.org/officeDocument/2006/relationships" id="359" r:id="R97938020ea404cb9"/>
    <p:sldId xmlns:r="http://schemas.openxmlformats.org/officeDocument/2006/relationships" id="360" r:id="Ra7c8422d5a76423a"/>
    <p:sldId xmlns:r="http://schemas.openxmlformats.org/officeDocument/2006/relationships" id="361" r:id="R33b83de73ab04e78"/>
    <p:sldId xmlns:r="http://schemas.openxmlformats.org/officeDocument/2006/relationships" id="362" r:id="R36ee34c11263444f"/>
    <p:sldId xmlns:r="http://schemas.openxmlformats.org/officeDocument/2006/relationships" id="363" r:id="Re1b480eeb071436b"/>
    <p:sldId xmlns:r="http://schemas.openxmlformats.org/officeDocument/2006/relationships" id="364" r:id="R7202c6c8bc6c4357"/>
    <p:sldId xmlns:r="http://schemas.openxmlformats.org/officeDocument/2006/relationships" id="365" r:id="Rb1cddf4f583e42df"/>
    <p:sldId xmlns:r="http://schemas.openxmlformats.org/officeDocument/2006/relationships" id="366" r:id="Refe602a3628548ca"/>
    <p:sldId xmlns:r="http://schemas.openxmlformats.org/officeDocument/2006/relationships" id="367" r:id="R5a4b52840c784050"/>
    <p:sldId xmlns:r="http://schemas.openxmlformats.org/officeDocument/2006/relationships" id="368" r:id="R9f4af715f92c4ff2"/>
    <p:sldId xmlns:r="http://schemas.openxmlformats.org/officeDocument/2006/relationships" id="369" r:id="Rabe620b2e57048b6"/>
    <p:sldId xmlns:r="http://schemas.openxmlformats.org/officeDocument/2006/relationships" id="370" r:id="Reae63337dfe34625"/>
    <p:sldId xmlns:r="http://schemas.openxmlformats.org/officeDocument/2006/relationships" id="371" r:id="Rd30f895585fb4230"/>
    <p:sldId xmlns:r="http://schemas.openxmlformats.org/officeDocument/2006/relationships" id="372" r:id="R045bc8630ba2479f"/>
    <p:sldId xmlns:r="http://schemas.openxmlformats.org/officeDocument/2006/relationships" id="373" r:id="Reda57a2621e841c7"/>
    <p:sldId xmlns:r="http://schemas.openxmlformats.org/officeDocument/2006/relationships" id="374" r:id="Rc9b84aaee7354bc6"/>
    <p:sldId xmlns:r="http://schemas.openxmlformats.org/officeDocument/2006/relationships" id="375" r:id="R72c6cce28ed840f3"/>
    <p:sldId xmlns:r="http://schemas.openxmlformats.org/officeDocument/2006/relationships" id="376" r:id="Rb0e738d739cc4d0c"/>
    <p:sldId xmlns:r="http://schemas.openxmlformats.org/officeDocument/2006/relationships" id="377" r:id="R5d62a74a499d458a"/>
    <p:sldId xmlns:r="http://schemas.openxmlformats.org/officeDocument/2006/relationships" id="378" r:id="R7159ceb8ae3045d8"/>
    <p:sldId xmlns:r="http://schemas.openxmlformats.org/officeDocument/2006/relationships" id="379" r:id="Rbf50b3185c8e4996"/>
    <p:sldId xmlns:r="http://schemas.openxmlformats.org/officeDocument/2006/relationships" id="380" r:id="Rfafcf5c821594633"/>
    <p:sldId xmlns:r="http://schemas.openxmlformats.org/officeDocument/2006/relationships" id="381" r:id="R6dae4b6f94274530"/>
    <p:sldId xmlns:r="http://schemas.openxmlformats.org/officeDocument/2006/relationships" id="382" r:id="R073b669e747443af"/>
    <p:sldId xmlns:r="http://schemas.openxmlformats.org/officeDocument/2006/relationships" id="383" r:id="Rea0957c43a7b4332"/>
    <p:sldId xmlns:r="http://schemas.openxmlformats.org/officeDocument/2006/relationships" id="384" r:id="R7e12934a12584df5"/>
    <p:sldId xmlns:r="http://schemas.openxmlformats.org/officeDocument/2006/relationships" id="385" r:id="R685bb85c0e924c7d"/>
    <p:sldId xmlns:r="http://schemas.openxmlformats.org/officeDocument/2006/relationships" id="386" r:id="Rc44e0b9f567e4431"/>
    <p:sldId xmlns:r="http://schemas.openxmlformats.org/officeDocument/2006/relationships" id="387" r:id="R8bda473c78884d66"/>
    <p:sldId xmlns:r="http://schemas.openxmlformats.org/officeDocument/2006/relationships" id="388" r:id="Rffc15c5d7bb548d8"/>
    <p:sldId xmlns:r="http://schemas.openxmlformats.org/officeDocument/2006/relationships" id="389" r:id="R413a68e32aa04b64"/>
    <p:sldId xmlns:r="http://schemas.openxmlformats.org/officeDocument/2006/relationships" id="390" r:id="Rb8eb5a2bd254412e"/>
    <p:sldId xmlns:r="http://schemas.openxmlformats.org/officeDocument/2006/relationships" id="391" r:id="Re24595717eb246a0"/>
    <p:sldId xmlns:r="http://schemas.openxmlformats.org/officeDocument/2006/relationships" id="392" r:id="R84a2d8aac85d4890"/>
    <p:sldId xmlns:r="http://schemas.openxmlformats.org/officeDocument/2006/relationships" id="393" r:id="R2a3e015b0319474f"/>
    <p:sldId xmlns:r="http://schemas.openxmlformats.org/officeDocument/2006/relationships" id="394" r:id="R8eb9bf5bfdbc46a4"/>
    <p:sldId xmlns:r="http://schemas.openxmlformats.org/officeDocument/2006/relationships" id="395" r:id="Rc4c88fdac03b4282"/>
    <p:sldId xmlns:r="http://schemas.openxmlformats.org/officeDocument/2006/relationships" id="396" r:id="R6b0c8498225f484a"/>
    <p:sldId xmlns:r="http://schemas.openxmlformats.org/officeDocument/2006/relationships" id="397" r:id="R474f298f490d464d"/>
    <p:sldId xmlns:r="http://schemas.openxmlformats.org/officeDocument/2006/relationships" id="398" r:id="Rec3d69901ed046f1"/>
    <p:sldId xmlns:r="http://schemas.openxmlformats.org/officeDocument/2006/relationships" id="399" r:id="Rfd55c28640764ad6"/>
    <p:sldId xmlns:r="http://schemas.openxmlformats.org/officeDocument/2006/relationships" id="400" r:id="R02e929592f84440b"/>
    <p:sldId xmlns:r="http://schemas.openxmlformats.org/officeDocument/2006/relationships" id="401" r:id="Rb00dad35f6f74f8a"/>
    <p:sldId xmlns:r="http://schemas.openxmlformats.org/officeDocument/2006/relationships" id="402" r:id="Rc109456245314114"/>
    <p:sldId xmlns:r="http://schemas.openxmlformats.org/officeDocument/2006/relationships" id="403" r:id="R66a8f5a415214aae"/>
    <p:sldId xmlns:r="http://schemas.openxmlformats.org/officeDocument/2006/relationships" id="404" r:id="R1d20c560310f405d"/>
    <p:sldId xmlns:r="http://schemas.openxmlformats.org/officeDocument/2006/relationships" id="405" r:id="Re1025f8ac42b4ee4"/>
    <p:sldId xmlns:r="http://schemas.openxmlformats.org/officeDocument/2006/relationships" id="406" r:id="R0a2d75fd4d25403d"/>
    <p:sldId xmlns:r="http://schemas.openxmlformats.org/officeDocument/2006/relationships" id="407" r:id="Rf1e48579b826413a"/>
    <p:sldId xmlns:r="http://schemas.openxmlformats.org/officeDocument/2006/relationships" id="408" r:id="Rb33fd9bb63d149da"/>
    <p:sldId xmlns:r="http://schemas.openxmlformats.org/officeDocument/2006/relationships" id="409" r:id="R3ff3a595ad0d44cd"/>
    <p:sldId xmlns:r="http://schemas.openxmlformats.org/officeDocument/2006/relationships" id="410" r:id="Rfbc4b0b8177943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b8d2579559476c" /><Relationship Type="http://schemas.openxmlformats.org/officeDocument/2006/relationships/slideMaster" Target="/ppt/slideMasters/slideMaster1.xml" Id="Rccfe1ae192eb4f8d" /><Relationship Type="http://schemas.openxmlformats.org/officeDocument/2006/relationships/notesMaster" Target="/ppt/notesMasters/notesMaster1.xml" Id="Red095bed4d7b4457" /><Relationship Type="http://schemas.openxmlformats.org/officeDocument/2006/relationships/presProps" Target="/ppt/presProps.xml" Id="R6396963f244d457e" /><Relationship Type="http://schemas.openxmlformats.org/officeDocument/2006/relationships/tableStyles" Target="/ppt/tableStyles.xml" Id="Rde0375c204a44eb3" /><Relationship Type="http://schemas.openxmlformats.org/officeDocument/2006/relationships/slide" Target="/ppt/slides/slide1.xml" Id="R4f5ebb8a60624340" /><Relationship Type="http://schemas.openxmlformats.org/officeDocument/2006/relationships/slide" Target="/ppt/slides/slide2.xml" Id="Raecef5582f69453e" /><Relationship Type="http://schemas.openxmlformats.org/officeDocument/2006/relationships/slide" Target="/ppt/slides/slide3.xml" Id="R21464e60d3564e21" /><Relationship Type="http://schemas.openxmlformats.org/officeDocument/2006/relationships/slide" Target="/ppt/slides/slide4.xml" Id="R8e77d29c9faa42e7" /><Relationship Type="http://schemas.openxmlformats.org/officeDocument/2006/relationships/slide" Target="/ppt/slides/slide5.xml" Id="R24e2ebf104cd409d" /><Relationship Type="http://schemas.openxmlformats.org/officeDocument/2006/relationships/slide" Target="/ppt/slides/slide6.xml" Id="R36e435afbbfd4f0e" /><Relationship Type="http://schemas.openxmlformats.org/officeDocument/2006/relationships/slide" Target="/ppt/slides/slide7.xml" Id="Rd9c9d5b96bb84f52" /><Relationship Type="http://schemas.openxmlformats.org/officeDocument/2006/relationships/slide" Target="/ppt/slides/slide8.xml" Id="R40fc24e9d4ad4ee6" /><Relationship Type="http://schemas.openxmlformats.org/officeDocument/2006/relationships/slide" Target="/ppt/slides/slide9.xml" Id="R34207c8973eb4763" /><Relationship Type="http://schemas.openxmlformats.org/officeDocument/2006/relationships/slide" Target="/ppt/slides/slide10.xml" Id="R9cdb72efeb4e4696" /><Relationship Type="http://schemas.openxmlformats.org/officeDocument/2006/relationships/slide" Target="/ppt/slides/slide11.xml" Id="Rd56dcb3ad1394e54" /><Relationship Type="http://schemas.openxmlformats.org/officeDocument/2006/relationships/slide" Target="/ppt/slides/slide12.xml" Id="R628ad2f26d5e429d" /><Relationship Type="http://schemas.openxmlformats.org/officeDocument/2006/relationships/slide" Target="/ppt/slides/slide13.xml" Id="R70b8ccd57e4b47ac" /><Relationship Type="http://schemas.openxmlformats.org/officeDocument/2006/relationships/slide" Target="/ppt/slides/slide14.xml" Id="R93cda7989f864b59" /><Relationship Type="http://schemas.openxmlformats.org/officeDocument/2006/relationships/slide" Target="/ppt/slides/slide15.xml" Id="R387c075795774192" /><Relationship Type="http://schemas.openxmlformats.org/officeDocument/2006/relationships/slide" Target="/ppt/slides/slide16.xml" Id="Re793276863e04aaf" /><Relationship Type="http://schemas.openxmlformats.org/officeDocument/2006/relationships/slide" Target="/ppt/slides/slide17.xml" Id="R00fbd356bf044ca4" /><Relationship Type="http://schemas.openxmlformats.org/officeDocument/2006/relationships/slide" Target="/ppt/slides/slide18.xml" Id="Radaa0d5dc92b4d4a" /><Relationship Type="http://schemas.openxmlformats.org/officeDocument/2006/relationships/slide" Target="/ppt/slides/slide19.xml" Id="R0d92a71d0d444faa" /><Relationship Type="http://schemas.openxmlformats.org/officeDocument/2006/relationships/slide" Target="/ppt/slides/slide20.xml" Id="Rd0a9e5f3719f4642" /><Relationship Type="http://schemas.openxmlformats.org/officeDocument/2006/relationships/slide" Target="/ppt/slides/slide21.xml" Id="R96d16f79d96d43ea" /><Relationship Type="http://schemas.openxmlformats.org/officeDocument/2006/relationships/slide" Target="/ppt/slides/slide22.xml" Id="R1267f68e49ee40cb" /><Relationship Type="http://schemas.openxmlformats.org/officeDocument/2006/relationships/slide" Target="/ppt/slides/slide23.xml" Id="R410bb5aa2883448e" /><Relationship Type="http://schemas.openxmlformats.org/officeDocument/2006/relationships/slide" Target="/ppt/slides/slide24.xml" Id="Ra76525f213c144ac" /><Relationship Type="http://schemas.openxmlformats.org/officeDocument/2006/relationships/slide" Target="/ppt/slides/slide25.xml" Id="R1e7bb1b1b69649af" /><Relationship Type="http://schemas.openxmlformats.org/officeDocument/2006/relationships/slide" Target="/ppt/slides/slide26.xml" Id="R5a84400a979b4340" /><Relationship Type="http://schemas.openxmlformats.org/officeDocument/2006/relationships/slide" Target="/ppt/slides/slide27.xml" Id="Rea5592c1bfa149db" /><Relationship Type="http://schemas.openxmlformats.org/officeDocument/2006/relationships/slide" Target="/ppt/slides/slide28.xml" Id="R7689910a8f874ae5" /><Relationship Type="http://schemas.openxmlformats.org/officeDocument/2006/relationships/slide" Target="/ppt/slides/slide29.xml" Id="R8d84300fc18c4ffb" /><Relationship Type="http://schemas.openxmlformats.org/officeDocument/2006/relationships/slide" Target="/ppt/slides/slide30.xml" Id="R24c9a40aa2e246e3" /><Relationship Type="http://schemas.openxmlformats.org/officeDocument/2006/relationships/slide" Target="/ppt/slides/slide31.xml" Id="Rcb5be218f00f4813" /><Relationship Type="http://schemas.openxmlformats.org/officeDocument/2006/relationships/slide" Target="/ppt/slides/slide32.xml" Id="Rb93accc9702347dc" /><Relationship Type="http://schemas.openxmlformats.org/officeDocument/2006/relationships/slide" Target="/ppt/slides/slide33.xml" Id="R06aaca454a2349ec" /><Relationship Type="http://schemas.openxmlformats.org/officeDocument/2006/relationships/slide" Target="/ppt/slides/slide34.xml" Id="R30c2aacd976146fa" /><Relationship Type="http://schemas.openxmlformats.org/officeDocument/2006/relationships/slide" Target="/ppt/slides/slide35.xml" Id="R311411a2a5634a9a" /><Relationship Type="http://schemas.openxmlformats.org/officeDocument/2006/relationships/slide" Target="/ppt/slides/slide36.xml" Id="R2e33e4d8ee4040d4" /><Relationship Type="http://schemas.openxmlformats.org/officeDocument/2006/relationships/slide" Target="/ppt/slides/slide37.xml" Id="R4acf1b18e8954cd5" /><Relationship Type="http://schemas.openxmlformats.org/officeDocument/2006/relationships/slide" Target="/ppt/slides/slide38.xml" Id="Rdb6a21b83a434da7" /><Relationship Type="http://schemas.openxmlformats.org/officeDocument/2006/relationships/slide" Target="/ppt/slides/slide39.xml" Id="R46a65dc7ea3048b4" /><Relationship Type="http://schemas.openxmlformats.org/officeDocument/2006/relationships/slide" Target="/ppt/slides/slide40.xml" Id="Rc2d4d9f45c9a4a06" /><Relationship Type="http://schemas.openxmlformats.org/officeDocument/2006/relationships/slide" Target="/ppt/slides/slide41.xml" Id="R69bc98a881b24efa" /><Relationship Type="http://schemas.openxmlformats.org/officeDocument/2006/relationships/slide" Target="/ppt/slides/slide42.xml" Id="Rae93e1205dd34856" /><Relationship Type="http://schemas.openxmlformats.org/officeDocument/2006/relationships/slide" Target="/ppt/slides/slide43.xml" Id="R07235f1645d04dc9" /><Relationship Type="http://schemas.openxmlformats.org/officeDocument/2006/relationships/slide" Target="/ppt/slides/slide44.xml" Id="R7aac9c523cb44129" /><Relationship Type="http://schemas.openxmlformats.org/officeDocument/2006/relationships/slide" Target="/ppt/slides/slide45.xml" Id="R930bfa6ecdd14757" /><Relationship Type="http://schemas.openxmlformats.org/officeDocument/2006/relationships/slide" Target="/ppt/slides/slide46.xml" Id="Re1aec89311184516" /><Relationship Type="http://schemas.openxmlformats.org/officeDocument/2006/relationships/slide" Target="/ppt/slides/slide47.xml" Id="Rd64e39ce2fd14f6f" /><Relationship Type="http://schemas.openxmlformats.org/officeDocument/2006/relationships/slide" Target="/ppt/slides/slide48.xml" Id="R265621cf690d4509" /><Relationship Type="http://schemas.openxmlformats.org/officeDocument/2006/relationships/slide" Target="/ppt/slides/slide49.xml" Id="Ra64c8a01f5ab4cf7" /><Relationship Type="http://schemas.openxmlformats.org/officeDocument/2006/relationships/slide" Target="/ppt/slides/slide50.xml" Id="Ra7ac50d2f0e143ae" /><Relationship Type="http://schemas.openxmlformats.org/officeDocument/2006/relationships/slide" Target="/ppt/slides/slide51.xml" Id="R53201ca1cfff4f5b" /><Relationship Type="http://schemas.openxmlformats.org/officeDocument/2006/relationships/slide" Target="/ppt/slides/slide52.xml" Id="R954f40391ff1489f" /><Relationship Type="http://schemas.openxmlformats.org/officeDocument/2006/relationships/slide" Target="/ppt/slides/slide53.xml" Id="R0375b53cb89248a7" /><Relationship Type="http://schemas.openxmlformats.org/officeDocument/2006/relationships/slide" Target="/ppt/slides/slide54.xml" Id="R3239e50708684a3c" /><Relationship Type="http://schemas.openxmlformats.org/officeDocument/2006/relationships/slide" Target="/ppt/slides/slide55.xml" Id="Rf172dde391a94dae" /><Relationship Type="http://schemas.openxmlformats.org/officeDocument/2006/relationships/slide" Target="/ppt/slides/slide56.xml" Id="R008f4041d62a4332" /><Relationship Type="http://schemas.openxmlformats.org/officeDocument/2006/relationships/slide" Target="/ppt/slides/slide57.xml" Id="R6d4b55a9090f47e0" /><Relationship Type="http://schemas.openxmlformats.org/officeDocument/2006/relationships/slide" Target="/ppt/slides/slide58.xml" Id="R641b623d700945ba" /><Relationship Type="http://schemas.openxmlformats.org/officeDocument/2006/relationships/slide" Target="/ppt/slides/slide59.xml" Id="R41c6d928ba3243a9" /><Relationship Type="http://schemas.openxmlformats.org/officeDocument/2006/relationships/slide" Target="/ppt/slides/slide60.xml" Id="Re0e022d79e9c409e" /><Relationship Type="http://schemas.openxmlformats.org/officeDocument/2006/relationships/slide" Target="/ppt/slides/slide61.xml" Id="Rfadd4718eefd48de" /><Relationship Type="http://schemas.openxmlformats.org/officeDocument/2006/relationships/slide" Target="/ppt/slides/slide62.xml" Id="R8886d450c76546f3" /><Relationship Type="http://schemas.openxmlformats.org/officeDocument/2006/relationships/slide" Target="/ppt/slides/slide63.xml" Id="R9cc3ff490a2f4f5b" /><Relationship Type="http://schemas.openxmlformats.org/officeDocument/2006/relationships/slide" Target="/ppt/slides/slide64.xml" Id="R5b0a90d653d14216" /><Relationship Type="http://schemas.openxmlformats.org/officeDocument/2006/relationships/slide" Target="/ppt/slides/slide65.xml" Id="R2ea1de7415864378" /><Relationship Type="http://schemas.openxmlformats.org/officeDocument/2006/relationships/slide" Target="/ppt/slides/slide66.xml" Id="R468d938d7aac4214" /><Relationship Type="http://schemas.openxmlformats.org/officeDocument/2006/relationships/slide" Target="/ppt/slides/slide67.xml" Id="R633c722c7ec34df3" /><Relationship Type="http://schemas.openxmlformats.org/officeDocument/2006/relationships/slide" Target="/ppt/slides/slide68.xml" Id="R84b108cab5f94090" /><Relationship Type="http://schemas.openxmlformats.org/officeDocument/2006/relationships/slide" Target="/ppt/slides/slide69.xml" Id="Re53502206a554db3" /><Relationship Type="http://schemas.openxmlformats.org/officeDocument/2006/relationships/slide" Target="/ppt/slides/slide70.xml" Id="Rd4896af567b645e2" /><Relationship Type="http://schemas.openxmlformats.org/officeDocument/2006/relationships/slide" Target="/ppt/slides/slide71.xml" Id="Rbbf5d89a45dc4e3b" /><Relationship Type="http://schemas.openxmlformats.org/officeDocument/2006/relationships/slide" Target="/ppt/slides/slide72.xml" Id="R7df94e7bce8a4572" /><Relationship Type="http://schemas.openxmlformats.org/officeDocument/2006/relationships/slide" Target="/ppt/slides/slide73.xml" Id="R24b674caeeda4edd" /><Relationship Type="http://schemas.openxmlformats.org/officeDocument/2006/relationships/slide" Target="/ppt/slides/slide74.xml" Id="R0d441861418141e0" /><Relationship Type="http://schemas.openxmlformats.org/officeDocument/2006/relationships/slide" Target="/ppt/slides/slide75.xml" Id="R6b1ee3c0e28042b3" /><Relationship Type="http://schemas.openxmlformats.org/officeDocument/2006/relationships/slide" Target="/ppt/slides/slide76.xml" Id="R8234a1a897bf4cda" /><Relationship Type="http://schemas.openxmlformats.org/officeDocument/2006/relationships/slide" Target="/ppt/slides/slide77.xml" Id="Rfc3beff9dcd44f64" /><Relationship Type="http://schemas.openxmlformats.org/officeDocument/2006/relationships/slide" Target="/ppt/slides/slide78.xml" Id="R4341a86b297f4169" /><Relationship Type="http://schemas.openxmlformats.org/officeDocument/2006/relationships/slide" Target="/ppt/slides/slide79.xml" Id="Rda8380ab2c0b4c50" /><Relationship Type="http://schemas.openxmlformats.org/officeDocument/2006/relationships/slide" Target="/ppt/slides/slide80.xml" Id="R720bce8d2e5f4ff3" /><Relationship Type="http://schemas.openxmlformats.org/officeDocument/2006/relationships/slide" Target="/ppt/slides/slide81.xml" Id="R8dc5b5b0e8a34aca" /><Relationship Type="http://schemas.openxmlformats.org/officeDocument/2006/relationships/slide" Target="/ppt/slides/slide82.xml" Id="Rd290518472f045f4" /><Relationship Type="http://schemas.openxmlformats.org/officeDocument/2006/relationships/slide" Target="/ppt/slides/slide83.xml" Id="R478132981b4b4026" /><Relationship Type="http://schemas.openxmlformats.org/officeDocument/2006/relationships/slide" Target="/ppt/slides/slide84.xml" Id="Raba15ee9752f41f3" /><Relationship Type="http://schemas.openxmlformats.org/officeDocument/2006/relationships/slide" Target="/ppt/slides/slide85.xml" Id="Ra642994a24a94d59" /><Relationship Type="http://schemas.openxmlformats.org/officeDocument/2006/relationships/slide" Target="/ppt/slides/slide86.xml" Id="Ra08af33744e74a85" /><Relationship Type="http://schemas.openxmlformats.org/officeDocument/2006/relationships/slide" Target="/ppt/slides/slide87.xml" Id="R7c3b95188e0f41f7" /><Relationship Type="http://schemas.openxmlformats.org/officeDocument/2006/relationships/slide" Target="/ppt/slides/slide88.xml" Id="Rc3e3dc560d49457c" /><Relationship Type="http://schemas.openxmlformats.org/officeDocument/2006/relationships/slide" Target="/ppt/slides/slide89.xml" Id="Rbf3730f7a1384d76" /><Relationship Type="http://schemas.openxmlformats.org/officeDocument/2006/relationships/slide" Target="/ppt/slides/slide90.xml" Id="R50b2767fa1114afe" /><Relationship Type="http://schemas.openxmlformats.org/officeDocument/2006/relationships/slide" Target="/ppt/slides/slide91.xml" Id="R07a8eb44a3314b20" /><Relationship Type="http://schemas.openxmlformats.org/officeDocument/2006/relationships/slide" Target="/ppt/slides/slide92.xml" Id="Ra3241965881b4373" /><Relationship Type="http://schemas.openxmlformats.org/officeDocument/2006/relationships/slide" Target="/ppt/slides/slide93.xml" Id="R2e68f12d241a4ae0" /><Relationship Type="http://schemas.openxmlformats.org/officeDocument/2006/relationships/slide" Target="/ppt/slides/slide94.xml" Id="Rf4d8b01c246a4848" /><Relationship Type="http://schemas.openxmlformats.org/officeDocument/2006/relationships/slide" Target="/ppt/slides/slide95.xml" Id="Rc157769d6c4242e3" /><Relationship Type="http://schemas.openxmlformats.org/officeDocument/2006/relationships/slide" Target="/ppt/slides/slide96.xml" Id="R1dc62fb6e51a4741" /><Relationship Type="http://schemas.openxmlformats.org/officeDocument/2006/relationships/slide" Target="/ppt/slides/slide97.xml" Id="R083523966d764b79" /><Relationship Type="http://schemas.openxmlformats.org/officeDocument/2006/relationships/slide" Target="/ppt/slides/slide98.xml" Id="Rb5e32b5372b14ffc" /><Relationship Type="http://schemas.openxmlformats.org/officeDocument/2006/relationships/slide" Target="/ppt/slides/slide99.xml" Id="R97589609b47f4107" /><Relationship Type="http://schemas.openxmlformats.org/officeDocument/2006/relationships/slide" Target="/ppt/slides/slide100.xml" Id="R78c92ddd43a84450" /><Relationship Type="http://schemas.openxmlformats.org/officeDocument/2006/relationships/slide" Target="/ppt/slides/slide101.xml" Id="Rcdf7925a53e14f42" /><Relationship Type="http://schemas.openxmlformats.org/officeDocument/2006/relationships/slide" Target="/ppt/slides/slide102.xml" Id="R839a684f704243c3" /><Relationship Type="http://schemas.openxmlformats.org/officeDocument/2006/relationships/slide" Target="/ppt/slides/slide103.xml" Id="Re7b5af7c2d874467" /><Relationship Type="http://schemas.openxmlformats.org/officeDocument/2006/relationships/slide" Target="/ppt/slides/slide104.xml" Id="R97938020ea404cb9" /><Relationship Type="http://schemas.openxmlformats.org/officeDocument/2006/relationships/slide" Target="/ppt/slides/slide105.xml" Id="Ra7c8422d5a76423a" /><Relationship Type="http://schemas.openxmlformats.org/officeDocument/2006/relationships/slide" Target="/ppt/slides/slide106.xml" Id="R33b83de73ab04e78" /><Relationship Type="http://schemas.openxmlformats.org/officeDocument/2006/relationships/slide" Target="/ppt/slides/slide107.xml" Id="R36ee34c11263444f" /><Relationship Type="http://schemas.openxmlformats.org/officeDocument/2006/relationships/slide" Target="/ppt/slides/slide108.xml" Id="Re1b480eeb071436b" /><Relationship Type="http://schemas.openxmlformats.org/officeDocument/2006/relationships/slide" Target="/ppt/slides/slide109.xml" Id="R7202c6c8bc6c4357" /><Relationship Type="http://schemas.openxmlformats.org/officeDocument/2006/relationships/slide" Target="/ppt/slides/slide110.xml" Id="Rb1cddf4f583e42df" /><Relationship Type="http://schemas.openxmlformats.org/officeDocument/2006/relationships/slide" Target="/ppt/slides/slide111.xml" Id="Refe602a3628548ca" /><Relationship Type="http://schemas.openxmlformats.org/officeDocument/2006/relationships/slide" Target="/ppt/slides/slide112.xml" Id="R5a4b52840c784050" /><Relationship Type="http://schemas.openxmlformats.org/officeDocument/2006/relationships/slide" Target="/ppt/slides/slide113.xml" Id="R9f4af715f92c4ff2" /><Relationship Type="http://schemas.openxmlformats.org/officeDocument/2006/relationships/slide" Target="/ppt/slides/slide114.xml" Id="Rabe620b2e57048b6" /><Relationship Type="http://schemas.openxmlformats.org/officeDocument/2006/relationships/slide" Target="/ppt/slides/slide115.xml" Id="Reae63337dfe34625" /><Relationship Type="http://schemas.openxmlformats.org/officeDocument/2006/relationships/slide" Target="/ppt/slides/slide116.xml" Id="Rd30f895585fb4230" /><Relationship Type="http://schemas.openxmlformats.org/officeDocument/2006/relationships/slide" Target="/ppt/slides/slide117.xml" Id="R045bc8630ba2479f" /><Relationship Type="http://schemas.openxmlformats.org/officeDocument/2006/relationships/slide" Target="/ppt/slides/slide118.xml" Id="Reda57a2621e841c7" /><Relationship Type="http://schemas.openxmlformats.org/officeDocument/2006/relationships/slide" Target="/ppt/slides/slide119.xml" Id="Rc9b84aaee7354bc6" /><Relationship Type="http://schemas.openxmlformats.org/officeDocument/2006/relationships/slide" Target="/ppt/slides/slide120.xml" Id="R72c6cce28ed840f3" /><Relationship Type="http://schemas.openxmlformats.org/officeDocument/2006/relationships/slide" Target="/ppt/slides/slide121.xml" Id="Rb0e738d739cc4d0c" /><Relationship Type="http://schemas.openxmlformats.org/officeDocument/2006/relationships/slide" Target="/ppt/slides/slide122.xml" Id="R5d62a74a499d458a" /><Relationship Type="http://schemas.openxmlformats.org/officeDocument/2006/relationships/slide" Target="/ppt/slides/slide123.xml" Id="R7159ceb8ae3045d8" /><Relationship Type="http://schemas.openxmlformats.org/officeDocument/2006/relationships/slide" Target="/ppt/slides/slide124.xml" Id="Rbf50b3185c8e4996" /><Relationship Type="http://schemas.openxmlformats.org/officeDocument/2006/relationships/slide" Target="/ppt/slides/slide125.xml" Id="Rfafcf5c821594633" /><Relationship Type="http://schemas.openxmlformats.org/officeDocument/2006/relationships/slide" Target="/ppt/slides/slide126.xml" Id="R6dae4b6f94274530" /><Relationship Type="http://schemas.openxmlformats.org/officeDocument/2006/relationships/slide" Target="/ppt/slides/slide127.xml" Id="R073b669e747443af" /><Relationship Type="http://schemas.openxmlformats.org/officeDocument/2006/relationships/slide" Target="/ppt/slides/slide128.xml" Id="Rea0957c43a7b4332" /><Relationship Type="http://schemas.openxmlformats.org/officeDocument/2006/relationships/slide" Target="/ppt/slides/slide129.xml" Id="R7e12934a12584df5" /><Relationship Type="http://schemas.openxmlformats.org/officeDocument/2006/relationships/slide" Target="/ppt/slides/slide130.xml" Id="R685bb85c0e924c7d" /><Relationship Type="http://schemas.openxmlformats.org/officeDocument/2006/relationships/slide" Target="/ppt/slides/slide131.xml" Id="Rc44e0b9f567e4431" /><Relationship Type="http://schemas.openxmlformats.org/officeDocument/2006/relationships/slide" Target="/ppt/slides/slide132.xml" Id="R8bda473c78884d66" /><Relationship Type="http://schemas.openxmlformats.org/officeDocument/2006/relationships/slide" Target="/ppt/slides/slide133.xml" Id="Rffc15c5d7bb548d8" /><Relationship Type="http://schemas.openxmlformats.org/officeDocument/2006/relationships/slide" Target="/ppt/slides/slide134.xml" Id="R413a68e32aa04b64" /><Relationship Type="http://schemas.openxmlformats.org/officeDocument/2006/relationships/slide" Target="/ppt/slides/slide135.xml" Id="Rb8eb5a2bd254412e" /><Relationship Type="http://schemas.openxmlformats.org/officeDocument/2006/relationships/slide" Target="/ppt/slides/slide136.xml" Id="Re24595717eb246a0" /><Relationship Type="http://schemas.openxmlformats.org/officeDocument/2006/relationships/slide" Target="/ppt/slides/slide137.xml" Id="R84a2d8aac85d4890" /><Relationship Type="http://schemas.openxmlformats.org/officeDocument/2006/relationships/slide" Target="/ppt/slides/slide138.xml" Id="R2a3e015b0319474f" /><Relationship Type="http://schemas.openxmlformats.org/officeDocument/2006/relationships/slide" Target="/ppt/slides/slide139.xml" Id="R8eb9bf5bfdbc46a4" /><Relationship Type="http://schemas.openxmlformats.org/officeDocument/2006/relationships/slide" Target="/ppt/slides/slide140.xml" Id="Rc4c88fdac03b4282" /><Relationship Type="http://schemas.openxmlformats.org/officeDocument/2006/relationships/slide" Target="/ppt/slides/slide141.xml" Id="R6b0c8498225f484a" /><Relationship Type="http://schemas.openxmlformats.org/officeDocument/2006/relationships/slide" Target="/ppt/slides/slide142.xml" Id="R474f298f490d464d" /><Relationship Type="http://schemas.openxmlformats.org/officeDocument/2006/relationships/slide" Target="/ppt/slides/slide143.xml" Id="Rec3d69901ed046f1" /><Relationship Type="http://schemas.openxmlformats.org/officeDocument/2006/relationships/slide" Target="/ppt/slides/slide144.xml" Id="Rfd55c28640764ad6" /><Relationship Type="http://schemas.openxmlformats.org/officeDocument/2006/relationships/slide" Target="/ppt/slides/slide145.xml" Id="R02e929592f84440b" /><Relationship Type="http://schemas.openxmlformats.org/officeDocument/2006/relationships/slide" Target="/ppt/slides/slide146.xml" Id="Rb00dad35f6f74f8a" /><Relationship Type="http://schemas.openxmlformats.org/officeDocument/2006/relationships/slide" Target="/ppt/slides/slide147.xml" Id="Rc109456245314114" /><Relationship Type="http://schemas.openxmlformats.org/officeDocument/2006/relationships/slide" Target="/ppt/slides/slide148.xml" Id="R66a8f5a415214aae" /><Relationship Type="http://schemas.openxmlformats.org/officeDocument/2006/relationships/slide" Target="/ppt/slides/slide149.xml" Id="R1d20c560310f405d" /><Relationship Type="http://schemas.openxmlformats.org/officeDocument/2006/relationships/slide" Target="/ppt/slides/slide150.xml" Id="Re1025f8ac42b4ee4" /><Relationship Type="http://schemas.openxmlformats.org/officeDocument/2006/relationships/slide" Target="/ppt/slides/slide151.xml" Id="R0a2d75fd4d25403d" /><Relationship Type="http://schemas.openxmlformats.org/officeDocument/2006/relationships/slide" Target="/ppt/slides/slide152.xml" Id="Rf1e48579b826413a" /><Relationship Type="http://schemas.openxmlformats.org/officeDocument/2006/relationships/slide" Target="/ppt/slides/slide153.xml" Id="Rb33fd9bb63d149da" /><Relationship Type="http://schemas.openxmlformats.org/officeDocument/2006/relationships/slide" Target="/ppt/slides/slide154.xml" Id="R3ff3a595ad0d44cd" /><Relationship Type="http://schemas.openxmlformats.org/officeDocument/2006/relationships/slide" Target="/ppt/slides/slide155.xml" Id="Rfbc4b0b8177943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0a85b5e80c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ee3d817f5477e" /><Relationship Type="http://schemas.openxmlformats.org/officeDocument/2006/relationships/notesMaster" Target="/ppt/notesMasters/notesMaster1.xml" Id="R81850dd0c27347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898c1ccf9414b" /><Relationship Type="http://schemas.openxmlformats.org/officeDocument/2006/relationships/notesMaster" Target="/ppt/notesMasters/notesMaster1.xml" Id="Ra11bae2b9b51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1b26b81e64890" /><Relationship Type="http://schemas.openxmlformats.org/officeDocument/2006/relationships/notesMaster" Target="/ppt/notesMasters/notesMaster1.xml" Id="Rab383395b21a47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4f8216796e405b" /><Relationship Type="http://schemas.openxmlformats.org/officeDocument/2006/relationships/notesMaster" Target="/ppt/notesMasters/notesMaster1.xml" Id="R3dd9cb93ed1345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54026e3d04f1e" /><Relationship Type="http://schemas.openxmlformats.org/officeDocument/2006/relationships/notesMaster" Target="/ppt/notesMasters/notesMaster1.xml" Id="Ra0b4ca4669494d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82315fd00c4c57" /><Relationship Type="http://schemas.openxmlformats.org/officeDocument/2006/relationships/notesMaster" Target="/ppt/notesMasters/notesMaster1.xml" Id="Rd6b62477024b45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6189d749f14edb" /><Relationship Type="http://schemas.openxmlformats.org/officeDocument/2006/relationships/notesMaster" Target="/ppt/notesMasters/notesMaster1.xml" Id="R1b3cf38b67e84a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4dd3982054926" /><Relationship Type="http://schemas.openxmlformats.org/officeDocument/2006/relationships/notesMaster" Target="/ppt/notesMasters/notesMaster1.xml" Id="R839c164c997943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85dff4d9f74db7" /><Relationship Type="http://schemas.openxmlformats.org/officeDocument/2006/relationships/notesMaster" Target="/ppt/notesMasters/notesMaster1.xml" Id="Rc0687216ef86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96208321d84419" /><Relationship Type="http://schemas.openxmlformats.org/officeDocument/2006/relationships/notesMaster" Target="/ppt/notesMasters/notesMaster1.xml" Id="Ra0abd6c139f84b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c254fd54324e77" /><Relationship Type="http://schemas.openxmlformats.org/officeDocument/2006/relationships/notesMaster" Target="/ppt/notesMasters/notesMaster1.xml" Id="Rf43cf157b6b04d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7d8dadcc5a459b" /><Relationship Type="http://schemas.openxmlformats.org/officeDocument/2006/relationships/notesMaster" Target="/ppt/notesMasters/notesMaster1.xml" Id="R87b2171b505d4b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bc9c8c6f5a4513" /><Relationship Type="http://schemas.openxmlformats.org/officeDocument/2006/relationships/notesMaster" Target="/ppt/notesMasters/notesMaster1.xml" Id="R65e5b196b2ae44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8a6e3dbbbd42cd" /><Relationship Type="http://schemas.openxmlformats.org/officeDocument/2006/relationships/notesMaster" Target="/ppt/notesMasters/notesMaster1.xml" Id="Rcacd7832fe6843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2f8d815e744bdf" /><Relationship Type="http://schemas.openxmlformats.org/officeDocument/2006/relationships/notesMaster" Target="/ppt/notesMasters/notesMaster1.xml" Id="Ra41680bba6ff49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48d983c6804f09" /><Relationship Type="http://schemas.openxmlformats.org/officeDocument/2006/relationships/notesMaster" Target="/ppt/notesMasters/notesMaster1.xml" Id="R7c4c5a2d157d49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bc3efa00684d8e" /><Relationship Type="http://schemas.openxmlformats.org/officeDocument/2006/relationships/notesMaster" Target="/ppt/notesMasters/notesMaster1.xml" Id="R61915a7692034a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a2d27843a74688" /><Relationship Type="http://schemas.openxmlformats.org/officeDocument/2006/relationships/notesMaster" Target="/ppt/notesMasters/notesMaster1.xml" Id="R84020c72629644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414cd8b31b46d3" /><Relationship Type="http://schemas.openxmlformats.org/officeDocument/2006/relationships/notesMaster" Target="/ppt/notesMasters/notesMaster1.xml" Id="R5ef4c767619d4a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efe9ea302546fa" /><Relationship Type="http://schemas.openxmlformats.org/officeDocument/2006/relationships/notesMaster" Target="/ppt/notesMasters/notesMaster1.xml" Id="R7f75ccce653f4e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25dd2546ca4863" /><Relationship Type="http://schemas.openxmlformats.org/officeDocument/2006/relationships/notesMaster" Target="/ppt/notesMasters/notesMaster1.xml" Id="Rad6cb90ae0f749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82cafc7de04f07" /><Relationship Type="http://schemas.openxmlformats.org/officeDocument/2006/relationships/notesMaster" Target="/ppt/notesMasters/notesMaster1.xml" Id="R59005e7d8f1040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27802d1b50474d" /><Relationship Type="http://schemas.openxmlformats.org/officeDocument/2006/relationships/notesMaster" Target="/ppt/notesMasters/notesMaster1.xml" Id="R909293a4255640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cd05a30efb4bb1" /><Relationship Type="http://schemas.openxmlformats.org/officeDocument/2006/relationships/notesMaster" Target="/ppt/notesMasters/notesMaster1.xml" Id="R00dbcede170c4e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4de26b992f45c8" /><Relationship Type="http://schemas.openxmlformats.org/officeDocument/2006/relationships/notesMaster" Target="/ppt/notesMasters/notesMaster1.xml" Id="Rd86083855fc54fb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a0a48b72e2416a" /><Relationship Type="http://schemas.openxmlformats.org/officeDocument/2006/relationships/notesMaster" Target="/ppt/notesMasters/notesMaster1.xml" Id="Rdea11dd5fb4b481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e8b3e33bbb4334" /><Relationship Type="http://schemas.openxmlformats.org/officeDocument/2006/relationships/notesMaster" Target="/ppt/notesMasters/notesMaster1.xml" Id="Rc014d1840e5e4a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82c38b228f487a" /><Relationship Type="http://schemas.openxmlformats.org/officeDocument/2006/relationships/notesMaster" Target="/ppt/notesMasters/notesMaster1.xml" Id="R1e63b78e593f42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eace5e7e784b29" /><Relationship Type="http://schemas.openxmlformats.org/officeDocument/2006/relationships/notesMaster" Target="/ppt/notesMasters/notesMaster1.xml" Id="Rb8d84c9e47284c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b2a945e9444578" /><Relationship Type="http://schemas.openxmlformats.org/officeDocument/2006/relationships/notesMaster" Target="/ppt/notesMasters/notesMaster1.xml" Id="R20f9ddc98d174c4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2ee49464da7428a" /><Relationship Type="http://schemas.openxmlformats.org/officeDocument/2006/relationships/notesMaster" Target="/ppt/notesMasters/notesMaster1.xml" Id="R8bef4028e95843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06ee72bb36646c2" /><Relationship Type="http://schemas.openxmlformats.org/officeDocument/2006/relationships/notesMaster" Target="/ppt/notesMasters/notesMaster1.xml" Id="Rd5d1c672b31b47a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7c88811acd4e36" /><Relationship Type="http://schemas.openxmlformats.org/officeDocument/2006/relationships/notesMaster" Target="/ppt/notesMasters/notesMaster1.xml" Id="R168df998e3a3414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13eacaba79b44c2" /><Relationship Type="http://schemas.openxmlformats.org/officeDocument/2006/relationships/notesMaster" Target="/ppt/notesMasters/notesMaster1.xml" Id="R6a5458e7cd3f491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85df090d7f94ba3" /><Relationship Type="http://schemas.openxmlformats.org/officeDocument/2006/relationships/notesMaster" Target="/ppt/notesMasters/notesMaster1.xml" Id="R4601f1e8cc1248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f6ca878b8024f66" /><Relationship Type="http://schemas.openxmlformats.org/officeDocument/2006/relationships/notesMaster" Target="/ppt/notesMasters/notesMaster1.xml" Id="R8a80c13423a4408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3d6815a8ce4ae4" /><Relationship Type="http://schemas.openxmlformats.org/officeDocument/2006/relationships/notesMaster" Target="/ppt/notesMasters/notesMaster1.xml" Id="R45f9ebb88a3843a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691199966684883" /><Relationship Type="http://schemas.openxmlformats.org/officeDocument/2006/relationships/notesMaster" Target="/ppt/notesMasters/notesMaster1.xml" Id="R505b90b53fe841f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13632d8a5494715" /><Relationship Type="http://schemas.openxmlformats.org/officeDocument/2006/relationships/notesMaster" Target="/ppt/notesMasters/notesMaster1.xml" Id="R098e7762944044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30e08a566a446da" /><Relationship Type="http://schemas.openxmlformats.org/officeDocument/2006/relationships/notesMaster" Target="/ppt/notesMasters/notesMaster1.xml" Id="Reebe464f47af4c8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ec41061f3cd4569" /><Relationship Type="http://schemas.openxmlformats.org/officeDocument/2006/relationships/notesMaster" Target="/ppt/notesMasters/notesMaster1.xml" Id="R17977e7087324c0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19c6121c5847ce" /><Relationship Type="http://schemas.openxmlformats.org/officeDocument/2006/relationships/notesMaster" Target="/ppt/notesMasters/notesMaster1.xml" Id="Ra354caa671b6412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2486fb03f984557" /><Relationship Type="http://schemas.openxmlformats.org/officeDocument/2006/relationships/notesMaster" Target="/ppt/notesMasters/notesMaster1.xml" Id="Red57996af9fc489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ec3f3d60a7d4dfc" /><Relationship Type="http://schemas.openxmlformats.org/officeDocument/2006/relationships/notesMaster" Target="/ppt/notesMasters/notesMaster1.xml" Id="R85e41779159944f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3cb8e21374b4350" /><Relationship Type="http://schemas.openxmlformats.org/officeDocument/2006/relationships/notesMaster" Target="/ppt/notesMasters/notesMaster1.xml" Id="R8b35ee816f2f44f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5782c773bce4f5a" /><Relationship Type="http://schemas.openxmlformats.org/officeDocument/2006/relationships/notesMaster" Target="/ppt/notesMasters/notesMaster1.xml" Id="Ra8879fb7208d4a1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14e6f1f11db471b" /><Relationship Type="http://schemas.openxmlformats.org/officeDocument/2006/relationships/notesMaster" Target="/ppt/notesMasters/notesMaster1.xml" Id="R45d7c81730a54c1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52d7d0194314700" /><Relationship Type="http://schemas.openxmlformats.org/officeDocument/2006/relationships/notesMaster" Target="/ppt/notesMasters/notesMaster1.xml" Id="R621ea494e8a34a5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91147a1b65747c1" /><Relationship Type="http://schemas.openxmlformats.org/officeDocument/2006/relationships/notesMaster" Target="/ppt/notesMasters/notesMaster1.xml" Id="R2f58e2a0d320465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ff0105f5e6743b6" /><Relationship Type="http://schemas.openxmlformats.org/officeDocument/2006/relationships/notesMaster" Target="/ppt/notesMasters/notesMaster1.xml" Id="R959478284fbc471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ed31017de444848" /><Relationship Type="http://schemas.openxmlformats.org/officeDocument/2006/relationships/notesMaster" Target="/ppt/notesMasters/notesMaster1.xml" Id="Rf894dd10977c499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6f8c8185216419d" /><Relationship Type="http://schemas.openxmlformats.org/officeDocument/2006/relationships/notesMaster" Target="/ppt/notesMasters/notesMaster1.xml" Id="Raa047b586253425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c4c90e7898a4484" /><Relationship Type="http://schemas.openxmlformats.org/officeDocument/2006/relationships/notesMaster" Target="/ppt/notesMasters/notesMaster1.xml" Id="Rd4d9fa8f1978479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24ffca470774741" /><Relationship Type="http://schemas.openxmlformats.org/officeDocument/2006/relationships/notesMaster" Target="/ppt/notesMasters/notesMaster1.xml" Id="R8eec475b12f0403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df71ad7feb040b9" /><Relationship Type="http://schemas.openxmlformats.org/officeDocument/2006/relationships/notesMaster" Target="/ppt/notesMasters/notesMaster1.xml" Id="Rc9adc2637e8142d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4f89f2cd8c74856" /><Relationship Type="http://schemas.openxmlformats.org/officeDocument/2006/relationships/notesMaster" Target="/ppt/notesMasters/notesMaster1.xml" Id="Rb7e6ff6c1b344d9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485ca4fcbd8497c" /><Relationship Type="http://schemas.openxmlformats.org/officeDocument/2006/relationships/notesMaster" Target="/ppt/notesMasters/notesMaster1.xml" Id="R1f107410a624460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797a31545164f7a" /><Relationship Type="http://schemas.openxmlformats.org/officeDocument/2006/relationships/notesMaster" Target="/ppt/notesMasters/notesMaster1.xml" Id="R497133a82b314b4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7f164d9ed814949" /><Relationship Type="http://schemas.openxmlformats.org/officeDocument/2006/relationships/notesMaster" Target="/ppt/notesMasters/notesMaster1.xml" Id="R0c0b859f8f86489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6e6fee1ccc94aa4" /><Relationship Type="http://schemas.openxmlformats.org/officeDocument/2006/relationships/notesMaster" Target="/ppt/notesMasters/notesMaster1.xml" Id="Rb3f46c20bc6e42a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302483f97dd4f55" /><Relationship Type="http://schemas.openxmlformats.org/officeDocument/2006/relationships/notesMaster" Target="/ppt/notesMasters/notesMaster1.xml" Id="Rc8bddd78d5ae4f3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8cec13544b14761" /><Relationship Type="http://schemas.openxmlformats.org/officeDocument/2006/relationships/notesMaster" Target="/ppt/notesMasters/notesMaster1.xml" Id="R69c65e7072c7466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f7d6c88d82840e7" /><Relationship Type="http://schemas.openxmlformats.org/officeDocument/2006/relationships/notesMaster" Target="/ppt/notesMasters/notesMaster1.xml" Id="R9f34a082ea754fc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db1e542820945c9" /><Relationship Type="http://schemas.openxmlformats.org/officeDocument/2006/relationships/notesMaster" Target="/ppt/notesMasters/notesMaster1.xml" Id="Rfb665f065a2844d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4ffb7e6026844d3" /><Relationship Type="http://schemas.openxmlformats.org/officeDocument/2006/relationships/notesMaster" Target="/ppt/notesMasters/notesMaster1.xml" Id="R156ef995aa604bd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d747d6d2c3e4780" /><Relationship Type="http://schemas.openxmlformats.org/officeDocument/2006/relationships/notesMaster" Target="/ppt/notesMasters/notesMaster1.xml" Id="R0eef95dae46d4ba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e7124eb2c214446" /><Relationship Type="http://schemas.openxmlformats.org/officeDocument/2006/relationships/notesMaster" Target="/ppt/notesMasters/notesMaster1.xml" Id="Rcb2c5a09098c4d1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a034630ed6845c6" /><Relationship Type="http://schemas.openxmlformats.org/officeDocument/2006/relationships/notesMaster" Target="/ppt/notesMasters/notesMaster1.xml" Id="Rd648d94127bd477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0506db4fd4a44ca" /><Relationship Type="http://schemas.openxmlformats.org/officeDocument/2006/relationships/notesMaster" Target="/ppt/notesMasters/notesMaster1.xml" Id="R379ef4c0c883408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e1d83a622e940df" /><Relationship Type="http://schemas.openxmlformats.org/officeDocument/2006/relationships/notesMaster" Target="/ppt/notesMasters/notesMaster1.xml" Id="R05b0e203b68d4820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7e982c6248b499f" /><Relationship Type="http://schemas.openxmlformats.org/officeDocument/2006/relationships/notesMaster" Target="/ppt/notesMasters/notesMaster1.xml" Id="Rd62523beaf85451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62a3f354f9f4961" /><Relationship Type="http://schemas.openxmlformats.org/officeDocument/2006/relationships/notesMaster" Target="/ppt/notesMasters/notesMaster1.xml" Id="Rc20328faaaed452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17ec949efab6477e" /><Relationship Type="http://schemas.openxmlformats.org/officeDocument/2006/relationships/notesMaster" Target="/ppt/notesMasters/notesMaster1.xml" Id="R4b2830f1a33046f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bc37c85668245aa" /><Relationship Type="http://schemas.openxmlformats.org/officeDocument/2006/relationships/notesMaster" Target="/ppt/notesMasters/notesMaster1.xml" Id="R178d1dc7afb9420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8ad9c057e644d46" /><Relationship Type="http://schemas.openxmlformats.org/officeDocument/2006/relationships/notesMaster" Target="/ppt/notesMasters/notesMaster1.xml" Id="R3de3c651b2234d24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d28e40ce4974498" /><Relationship Type="http://schemas.openxmlformats.org/officeDocument/2006/relationships/notesMaster" Target="/ppt/notesMasters/notesMaster1.xml" Id="Rb5eeade7dddf48a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9874f8d4a8c4261" /><Relationship Type="http://schemas.openxmlformats.org/officeDocument/2006/relationships/notesMaster" Target="/ppt/notesMasters/notesMaster1.xml" Id="Ra8959b74d55d44e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35078fc129d4fc4" /><Relationship Type="http://schemas.openxmlformats.org/officeDocument/2006/relationships/notesMaster" Target="/ppt/notesMasters/notesMaster1.xml" Id="Rb9c56a29a0734ab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8fdb8cd46c44c4c" /><Relationship Type="http://schemas.openxmlformats.org/officeDocument/2006/relationships/notesMaster" Target="/ppt/notesMasters/notesMaster1.xml" Id="R68c62800da9f477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8acfdd9b7784132" /><Relationship Type="http://schemas.openxmlformats.org/officeDocument/2006/relationships/notesMaster" Target="/ppt/notesMasters/notesMaster1.xml" Id="R88874f8ebe514120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0732b80c1174bbf" /><Relationship Type="http://schemas.openxmlformats.org/officeDocument/2006/relationships/notesMaster" Target="/ppt/notesMasters/notesMaster1.xml" Id="R7d9f33631cc5453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f4b8cd9a70fa43c6" /><Relationship Type="http://schemas.openxmlformats.org/officeDocument/2006/relationships/notesMaster" Target="/ppt/notesMasters/notesMaster1.xml" Id="R64439bb00e1945f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826f21b7a3904627" /><Relationship Type="http://schemas.openxmlformats.org/officeDocument/2006/relationships/notesMaster" Target="/ppt/notesMasters/notesMaster1.xml" Id="Re1a4d6c09eb3481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eee730ecb594a5e" /><Relationship Type="http://schemas.openxmlformats.org/officeDocument/2006/relationships/notesMaster" Target="/ppt/notesMasters/notesMaster1.xml" Id="R13cdc68bb323463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27e1254d677473e" /><Relationship Type="http://schemas.openxmlformats.org/officeDocument/2006/relationships/notesMaster" Target="/ppt/notesMasters/notesMaster1.xml" Id="R58e7396d15924e3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aa76321523ee4de0" /><Relationship Type="http://schemas.openxmlformats.org/officeDocument/2006/relationships/notesMaster" Target="/ppt/notesMasters/notesMaster1.xml" Id="R5a8a8f3070e741a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b023a0aa490499c" /><Relationship Type="http://schemas.openxmlformats.org/officeDocument/2006/relationships/notesMaster" Target="/ppt/notesMasters/notesMaster1.xml" Id="R57a7d5dcb8814f71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09c9117d4d99469c" /><Relationship Type="http://schemas.openxmlformats.org/officeDocument/2006/relationships/notesMaster" Target="/ppt/notesMasters/notesMaster1.xml" Id="R90d4dc699633458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4d15c85bc9445b0" /><Relationship Type="http://schemas.openxmlformats.org/officeDocument/2006/relationships/notesMaster" Target="/ppt/notesMasters/notesMaster1.xml" Id="R24fc9a11f72247a0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46893608a814750" /><Relationship Type="http://schemas.openxmlformats.org/officeDocument/2006/relationships/notesMaster" Target="/ppt/notesMasters/notesMaster1.xml" Id="Rdb569a47f1f44286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12ee4020ead41ff" /><Relationship Type="http://schemas.openxmlformats.org/officeDocument/2006/relationships/notesMaster" Target="/ppt/notesMasters/notesMaster1.xml" Id="R89c88826e35c40e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de7a0df5a04b478a" /><Relationship Type="http://schemas.openxmlformats.org/officeDocument/2006/relationships/notesMaster" Target="/ppt/notesMasters/notesMaster1.xml" Id="Rb2b4884ccd424579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928c39fc26784621" /><Relationship Type="http://schemas.openxmlformats.org/officeDocument/2006/relationships/notesMaster" Target="/ppt/notesMasters/notesMaster1.xml" Id="R03f1f89689f74b8f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aa397242d5b84260" /><Relationship Type="http://schemas.openxmlformats.org/officeDocument/2006/relationships/notesMaster" Target="/ppt/notesMasters/notesMaster1.xml" Id="Rcde716ba1f814ac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627571fcd2bf46d1" /><Relationship Type="http://schemas.openxmlformats.org/officeDocument/2006/relationships/notesMaster" Target="/ppt/notesMasters/notesMaster1.xml" Id="Raf7d741a472b460d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97a6ed05c7404709" /><Relationship Type="http://schemas.openxmlformats.org/officeDocument/2006/relationships/notesMaster" Target="/ppt/notesMasters/notesMaster1.xml" Id="R39e1738e7b6947e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4f5f5755da64bc8" /><Relationship Type="http://schemas.openxmlformats.org/officeDocument/2006/relationships/notesMaster" Target="/ppt/notesMasters/notesMaster1.xml" Id="R9b8ea4dcb3714c37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e974f69f67084e7e" /><Relationship Type="http://schemas.openxmlformats.org/officeDocument/2006/relationships/notesMaster" Target="/ppt/notesMasters/notesMaster1.xml" Id="Ra7bc4b5d236a486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c9bbaa68d9f04a7a" /><Relationship Type="http://schemas.openxmlformats.org/officeDocument/2006/relationships/notesMaster" Target="/ppt/notesMasters/notesMaster1.xml" Id="Re613d02a642543d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b65177e55904084" /><Relationship Type="http://schemas.openxmlformats.org/officeDocument/2006/relationships/notesMaster" Target="/ppt/notesMasters/notesMaster1.xml" Id="R3b57169a65e544e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4a05300178a34ca0" /><Relationship Type="http://schemas.openxmlformats.org/officeDocument/2006/relationships/notesMaster" Target="/ppt/notesMasters/notesMaster1.xml" Id="R0f377a83b70944c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14a4e64dd2ff40be" /><Relationship Type="http://schemas.openxmlformats.org/officeDocument/2006/relationships/notesMaster" Target="/ppt/notesMasters/notesMaster1.xml" Id="Rc3a846ac7309459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553fae177c434c3d" /><Relationship Type="http://schemas.openxmlformats.org/officeDocument/2006/relationships/notesMaster" Target="/ppt/notesMasters/notesMaster1.xml" Id="R5f0efdcecf3743ea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aa3c055bf0fa4ff7" /><Relationship Type="http://schemas.openxmlformats.org/officeDocument/2006/relationships/notesMaster" Target="/ppt/notesMasters/notesMaster1.xml" Id="Re9d577cc42534477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95cd9fcd29024b51" /><Relationship Type="http://schemas.openxmlformats.org/officeDocument/2006/relationships/notesMaster" Target="/ppt/notesMasters/notesMaster1.xml" Id="R034b6ab0558f4337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b8d1aa38b6b54366" /><Relationship Type="http://schemas.openxmlformats.org/officeDocument/2006/relationships/notesMaster" Target="/ppt/notesMasters/notesMaster1.xml" Id="Rd562b5d23cae4e0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86ac0762b56448e2" /><Relationship Type="http://schemas.openxmlformats.org/officeDocument/2006/relationships/notesMaster" Target="/ppt/notesMasters/notesMaster1.xml" Id="R53a5e3c20739487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a07233b924247b7" /><Relationship Type="http://schemas.openxmlformats.org/officeDocument/2006/relationships/notesMaster" Target="/ppt/notesMasters/notesMaster1.xml" Id="R8527b74071d34a5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f554113eedba4929" /><Relationship Type="http://schemas.openxmlformats.org/officeDocument/2006/relationships/notesMaster" Target="/ppt/notesMasters/notesMaster1.xml" Id="R2de8a9de096b42b2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24d1bc273bf9460a" /><Relationship Type="http://schemas.openxmlformats.org/officeDocument/2006/relationships/notesMaster" Target="/ppt/notesMasters/notesMaster1.xml" Id="R8cf96e9a1afb4e6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7cc3e230caa46d6" /><Relationship Type="http://schemas.openxmlformats.org/officeDocument/2006/relationships/notesMaster" Target="/ppt/notesMasters/notesMaster1.xml" Id="R7043318cfc82457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dffdc846df045ea" /><Relationship Type="http://schemas.openxmlformats.org/officeDocument/2006/relationships/notesMaster" Target="/ppt/notesMasters/notesMaster1.xml" Id="R6241cec848714e4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74f35d949ac24ae8" /><Relationship Type="http://schemas.openxmlformats.org/officeDocument/2006/relationships/notesMaster" Target="/ppt/notesMasters/notesMaster1.xml" Id="R3863def3c1d44c4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b2f51c2cb17c4569" /><Relationship Type="http://schemas.openxmlformats.org/officeDocument/2006/relationships/notesMaster" Target="/ppt/notesMasters/notesMaster1.xml" Id="R10c0a28737444e6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92f00f511bf46b9" /><Relationship Type="http://schemas.openxmlformats.org/officeDocument/2006/relationships/notesMaster" Target="/ppt/notesMasters/notesMaster1.xml" Id="R24cc8804e7124c13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17491ad2d5c541cf" /><Relationship Type="http://schemas.openxmlformats.org/officeDocument/2006/relationships/notesMaster" Target="/ppt/notesMasters/notesMaster1.xml" Id="Rf1487f48dd3d4e5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757d6cb10740453f" /><Relationship Type="http://schemas.openxmlformats.org/officeDocument/2006/relationships/notesMaster" Target="/ppt/notesMasters/notesMaster1.xml" Id="R530a9b51beb8469c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402883ed97a34276" /><Relationship Type="http://schemas.openxmlformats.org/officeDocument/2006/relationships/notesMaster" Target="/ppt/notesMasters/notesMaster1.xml" Id="R1a8ea35857cd4208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45e7476735f54872" /><Relationship Type="http://schemas.openxmlformats.org/officeDocument/2006/relationships/notesMaster" Target="/ppt/notesMasters/notesMaster1.xml" Id="R500f442b653c412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6222ec6996554659" /><Relationship Type="http://schemas.openxmlformats.org/officeDocument/2006/relationships/notesMaster" Target="/ppt/notesMasters/notesMaster1.xml" Id="R8c595d24ca5f4ac1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6e91d9127834dfa" /><Relationship Type="http://schemas.openxmlformats.org/officeDocument/2006/relationships/notesMaster" Target="/ppt/notesMasters/notesMaster1.xml" Id="Rd3f2a3c5377a4ca6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9c6a0fce22814c2a" /><Relationship Type="http://schemas.openxmlformats.org/officeDocument/2006/relationships/notesMaster" Target="/ppt/notesMasters/notesMaster1.xml" Id="Re030e029fc12459f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466eb07d95b41cf" /><Relationship Type="http://schemas.openxmlformats.org/officeDocument/2006/relationships/notesMaster" Target="/ppt/notesMasters/notesMaster1.xml" Id="R78ca39fe394244cd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5c5f852066f046b6" /><Relationship Type="http://schemas.openxmlformats.org/officeDocument/2006/relationships/notesMaster" Target="/ppt/notesMasters/notesMaster1.xml" Id="Rdc1f1e9e8b454612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8d47e3f651a84656" /><Relationship Type="http://schemas.openxmlformats.org/officeDocument/2006/relationships/notesMaster" Target="/ppt/notesMasters/notesMaster1.xml" Id="R09404f9eaaee4c5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da92641c867f45a1" /><Relationship Type="http://schemas.openxmlformats.org/officeDocument/2006/relationships/notesMaster" Target="/ppt/notesMasters/notesMaster1.xml" Id="Re10670ee942746e6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5be014324ced4af2" /><Relationship Type="http://schemas.openxmlformats.org/officeDocument/2006/relationships/notesMaster" Target="/ppt/notesMasters/notesMaster1.xml" Id="R890f790c79d44fbc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0f2379d1c9e64547" /><Relationship Type="http://schemas.openxmlformats.org/officeDocument/2006/relationships/notesMaster" Target="/ppt/notesMasters/notesMaster1.xml" Id="Rd91fdc866f1c4a6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64376cfc1fc5451d" /><Relationship Type="http://schemas.openxmlformats.org/officeDocument/2006/relationships/notesMaster" Target="/ppt/notesMasters/notesMaster1.xml" Id="R1c205fabd7934679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f759983b56864c67" /><Relationship Type="http://schemas.openxmlformats.org/officeDocument/2006/relationships/notesMaster" Target="/ppt/notesMasters/notesMaster1.xml" Id="R36bae55675804640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d2df5a2d417a4917" /><Relationship Type="http://schemas.openxmlformats.org/officeDocument/2006/relationships/notesMaster" Target="/ppt/notesMasters/notesMaster1.xml" Id="Ra9b4959cee794a81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a9ad0094517f4805" /><Relationship Type="http://schemas.openxmlformats.org/officeDocument/2006/relationships/notesMaster" Target="/ppt/notesMasters/notesMaster1.xml" Id="R6814dc0a7d5d4914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71bf83d23ffc487e" /><Relationship Type="http://schemas.openxmlformats.org/officeDocument/2006/relationships/notesMaster" Target="/ppt/notesMasters/notesMaster1.xml" Id="Rdb22058c363d4da3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8ab7e9e831df442e" /><Relationship Type="http://schemas.openxmlformats.org/officeDocument/2006/relationships/notesMaster" Target="/ppt/notesMasters/notesMaster1.xml" Id="R545457adecc4414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b2dc4fbf2ea14e39" /><Relationship Type="http://schemas.openxmlformats.org/officeDocument/2006/relationships/notesMaster" Target="/ppt/notesMasters/notesMaster1.xml" Id="R8575bd7997dd4ed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5795e05b75464991" /><Relationship Type="http://schemas.openxmlformats.org/officeDocument/2006/relationships/notesMaster" Target="/ppt/notesMasters/notesMaster1.xml" Id="Rffc9111ee1204318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c2d3beaf371d41a9" /><Relationship Type="http://schemas.openxmlformats.org/officeDocument/2006/relationships/notesMaster" Target="/ppt/notesMasters/notesMaster1.xml" Id="R000728dd941a40a7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db43dfd71f634bad" /><Relationship Type="http://schemas.openxmlformats.org/officeDocument/2006/relationships/notesMaster" Target="/ppt/notesMasters/notesMaster1.xml" Id="R53ee9aacb5734120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cdbde440c7644307" /><Relationship Type="http://schemas.openxmlformats.org/officeDocument/2006/relationships/notesMaster" Target="/ppt/notesMasters/notesMaster1.xml" Id="Rb8b8e8525c5b46eb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dfa6a09511c54af0" /><Relationship Type="http://schemas.openxmlformats.org/officeDocument/2006/relationships/notesMaster" Target="/ppt/notesMasters/notesMaster1.xml" Id="Rc79668e684f845d3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88022d3e9da411c" /><Relationship Type="http://schemas.openxmlformats.org/officeDocument/2006/relationships/notesMaster" Target="/ppt/notesMasters/notesMaster1.xml" Id="Reebd91cea0524b29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e4abdfbc8334d8d" /><Relationship Type="http://schemas.openxmlformats.org/officeDocument/2006/relationships/notesMaster" Target="/ppt/notesMasters/notesMaster1.xml" Id="R7a02f90b32ff4326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50e4848470b74e1b" /><Relationship Type="http://schemas.openxmlformats.org/officeDocument/2006/relationships/notesMaster" Target="/ppt/notesMasters/notesMaster1.xml" Id="R01facecd49024535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459b2578c6445b7" /><Relationship Type="http://schemas.openxmlformats.org/officeDocument/2006/relationships/notesMaster" Target="/ppt/notesMasters/notesMaster1.xml" Id="Raa7f0e8bea9c4288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80daadd2e1eb4e23" /><Relationship Type="http://schemas.openxmlformats.org/officeDocument/2006/relationships/notesMaster" Target="/ppt/notesMasters/notesMaster1.xml" Id="R89fdc5e1450c452e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963f494c3afa4ad6" /><Relationship Type="http://schemas.openxmlformats.org/officeDocument/2006/relationships/notesMaster" Target="/ppt/notesMasters/notesMaster1.xml" Id="R5f056824536c4e2c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bc7b01a6b5bf4ec5" /><Relationship Type="http://schemas.openxmlformats.org/officeDocument/2006/relationships/notesMaster" Target="/ppt/notesMasters/notesMaster1.xml" Id="Ra89190f148de41e9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70a93a98dad64e04" /><Relationship Type="http://schemas.openxmlformats.org/officeDocument/2006/relationships/notesMaster" Target="/ppt/notesMasters/notesMaster1.xml" Id="R2877f043615e4240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5ef57b4ef24f4849" /><Relationship Type="http://schemas.openxmlformats.org/officeDocument/2006/relationships/notesMaster" Target="/ppt/notesMasters/notesMaster1.xml" Id="R4768b4c514ed49a6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649e1be4647443de" /><Relationship Type="http://schemas.openxmlformats.org/officeDocument/2006/relationships/notesMaster" Target="/ppt/notesMasters/notesMaster1.xml" Id="R0e929081cd2b4bb2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f9a77aee19b94faf" /><Relationship Type="http://schemas.openxmlformats.org/officeDocument/2006/relationships/notesMaster" Target="/ppt/notesMasters/notesMaster1.xml" Id="R78345d20b25e4f10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bc0c1999ace40be" /><Relationship Type="http://schemas.openxmlformats.org/officeDocument/2006/relationships/notesMaster" Target="/ppt/notesMasters/notesMaster1.xml" Id="Rabaf5b54640041b4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184c323f0d85462c" /><Relationship Type="http://schemas.openxmlformats.org/officeDocument/2006/relationships/notesMaster" Target="/ppt/notesMasters/notesMaster1.xml" Id="R218108c674f54a59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b70b39cbb1b74220" /><Relationship Type="http://schemas.openxmlformats.org/officeDocument/2006/relationships/notesMaster" Target="/ppt/notesMasters/notesMaster1.xml" Id="Rdcac4de074c24a5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9368001729f942d2" /><Relationship Type="http://schemas.openxmlformats.org/officeDocument/2006/relationships/notesMaster" Target="/ppt/notesMasters/notesMaster1.xml" Id="R646d49bfac3347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https://thwiki.cc/%E9%9C%B2%E7%B1%B3%E5%A8%85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https://thwiki.cc/%E5%A4%A7%E5%A6%96%E7%B2%BE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https://thwiki.cc/%E7%90%AA%E9%9C%B2%E8%AF%BA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https://thwiki.cc/%E7%BA%A2%E7%BE%8E%E9%93%83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https://thwiki.cc/%E5%B0%8F%E6%81%B6%E9%AD%94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https://thwiki.cc/%E5%B8%95%E7%A7%8B%E8%8E%89%C2%B7%E8%AF%BA%E8%95%BE%E5%A7%AC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https://thwiki.cc/%E5%8D%81%E5%85%AD%E5%A4%9C%E5%92%B2%E5%A4%9C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https://thwiki.cc/%E8%95%BE%E7%B1%B3%E8%8E%89%E4%BA%9A%C2%B7%E6%96%AF%E5%8D%A1%E8%95%BE%E7%89%B9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https://thwiki.cc/%E8%8A%99%E5%85%B0%E6%9C%B5%E9%9C%B2%C2%B7%E6%96%AF%E5%8D%A1%E8%95%BE%E7%89%B9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https://thwiki.cc/%E8%95%BE%E8%92%82%C2%B7%E9%9C%8D%E7%93%A6%E7%89%B9%E6%B4%9B%E5%85%8B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https://thwiki.cc/%E6%A9%99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https://thwiki.cc/%E7%88%B1%E4%B8%BD%E4%B8%9D%C2%B7%E7%8E%9B%E6%A0%BC%E7%89%B9%E6%B4%9B%E4%BE%9D%E5%BE%B7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https://thwiki.cc/%E8%8E%89%E8%8E%89%E9%9C%8D%E7%93%A6%E7%89%B9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https://thwiki.cc/%E9%9C%B2%E5%A8%9C%E8%90%A8%C2%B7%E6%99%AE%E8%8E%89%E5%85%B9%E5%A7%86%E5%88%A9%E5%B7%B4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https://thwiki.cc/%E6%A2%85%E9%9C%B2%E5%85%B0%C2%B7%E6%99%AE%E8%8E%89%E5%85%B9%E5%A7%86%E5%88%A9%E5%B7%B4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https://thwiki.cc/%E8%8E%89%E8%8E%89%E5%8D%A1%C2%B7%E6%99%AE%E8%8E%89%E5%85%B9%E5%A7%86%E5%88%A9%E5%B7%B4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https://thwiki.cc/%E9%AD%82%E9%AD%84%E5%A6%96%E6%A2%A6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https://thwiki.cc/%E8%A5%BF%E8%A1%8C%E5%AF%BA%E5%B9%BD%E5%B9%BD%E5%AD%90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https://thwiki.cc/%E5%85%AB%E4%BA%91%E8%93%9D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https://thwiki.cc/%E5%85%AB%E4%BA%91%E7%B4%AB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https://thwiki.cc/%E4%BC%8A%E5%90%B9%E8%90%83%E9%A6%99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https://thwiki.cc/%E8%8E%89%E6%A0%BC%E9%9C%B2%C2%B7%E5%A5%88%E7%89%B9%E5%B7%B4%E6%A0%BC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https://thwiki.cc/%E7%B1%B3%E6%96%AF%E8%92%82%E5%A8%85%C2%B7%E8%90%9D%E8%95%BE%E6%8B%89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https://thwiki.cc/%E4%B8%8A%E7%99%BD%E6%B3%BD%E6%85%A7%E9%9F%B3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https://thwiki.cc/因幡帝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https://thwiki.cc/%E9%93%83%E4%BB%99%C2%B7%E4%BC%98%E6%98%99%E5%8D%8E%E9%99%A2%C2%B7%E5%9B%A0%E5%B9%A1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https://thwiki.cc/%E5%85%AB%E6%84%8F%E6%B0%B8%E7%90%B3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https://thwiki.cc/%E8%93%AC%E8%8E%B1%E5%B1%B1%E8%BE%89%E5%A4%9C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https://thwiki.cc/%E8%97%A4%E5%8E%9F%E5%A6%B9%E7%BA%A2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https://thwiki.cc/%E6%A2%85%E8%92%82%E6%AC%A3%C2%B7%E6%A2%85%E5%85%B0%E5%8F%AF%E8%8E%89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https://thwiki.cc/%E9%A3%8E%E8%A7%81%E5%B9%BD%E9%A6%99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https://thwiki.cc/%E5%B0%84%E5%91%BD%E4%B8%B8%E6%96%87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https://thwiki.cc/%E5%B0%8F%E9%87%8E%E5%A1%9A%E5%B0%8F%E7%94%BA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https://thwiki.cc/%E5%9B%9B%E5%AD%A3%E6%98%A0%E5%A7%AC%C2%B7%E5%A4%9C%E6%91%A9%E4%BB%99%E9%82%A3%E5%BA%A6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https://thwiki.cc/%E7%A7%8B%E9%9D%99%E5%8F%B6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https://thwiki.cc/%E7%A7%8B%E7%A9%B0%E5%AD%90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https://thwiki.cc/%E9%94%AE%E5%B1%B1%E9%9B%8F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https://thwiki.cc/%E6%B2%B3%E5%9F%8E%E8%8D%B7%E5%8F%96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https://thwiki.cc/%E7%8A%AC%E8%B5%B0%E6%A4%9B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https://thwiki.cc/%E4%B8%9C%E9%A3%8E%E8%B0%B7%E6%97%A9%E8%8B%97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https://thwiki.cc/%E5%85%AB%E5%9D%82%E7%A5%9E%E5%A5%88%E5%AD%90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https://thwiki.cc/%E6%B4%A9%E7%9F%A2%E8%AF%B9%E8%AE%BF%E5%AD%90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https://thwiki.cc/%E6%B0%B8%E6%B1%9F%E8%A1%A3%E7%8E%96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https://thwiki.cc/%E6%AF%94%E9%82%A3%E5%90%8D%E5%B1%85%E5%A4%A9%E5%AD%90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https://thwiki.cc/%E7%90%AA%E6%96%AF%E7%BE%8E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https://thwiki.cc/%E9%BB%91%E8%B0%B7%E5%B1%B1%E5%A5%B3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https://thwiki.cc/%E6%B0%B4%E6%A1%A5%E5%B8%95%E9%9C%B2%E8%A5%BF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https://thwiki.cc/%E6%98%9F%E7%86%8A%E5%8B%87%E4%BB%AA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https://thwiki.cc/%E5%8F%A4%E6%98%8E%E5%9C%B0%E8%A7%89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https://thwiki.cc/%E7%81%AB%E7%84%B0%E7%8C%AB%E7%87%90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https://thwiki.cc/%E7%81%B5%E4%B9%8C%E8%B7%AF%E7%A9%BA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https://thwiki.cc/%E5%8F%A4%E6%98%8E%E5%9C%B0%E6%81%8B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https://thwiki.cc/%E5%A8%9C%E5%85%B9%E7%8E%B2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https://thwiki.cc/%E5%A4%9A%E5%A4%9A%E8%89%AF%E5%B0%8F%E4%BC%9E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https://thwiki.cc/云居一轮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https://thwiki.cc/云山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https://thwiki.cc/%E6%9D%91%E7%BA%B1%E6%B0%B4%E8%9C%9C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https://thwiki.cc/%E5%AF%85%E4%B8%B8%E6%98%9F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https://thwiki.cc/%E5%9C%A3%E7%99%BD%E8%8E%B2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https://thwiki.cc/%E5%B0%81%E5%85%BD%E9%B5%BA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https://thwiki.cc/%E5%A7%AC%E6%B5%B7%E6%A3%A0%E6%9E%9C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https://thwiki.cc/%E6%A1%91%E5%B0%BC%E7%B1%B3%E5%B0%94%E5%85%8B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https://thwiki.cc/%E9%9C%B2%E5%A8%9C%E5%88%87%E9%9C%B2%E5%BE%B7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https://thwiki.cc/%E6%96%AF%E5%A1%94%E8%90%A8%E8%8F%B2%E9%9B%85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https://thwiki.cc/%E5%B9%BD%E8%B0%B7%E5%93%8D%E5%AD%90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https://thwiki.cc/%E5%AE%AB%E5%8F%A4%E8%8A%B3%E9%A6%99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https://thwiki.cc/%E9%9C%8D%E9%9D%92%E5%A8%A5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https://thwiki.cc/%E8%8B%8F%E6%88%91%E5%B1%A0%E8%87%AA%E5%8F%A4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https://thwiki.cc/%E7%89%A9%E9%83%A8%E5%B8%83%E9%83%BD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https://thwiki.cc/%E4%B8%B0%E8%81%AA%E8%80%B3%E7%A5%9E%E5%AD%90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https://thwiki.cc/%E4%BA%8C%E5%B2%A9%E7%8C%AF%E8%97%8F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https://thwiki.cc/%E7%A7%A6%E5%BF%83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https://thwiki.cc/%E8%8B%A5%E9%B9%AD%E5%A7%AC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https://thwiki.cc/%E8%B5%A4%E8%9B%AE%E5%A5%87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https://thwiki.cc/%E4%BB%8A%E6%B3%89%E5%BD%B1%E7%8B%BC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https://thwiki.cc/%E4%B9%9D%E5%8D%81%E4%B9%9D%E5%BC%81%E5%BC%81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https://thwiki.cc/%E4%B9%9D%E5%8D%81%E4%B9%9D%E5%85%AB%E6%A1%A5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https://thwiki.cc/%E9%AC%BC%E4%BA%BA%E6%AD%A3%E9%82%AA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https://thwiki.cc/%E5%B0%91%E5%90%8D%E9%92%88%E5%A6%99%E4%B8%B8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https://thwiki.cc/%E5%A0%80%E5%B7%9D%E9%9B%B7%E9%BC%93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https://thwiki.cc/%E8%8C%A8%E6%9C%A8%E5%8D%8E%E6%89%87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https://thwiki.cc/%E5%AE%87%E4%BD%90%E8%A7%81%E5%A0%87%E5%AD%90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https://thwiki.cc/%E6%B8%85%E5%85%B0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https://thwiki.cc/%E9%93%83%E7%91%9A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https://thwiki.cc/%E5%93%86%E6%9D%A5%E5%92%AA%C2%B7%E8%8B%8F%E4%BC%8A%E7%89%B9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https://thwiki.cc/%E7%A8%80%E7%A5%9E%E6%8E%A2%E5%A5%B3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https://thwiki.cc/%E5%85%8B%E5%8A%B3%E6%81%A9%E7%9A%AE%E4%B8%9D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https://thwiki.cc/%E7%BA%AF%E7%8B%90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https://thwiki.cc/%E8%B5%AB%E5%8D%A1%E6%8F%90%E4%BA%9A%C2%B7%E6%8B%89%E7%A2%A7%E6%96%AF%E6%8B%89%E7%A5%96%E5%88%A9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https://thwiki.cc/%E4%BE%9D%E7%A5%9E%E5%A5%B3%E8%8B%91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https://thwiki.cc/%E4%BE%9D%E7%A5%9E%E7%B4%AB%E8%8B%91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https://thwiki.cc/%E7%88%B1%E5%A1%94%E5%A6%AE%E7%BC%87%E6%8B%89%E5%B0%94%E7%93%A6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https://thwiki.cc/%E5%9D%82%E7%94%B0%E5%90%88%E6%AC%A2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https://thwiki.cc/%E9%AB%98%E4%B8%BD%E9%87%8E%E9%98%BF%E5%90%BD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https://thwiki.cc/%E7%9F%A2%E7%94%B0%E5%AF%BA%E6%88%90%E7%BE%8E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https://thwiki.cc/%E4%B8%81%E7%A4%BC%E7%94%B0%E8%88%9E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https://thwiki.cc/%E5%B0%94%E5%AD%90%E7%94%B0%E9%87%8C%E4%B9%83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https://thwiki.cc/%E6%91%A9%E5%A4%9A%E7%BD%97%E9%9A%90%E5%B2%90%E5%A5%88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https://thwiki.cc/%E6%88%8E%E7%92%8E%E8%8A%B1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https://thwiki.cc/%E7%89%9B%E5%B4%8E%E6%B6%A6%E7%BE%8E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https://thwiki.cc/%E5%BA%AD%E6%B8%A1%E4%B9%85%E4%BE%98%E6%AD%8C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https://thwiki.cc/%E5%90%89%E5%90%8A%E5%85%AB%E5%8D%83%E6%85%A7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https://thwiki.cc/%E6%9D%96%E5%88%80%E5%81%B6%E7%A3%A8%E5%BC%93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https://thwiki.cc/%E5%9F%B4%E5%AE%89%E7%A5%9E%E8%A2%BF%E5%A7%AC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https://thwiki.cc/%E9%AA%8A%E9%A9%B9%E6%97%A9%E9%AC%BC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https://thwiki.cc/%E9%A5%95%E9%A4%AE%E5%B0%A4%E9%AD%94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https://thwiki.cc/%E8%B1%AA%E5%BE%B7%E5%AF%BA%E4%B8%89%E8%8A%B1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https://thwiki.cc/%E5%B1%B1%E5%9F%8E%E9%AB%98%E5%B2%AD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https://thwiki.cc/%E9%A9%B9%E8%8D%89%E5%B1%B1%E5%A6%82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https://thwiki.cc/%E7%8E%89%E9%80%A0%E9%AD%85%E9%A1%BB%E4%B8%B8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https://thwiki.cc/%E8%8F%85%E7%89%A7%E5%85%B8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https://thwiki.cc/%E9%A5%AD%E7%BA%B2%E4%B8%B8%E9%BE%99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https://thwiki.cc/%E5%A4%A9%E5%BC%93%E5%8D%83%E4%BA%A6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https://thwiki.cc/%E5%A7%AC%E8%99%AB%E7%99%BE%E7%99%BE%E4%B8%96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https://thwiki.cc/%E5%AD%99%E7%BE%8E%E5%A4%A9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https://thwiki.cc/%E4%B8%89%E5%A4%B4%E6%85%A7%E4%B9%8B%E5%AD%90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https://thwiki.cc/%E5%A4%A9%E7%81%AB%E4%BA%BA%E8%A1%80%E6%9E%AA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https://thwiki.cc/%E8%B1%AB%E6%AF%8D%E9%83%BD%E6%97%A5%E7%8B%AD%E7%BE%8E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https://thwiki.cc/%E6%97%A5%E7%99%BD%E6%AE%8B%E6%97%A0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https://thwiki.cc/%E7%BB%B5%E6%9C%88%E4%B8%B0%E5%A7%AC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https://thwiki.cc/%E7%BB%B5%E6%9C%88%E4%BE%9D%E5%A7%AC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https://thwiki.cc/%E6%9C%AC%E5%B1%85%E5%B0%8F%E9%93%83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东方Project同人AI插图手册，非官方出版。既有主范围以《东方幻存神签》名录为基准，补锦上京、秘封与Reisen。本次编辑日期2026-10-15，未宣称穷尽所有官方人物。教学展示与非商业免费下载。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https://thwiki.cc/%E5%A5%A5%E9%87%8E%E7%94%B0%E7%BE%8E%E5%AE%B5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https://thwiki.cc/%E5%AE%AB%E5%87%BA%E5%8F%A3%E7%91%9E%E7%81%B5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https://thwiki.cc/%E6%A3%AE%E8%BF%91%E9%9C%96%E4%B9%8B%E5%8A%A9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https://thwiki.cc/%E7%A8%97%E7%94%B0%E9%98%BF%E6%B1%82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https://thwiki.cc/%E9%9B%BE%E9%9B%A8%E9%AD%94%E7%90%86%E6%B2%99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https://thwiki.cc/%E5%8D%9A%E4%B8%BD%E7%81%B5%E6%A2%A6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https://thwiki.cc/%E5%B0%98%E5%A1%9A%E5%A7%A5%E8%8A%BD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https://thwiki.cc/%E5%B0%81%E5%85%BD%E9%AD%91%E9%AD%85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https://thwiki.cc/%E9%81%93%E7%A5%9E%E9%A9%AF%E5%AD%90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https://thwiki.cc/%E7%BB%B4%E7%BC%A6%C2%B7%E6%B5%85%E9%97%B4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https://thwiki.cc/%E7%A3%90%E6%B0%B8%E9%98%BF%E6%A2%A8%E5%A4%9C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https://thwiki.cc/%E6%B8%A1%E9%87%8C%E8%B4%9D%E5%AD%90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https://thwiki.cc/%E5%AE%87%E4%BD%90%E8%A7%81%E8%8E%B2%E5%AD%90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https://thwiki.cc/%E7%8E%9B%E8%89%BE%E9%9C%B2%E8%B4%9D%E8%8E%89%C2%B7%E8%B5%AB%E6%81%A9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本册主范围人物档案。具体资料来源与核验状态见研究账本；本次编辑日期2026-10-15。</a:t>
            </a:r>
          </a:p>
          <a:p xmlns:a="http://schemas.openxmlformats.org/drawingml/2006/main">
            <a:r>
              <a:t>https://thwiki.cc/Reisen</a:t>
            </a:r>
          </a:p>
          <a:p xmlns:a="http://schemas.openxmlformats.org/drawingml/2006/main">
            <a:r>
              <a:t>插图为AI辅助同人创作。原作角色与作品权利归ZUN／上海爱丽丝幻乐团等原权利人所有。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260cc4e7f46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e4bac0cbb4d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1c582a0ea43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57940020447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36c235c5e45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708f5425b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1A15B0-CC16-406C-8F3D-46E58E1ED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05EA14-A5CA-4E7A-9AD7-AC251BD45E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87AB7E-1CA3-44FD-99A4-FC465DADD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DB0BE2-05F6-44A4-885E-7703A914CA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E6B117-DCF5-470C-BBEC-DAD394C52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75B928-B113-417D-8E52-49241E831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0108C9-DB15-4D08-8ED7-B12D95AAE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2060EC-3F81-48C1-867C-20FA747508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B9485-63F4-40E6-B2A0-23EEC174BE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D159F2-7210-4C73-A2DC-E02272F561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2d8f4d4284891" /><Relationship Type="http://schemas.openxmlformats.org/officeDocument/2006/relationships/slideLayout" Target="/ppt/slideLayouts/slideLayout1.xml" Id="Rbc9111fe6fd84288" /><Relationship Type="http://schemas.openxmlformats.org/officeDocument/2006/relationships/slideLayout" Target="/ppt/slideLayouts/slideLayout2.xml" Id="R11006e688ea948ba" /><Relationship Type="http://schemas.openxmlformats.org/officeDocument/2006/relationships/slideLayout" Target="/ppt/slideLayouts/slideLayout3.xml" Id="Rc66e5373ec534151" /><Relationship Type="http://schemas.openxmlformats.org/officeDocument/2006/relationships/slideLayout" Target="/ppt/slideLayouts/slideLayout4.xml" Id="Rb97e6f8610a44fb4" /><Relationship Type="http://schemas.openxmlformats.org/officeDocument/2006/relationships/slideLayout" Target="/ppt/slideLayouts/slideLayout5.xml" Id="Rfba5b6c0249d47c1" /><Relationship Type="http://schemas.openxmlformats.org/officeDocument/2006/relationships/slideLayout" Target="/ppt/slideLayouts/slideLayout6.xml" Id="R6e37c74eeead4e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111fe6fd84288"/>
    <p:sldLayoutId xmlns:r="http://schemas.openxmlformats.org/officeDocument/2006/relationships" id="2147483650" r:id="R11006e688ea948ba"/>
    <p:sldLayoutId xmlns:r="http://schemas.openxmlformats.org/officeDocument/2006/relationships" id="2147483651" r:id="Rc66e5373ec534151"/>
    <p:sldLayoutId xmlns:r="http://schemas.openxmlformats.org/officeDocument/2006/relationships" id="2147483652" r:id="Rb97e6f8610a44fb4"/>
    <p:sldLayoutId xmlns:r="http://schemas.openxmlformats.org/officeDocument/2006/relationships" id="2147483653" r:id="Rfba5b6c0249d47c1"/>
    <p:sldLayoutId xmlns:r="http://schemas.openxmlformats.org/officeDocument/2006/relationships" id="2147483654" r:id="R6e37c74eeead4e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0f22389714fcf" /><Relationship Type="http://schemas.openxmlformats.org/officeDocument/2006/relationships/image" Target="/ppt/media/image.png" Id="Rc65813469d574968" /><Relationship Type="http://schemas.openxmlformats.org/officeDocument/2006/relationships/image" Target="/ppt/media/image2.png" Id="R722d3f1e039c4462" /><Relationship Type="http://schemas.openxmlformats.org/officeDocument/2006/relationships/image" Target="/ppt/media/image3.png" Id="R637a5ba79263441e" /><Relationship Type="http://schemas.openxmlformats.org/officeDocument/2006/relationships/image" Target="/ppt/media/image4.png" Id="R0d9d6a84a0d04bf2" /><Relationship Type="http://schemas.openxmlformats.org/officeDocument/2006/relationships/notesSlide" Target="/ppt/notesSlides/notesSlide1.xml" Id="R2051565ade98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1fb629faf4d8f" /><Relationship Type="http://schemas.openxmlformats.org/officeDocument/2006/relationships/image" Target="/ppt/media/image.jpeg" Id="R5ce36eab08d3456a" /><Relationship Type="http://schemas.openxmlformats.org/officeDocument/2006/relationships/image" Target="/ppt/media/image2.jpeg" Id="R181f58ae1fa743a7" /><Relationship Type="http://schemas.openxmlformats.org/officeDocument/2006/relationships/image" Target="/ppt/media/image3.jpeg" Id="Raedced9dfac244c3" /><Relationship Type="http://schemas.openxmlformats.org/officeDocument/2006/relationships/image" Target="/ppt/media/image4.jpeg" Id="R82e993c1560e41af" /><Relationship Type="http://schemas.openxmlformats.org/officeDocument/2006/relationships/image" Target="/ppt/media/image5.jpeg" Id="R13c66af94a434d49" /><Relationship Type="http://schemas.openxmlformats.org/officeDocument/2006/relationships/image" Target="/ppt/media/image6.jpeg" Id="Re308cec8aa2849d5" /><Relationship Type="http://schemas.openxmlformats.org/officeDocument/2006/relationships/image" Target="/ppt/media/image7.jpeg" Id="R3fe64ab36d4c4dab" /><Relationship Type="http://schemas.openxmlformats.org/officeDocument/2006/relationships/image" Target="/ppt/media/image8.jpeg" Id="Rafb1552435e1443a" /><Relationship Type="http://schemas.openxmlformats.org/officeDocument/2006/relationships/image" Target="/ppt/media/image9.jpeg" Id="Rb41a2e8d181e4e96" /><Relationship Type="http://schemas.openxmlformats.org/officeDocument/2006/relationships/notesSlide" Target="/ppt/notesSlides/notesSlide2.xml" Id="R3917f97a2ba6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88542486a4d7a" /><Relationship Type="http://schemas.openxmlformats.org/officeDocument/2006/relationships/image" Target="/ppt/media/image10.jpeg" Id="Rbb364202bd3745c9" /><Relationship Type="http://schemas.openxmlformats.org/officeDocument/2006/relationships/notesSlide" Target="/ppt/notesSlides/notesSlide3.xml" Id="Rc567cd43fd4b42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a39499a1b4654" /><Relationship Type="http://schemas.openxmlformats.org/officeDocument/2006/relationships/image" Target="/ppt/media/image11.jpeg" Id="R7c69155f11544f9a" /><Relationship Type="http://schemas.openxmlformats.org/officeDocument/2006/relationships/notesSlide" Target="/ppt/notesSlides/notesSlide4.xml" Id="R5b2c673139d64d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c356f02924bad" /><Relationship Type="http://schemas.openxmlformats.org/officeDocument/2006/relationships/image" Target="/ppt/media/image5.png" Id="R8235c77301104195" /><Relationship Type="http://schemas.openxmlformats.org/officeDocument/2006/relationships/notesSlide" Target="/ppt/notesSlides/notesSlide5.xml" Id="R55fff081757244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c617e1c574bd1" /><Relationship Type="http://schemas.openxmlformats.org/officeDocument/2006/relationships/image" Target="/ppt/media/image12.jpeg" Id="Raa9a869aaa3d444b" /><Relationship Type="http://schemas.openxmlformats.org/officeDocument/2006/relationships/notesSlide" Target="/ppt/notesSlides/notesSlide6.xml" Id="Rf9155d3d779349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4b9f113e446be" /><Relationship Type="http://schemas.openxmlformats.org/officeDocument/2006/relationships/image" Target="/ppt/media/image13.jpeg" Id="R58c2a419e2ed4406" /><Relationship Type="http://schemas.openxmlformats.org/officeDocument/2006/relationships/notesSlide" Target="/ppt/notesSlides/notesSlide7.xml" Id="R90b25eaed9c640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cebce9c9d4c70" /><Relationship Type="http://schemas.openxmlformats.org/officeDocument/2006/relationships/image" Target="/ppt/media/image14.jpeg" Id="R4dc12c43802f4380" /><Relationship Type="http://schemas.openxmlformats.org/officeDocument/2006/relationships/notesSlide" Target="/ppt/notesSlides/notesSlide8.xml" Id="Rbc3c743c914046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da85e274140ce" /><Relationship Type="http://schemas.openxmlformats.org/officeDocument/2006/relationships/image" Target="/ppt/media/image6.png" Id="R3f0b3526069d4d1b" /><Relationship Type="http://schemas.openxmlformats.org/officeDocument/2006/relationships/notesSlide" Target="/ppt/notesSlides/notesSlide9.xml" Id="Rf1f42b2921ef47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3735cc0fb42b7" /><Relationship Type="http://schemas.openxmlformats.org/officeDocument/2006/relationships/image" Target="/ppt/media/image7.png" Id="Re04016b0cf754cc4" /><Relationship Type="http://schemas.openxmlformats.org/officeDocument/2006/relationships/notesSlide" Target="/ppt/notesSlides/notesSlide10.xml" Id="R665b66a3cbe042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5659c34a7425c" /><Relationship Type="http://schemas.openxmlformats.org/officeDocument/2006/relationships/image" Target="/ppt/media/image8.png" Id="R1705ac3860d54d1e" /><Relationship Type="http://schemas.openxmlformats.org/officeDocument/2006/relationships/notesSlide" Target="/ppt/notesSlides/notesSlide11.xml" Id="R2e73e7a7060d45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086ff071c4728" /><Relationship Type="http://schemas.openxmlformats.org/officeDocument/2006/relationships/image" Target="/ppt/media/image15.jpeg" Id="R3c5276c8fcf6441c" /><Relationship Type="http://schemas.openxmlformats.org/officeDocument/2006/relationships/image" Target="/ppt/media/image16.jpeg" Id="R992ce8ac67df4cf1" /><Relationship Type="http://schemas.openxmlformats.org/officeDocument/2006/relationships/image" Target="/ppt/media/image17.jpeg" Id="R602a1deda2cc492c" /><Relationship Type="http://schemas.openxmlformats.org/officeDocument/2006/relationships/image" Target="/ppt/media/image18.jpeg" Id="Ree654c8bae3c4984" /><Relationship Type="http://schemas.openxmlformats.org/officeDocument/2006/relationships/image" Target="/ppt/media/image19.jpeg" Id="R43ff221569d5433f" /><Relationship Type="http://schemas.openxmlformats.org/officeDocument/2006/relationships/image" Target="/ppt/media/image20.jpeg" Id="R6bb8c11ada3f4583" /><Relationship Type="http://schemas.openxmlformats.org/officeDocument/2006/relationships/notesSlide" Target="/ppt/notesSlides/notesSlide12.xml" Id="R13151ad3be0f43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1930fdb934bf9" /><Relationship Type="http://schemas.openxmlformats.org/officeDocument/2006/relationships/image" Target="/ppt/media/image21.jpeg" Id="Ra8c96365fd854cb2" /><Relationship Type="http://schemas.openxmlformats.org/officeDocument/2006/relationships/image" Target="/ppt/media/image22.jpeg" Id="Re21f2a6f95774ca3" /><Relationship Type="http://schemas.openxmlformats.org/officeDocument/2006/relationships/image" Target="/ppt/media/image23.jpeg" Id="R29ff4a0401c547a3" /><Relationship Type="http://schemas.openxmlformats.org/officeDocument/2006/relationships/image" Target="/ppt/media/image24.jpeg" Id="Redc5097af3f146db" /><Relationship Type="http://schemas.openxmlformats.org/officeDocument/2006/relationships/image" Target="/ppt/media/image25.jpeg" Id="R41e85451881a451c" /><Relationship Type="http://schemas.openxmlformats.org/officeDocument/2006/relationships/image" Target="/ppt/media/image26.jpeg" Id="Rf3a2fd2fa8cd4822" /><Relationship Type="http://schemas.openxmlformats.org/officeDocument/2006/relationships/notesSlide" Target="/ppt/notesSlides/notesSlide13.xml" Id="R4c63896726a444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4d76bc5174702" /><Relationship Type="http://schemas.openxmlformats.org/officeDocument/2006/relationships/image" Target="/ppt/media/image27.jpeg" Id="Re9b6cb287a5043ff" /><Relationship Type="http://schemas.openxmlformats.org/officeDocument/2006/relationships/notesSlide" Target="/ppt/notesSlides/notesSlide14.xml" Id="R9aa7f67f0f3946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40a9f8d5a4837" /><Relationship Type="http://schemas.openxmlformats.org/officeDocument/2006/relationships/image" Target="/ppt/media/image28.jpeg" Id="R491257379340402f" /><Relationship Type="http://schemas.openxmlformats.org/officeDocument/2006/relationships/notesSlide" Target="/ppt/notesSlides/notesSlide15.xml" Id="R2be55b9eed9248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67a17f2d1467b" /><Relationship Type="http://schemas.openxmlformats.org/officeDocument/2006/relationships/image" Target="/ppt/media/image29.jpeg" Id="R7ba288378bd64845" /><Relationship Type="http://schemas.openxmlformats.org/officeDocument/2006/relationships/notesSlide" Target="/ppt/notesSlides/notesSlide16.xml" Id="Ra7fe5ee4481a4e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3b5f444384c60" /><Relationship Type="http://schemas.openxmlformats.org/officeDocument/2006/relationships/image" Target="/ppt/media/image30.jpeg" Id="Rf41cd38ceed241fe" /><Relationship Type="http://schemas.openxmlformats.org/officeDocument/2006/relationships/notesSlide" Target="/ppt/notesSlides/notesSlide17.xml" Id="R1823804bcadb44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62f4c8038412e" /><Relationship Type="http://schemas.openxmlformats.org/officeDocument/2006/relationships/image" Target="/ppt/media/image31.jpeg" Id="R93cfbb788f1b4162" /><Relationship Type="http://schemas.openxmlformats.org/officeDocument/2006/relationships/notesSlide" Target="/ppt/notesSlides/notesSlide18.xml" Id="R29d0f450b67943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c39bdb6344de1" /><Relationship Type="http://schemas.openxmlformats.org/officeDocument/2006/relationships/image" Target="/ppt/media/image32.jpeg" Id="Rb3a94cbfdcc94c8f" /><Relationship Type="http://schemas.openxmlformats.org/officeDocument/2006/relationships/notesSlide" Target="/ppt/notesSlides/notesSlide19.xml" Id="R988441797f5a43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a0a0a711a4814" /><Relationship Type="http://schemas.openxmlformats.org/officeDocument/2006/relationships/image" Target="/ppt/media/image33.jpeg" Id="R3dcd86b94d124290" /><Relationship Type="http://schemas.openxmlformats.org/officeDocument/2006/relationships/notesSlide" Target="/ppt/notesSlides/notesSlide20.xml" Id="Rf782d210a66841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aeb7824e34bf4" /><Relationship Type="http://schemas.openxmlformats.org/officeDocument/2006/relationships/image" Target="/ppt/media/image9.png" Id="Ref7106f4a44d4f2e" /><Relationship Type="http://schemas.openxmlformats.org/officeDocument/2006/relationships/notesSlide" Target="/ppt/notesSlides/notesSlide21.xml" Id="Rfc652e05387045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dc8432b3c4b08" /><Relationship Type="http://schemas.openxmlformats.org/officeDocument/2006/relationships/image" Target="/ppt/media/image10.png" Id="R04b23398b6624389" /><Relationship Type="http://schemas.openxmlformats.org/officeDocument/2006/relationships/notesSlide" Target="/ppt/notesSlides/notesSlide22.xml" Id="R154b3a8ebc7244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87a8be47e45c9" /><Relationship Type="http://schemas.openxmlformats.org/officeDocument/2006/relationships/image" Target="/ppt/media/image34.jpeg" Id="Rda7bc5323d0549dc" /><Relationship Type="http://schemas.openxmlformats.org/officeDocument/2006/relationships/notesSlide" Target="/ppt/notesSlides/notesSlide23.xml" Id="Rd842ac1116744e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b8572b6454a87" /><Relationship Type="http://schemas.openxmlformats.org/officeDocument/2006/relationships/image" Target="/ppt/media/image11.png" Id="Rd5f796487a7b424f" /><Relationship Type="http://schemas.openxmlformats.org/officeDocument/2006/relationships/notesSlide" Target="/ppt/notesSlides/notesSlide24.xml" Id="Rb4ddb520912943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3affb9d8e4be9" /><Relationship Type="http://schemas.openxmlformats.org/officeDocument/2006/relationships/image" Target="/ppt/media/image35.jpeg" Id="R8b9a6d4816c549ed" /><Relationship Type="http://schemas.openxmlformats.org/officeDocument/2006/relationships/notesSlide" Target="/ppt/notesSlides/notesSlide25.xml" Id="R0687f13264bd42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bbbc121844c05" /><Relationship Type="http://schemas.openxmlformats.org/officeDocument/2006/relationships/image" Target="/ppt/media/image36.jpeg" Id="Rb0fea3cab63d4d6a" /><Relationship Type="http://schemas.openxmlformats.org/officeDocument/2006/relationships/image" Target="/ppt/media/image37.jpeg" Id="Rb25c00f26773405f" /><Relationship Type="http://schemas.openxmlformats.org/officeDocument/2006/relationships/image" Target="/ppt/media/image12.png" Id="R489b451f50784fc6" /><Relationship Type="http://schemas.openxmlformats.org/officeDocument/2006/relationships/image" Target="/ppt/media/image38.jpeg" Id="R905e57cd962d4b22" /><Relationship Type="http://schemas.openxmlformats.org/officeDocument/2006/relationships/image" Target="/ppt/media/image39.jpeg" Id="Rd3de9613ac1543be" /><Relationship Type="http://schemas.openxmlformats.org/officeDocument/2006/relationships/image" Target="/ppt/media/image40.jpeg" Id="R08686547a2954d6d" /><Relationship Type="http://schemas.openxmlformats.org/officeDocument/2006/relationships/image" Target="/ppt/media/image41.jpeg" Id="R2176db7f526b432d" /><Relationship Type="http://schemas.openxmlformats.org/officeDocument/2006/relationships/notesSlide" Target="/ppt/notesSlides/notesSlide26.xml" Id="R3b758d0d0efb4a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2f6d73e0443a2" /><Relationship Type="http://schemas.openxmlformats.org/officeDocument/2006/relationships/image" Target="/ppt/media/image42.jpeg" Id="R253fc230efc34e0c" /><Relationship Type="http://schemas.openxmlformats.org/officeDocument/2006/relationships/image" Target="/ppt/media/image43.jpeg" Id="R7dcfbda9be8240e4" /><Relationship Type="http://schemas.openxmlformats.org/officeDocument/2006/relationships/image" Target="/ppt/media/image44.jpeg" Id="Rd514450b66984059" /><Relationship Type="http://schemas.openxmlformats.org/officeDocument/2006/relationships/image" Target="/ppt/media/image45.jpeg" Id="R4696f698cf454990" /><Relationship Type="http://schemas.openxmlformats.org/officeDocument/2006/relationships/image" Target="/ppt/media/image46.jpeg" Id="Rc4d16933a8e54096" /><Relationship Type="http://schemas.openxmlformats.org/officeDocument/2006/relationships/image" Target="/ppt/media/image47.jpeg" Id="Rc5481774fa4040c0" /><Relationship Type="http://schemas.openxmlformats.org/officeDocument/2006/relationships/notesSlide" Target="/ppt/notesSlides/notesSlide27.xml" Id="R51203320095c459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5c624b8abb425f" /><Relationship Type="http://schemas.openxmlformats.org/officeDocument/2006/relationships/image" Target="/ppt/media/image48.jpeg" Id="R60a7b80d623d49c8" /><Relationship Type="http://schemas.openxmlformats.org/officeDocument/2006/relationships/notesSlide" Target="/ppt/notesSlides/notesSlide28.xml" Id="Rcd0e417b11314b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d720fb22c442a" /><Relationship Type="http://schemas.openxmlformats.org/officeDocument/2006/relationships/image" Target="/ppt/media/image49.jpeg" Id="Rb7a4c1d755e7400b" /><Relationship Type="http://schemas.openxmlformats.org/officeDocument/2006/relationships/notesSlide" Target="/ppt/notesSlides/notesSlide29.xml" Id="Rd90af1daebed478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fe6f972d64458" /><Relationship Type="http://schemas.openxmlformats.org/officeDocument/2006/relationships/image" Target="/ppt/media/image13.png" Id="Rd6f9f7c237104182" /><Relationship Type="http://schemas.openxmlformats.org/officeDocument/2006/relationships/notesSlide" Target="/ppt/notesSlides/notesSlide30.xml" Id="Rd75dcaa233eb4e1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f0e451f4f4846" /><Relationship Type="http://schemas.openxmlformats.org/officeDocument/2006/relationships/image" Target="/ppt/media/image50.jpeg" Id="R000fe206d9a542ab" /><Relationship Type="http://schemas.openxmlformats.org/officeDocument/2006/relationships/notesSlide" Target="/ppt/notesSlides/notesSlide31.xml" Id="Ra12204d5f2304e4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1e504acf14d3a" /><Relationship Type="http://schemas.openxmlformats.org/officeDocument/2006/relationships/image" Target="/ppt/media/image14.png" Id="R6a38128ab4e141f1" /><Relationship Type="http://schemas.openxmlformats.org/officeDocument/2006/relationships/notesSlide" Target="/ppt/notesSlides/notesSlide32.xml" Id="R38b7f40270fa4f5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02a1d12e84454" /><Relationship Type="http://schemas.openxmlformats.org/officeDocument/2006/relationships/image" Target="/ppt/media/image51.jpeg" Id="Rc4bd63d6578d45c0" /><Relationship Type="http://schemas.openxmlformats.org/officeDocument/2006/relationships/notesSlide" Target="/ppt/notesSlides/notesSlide33.xml" Id="R038166fac37440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82140413342da" /><Relationship Type="http://schemas.openxmlformats.org/officeDocument/2006/relationships/image" Target="/ppt/media/image15.png" Id="Rbeaa6820202c488e" /><Relationship Type="http://schemas.openxmlformats.org/officeDocument/2006/relationships/notesSlide" Target="/ppt/notesSlides/notesSlide34.xml" Id="R5405edb70fc24fa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d41f93cef4eff" /><Relationship Type="http://schemas.openxmlformats.org/officeDocument/2006/relationships/image" Target="/ppt/media/image16.png" Id="R557188b79ca841e9" /><Relationship Type="http://schemas.openxmlformats.org/officeDocument/2006/relationships/notesSlide" Target="/ppt/notesSlides/notesSlide35.xml" Id="R467e5924fbfc45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02d775d3d4f6d" /><Relationship Type="http://schemas.openxmlformats.org/officeDocument/2006/relationships/image" Target="/ppt/media/image52.jpeg" Id="R68fcd3818c344bd8" /><Relationship Type="http://schemas.openxmlformats.org/officeDocument/2006/relationships/notesSlide" Target="/ppt/notesSlides/notesSlide36.xml" Id="Rd866b454c7d947b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59ee70dea4c5d" /><Relationship Type="http://schemas.openxmlformats.org/officeDocument/2006/relationships/image" Target="/ppt/media/image53.jpeg" Id="R59504cf046b14ec9" /><Relationship Type="http://schemas.openxmlformats.org/officeDocument/2006/relationships/notesSlide" Target="/ppt/notesSlides/notesSlide37.xml" Id="Ra7d77d23cab6415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83ba63747479b" /><Relationship Type="http://schemas.openxmlformats.org/officeDocument/2006/relationships/image" Target="/ppt/media/image17.png" Id="R9ba6111e1e7c4b9e" /><Relationship Type="http://schemas.openxmlformats.org/officeDocument/2006/relationships/notesSlide" Target="/ppt/notesSlides/notesSlide38.xml" Id="R00d4d3e2b0ee48f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ab7fd25424e79" /><Relationship Type="http://schemas.openxmlformats.org/officeDocument/2006/relationships/image" Target="/ppt/media/image54.jpeg" Id="R083ee6f3c2a04350" /><Relationship Type="http://schemas.openxmlformats.org/officeDocument/2006/relationships/notesSlide" Target="/ppt/notesSlides/notesSlide39.xml" Id="R06f4656cd9c241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bb45adcc6465e" /><Relationship Type="http://schemas.openxmlformats.org/officeDocument/2006/relationships/image" Target="/ppt/media/image55.jpeg" Id="R04b818a742774fb2" /><Relationship Type="http://schemas.openxmlformats.org/officeDocument/2006/relationships/notesSlide" Target="/ppt/notesSlides/notesSlide40.xml" Id="R184f645399d54fc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26f8a0667471e" /><Relationship Type="http://schemas.openxmlformats.org/officeDocument/2006/relationships/image" Target="/ppt/media/image56.jpeg" Id="R3506db7f6b9549a9" /><Relationship Type="http://schemas.openxmlformats.org/officeDocument/2006/relationships/image" Target="/ppt/media/image57.jpeg" Id="R0174ae2f8b8648c5" /><Relationship Type="http://schemas.openxmlformats.org/officeDocument/2006/relationships/image" Target="/ppt/media/image58.jpeg" Id="R44126b7e88c048a8" /><Relationship Type="http://schemas.openxmlformats.org/officeDocument/2006/relationships/image" Target="/ppt/media/image59.jpeg" Id="R1a5f8f2d12c34c4c" /><Relationship Type="http://schemas.openxmlformats.org/officeDocument/2006/relationships/image" Target="/ppt/media/image60.jpeg" Id="R6ba8e6ea43244392" /><Relationship Type="http://schemas.openxmlformats.org/officeDocument/2006/relationships/image" Target="/ppt/media/image61.jpeg" Id="Rc8fd6e5f13a24752" /><Relationship Type="http://schemas.openxmlformats.org/officeDocument/2006/relationships/image" Target="/ppt/media/image62.jpeg" Id="R6aef6b6fb6f947ad" /><Relationship Type="http://schemas.openxmlformats.org/officeDocument/2006/relationships/image" Target="/ppt/media/image63.jpeg" Id="R05af4e41bc1d48fe" /><Relationship Type="http://schemas.openxmlformats.org/officeDocument/2006/relationships/image" Target="/ppt/media/image64.jpeg" Id="R7c2e7f99997e4d1e" /><Relationship Type="http://schemas.openxmlformats.org/officeDocument/2006/relationships/image" Target="/ppt/media/image65.jpeg" Id="R04595cefd27a40fb" /><Relationship Type="http://schemas.openxmlformats.org/officeDocument/2006/relationships/notesSlide" Target="/ppt/notesSlides/notesSlide41.xml" Id="R34a913b4df564c4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49501fa074f6a" /><Relationship Type="http://schemas.openxmlformats.org/officeDocument/2006/relationships/image" Target="/ppt/media/image66.jpeg" Id="Rba68f7b0ed824dac" /><Relationship Type="http://schemas.openxmlformats.org/officeDocument/2006/relationships/notesSlide" Target="/ppt/notesSlides/notesSlide42.xml" Id="Rd59423ec99ea43e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52bfb998c47b3" /><Relationship Type="http://schemas.openxmlformats.org/officeDocument/2006/relationships/image" Target="/ppt/media/image67.jpeg" Id="R6308254e71fb45f2" /><Relationship Type="http://schemas.openxmlformats.org/officeDocument/2006/relationships/notesSlide" Target="/ppt/notesSlides/notesSlide43.xml" Id="R2a53ad04298c4c2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152777b07464e" /><Relationship Type="http://schemas.openxmlformats.org/officeDocument/2006/relationships/image" Target="/ppt/media/image68.jpeg" Id="Rf75cf712be5f4e1c" /><Relationship Type="http://schemas.openxmlformats.org/officeDocument/2006/relationships/notesSlide" Target="/ppt/notesSlides/notesSlide44.xml" Id="R04c6f7c10dc14b7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b07b5fd6c41fa" /><Relationship Type="http://schemas.openxmlformats.org/officeDocument/2006/relationships/image" Target="/ppt/media/image69.jpeg" Id="Redb105a2bc0a4f5f" /><Relationship Type="http://schemas.openxmlformats.org/officeDocument/2006/relationships/notesSlide" Target="/ppt/notesSlides/notesSlide45.xml" Id="Rf6d327ec2d5a47a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1e585b9174495" /><Relationship Type="http://schemas.openxmlformats.org/officeDocument/2006/relationships/image" Target="/ppt/media/image70.jpeg" Id="Rdd2967e3be1a4ded" /><Relationship Type="http://schemas.openxmlformats.org/officeDocument/2006/relationships/notesSlide" Target="/ppt/notesSlides/notesSlide46.xml" Id="Rd6daf77cb23248e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2491885e54620" /><Relationship Type="http://schemas.openxmlformats.org/officeDocument/2006/relationships/image" Target="/ppt/media/image18.png" Id="Rfa157807ec4d4a83" /><Relationship Type="http://schemas.openxmlformats.org/officeDocument/2006/relationships/notesSlide" Target="/ppt/notesSlides/notesSlide47.xml" Id="R081570c98b0346c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bbf74c924450d" /><Relationship Type="http://schemas.openxmlformats.org/officeDocument/2006/relationships/image" Target="/ppt/media/image71.jpeg" Id="R1e7c5aa6c712447b" /><Relationship Type="http://schemas.openxmlformats.org/officeDocument/2006/relationships/notesSlide" Target="/ppt/notesSlides/notesSlide48.xml" Id="R376ecf6fcf1b401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6ce40914e47b4" /><Relationship Type="http://schemas.openxmlformats.org/officeDocument/2006/relationships/image" Target="/ppt/media/image72.jpeg" Id="Rd18c24951a7446d8" /><Relationship Type="http://schemas.openxmlformats.org/officeDocument/2006/relationships/notesSlide" Target="/ppt/notesSlides/notesSlide49.xml" Id="R102ac7c19385451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b7598b3694997" /><Relationship Type="http://schemas.openxmlformats.org/officeDocument/2006/relationships/image" Target="/ppt/media/image73.jpeg" Id="R94b6ee9a8af0435c" /><Relationship Type="http://schemas.openxmlformats.org/officeDocument/2006/relationships/notesSlide" Target="/ppt/notesSlides/notesSlide50.xml" Id="R555c97bd55db46f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c9f6be3d64e40" /><Relationship Type="http://schemas.openxmlformats.org/officeDocument/2006/relationships/image" Target="/ppt/media/image74.jpeg" Id="R7680971e80774c50" /><Relationship Type="http://schemas.openxmlformats.org/officeDocument/2006/relationships/notesSlide" Target="/ppt/notesSlides/notesSlide51.xml" Id="R7e71e04c975e474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68d03f4524748" /><Relationship Type="http://schemas.openxmlformats.org/officeDocument/2006/relationships/image" Target="/ppt/media/image75.jpeg" Id="Ra81927a5746a434b" /><Relationship Type="http://schemas.openxmlformats.org/officeDocument/2006/relationships/image" Target="/ppt/media/image76.jpeg" Id="R1ae5e09ab4404a0c" /><Relationship Type="http://schemas.openxmlformats.org/officeDocument/2006/relationships/image" Target="/ppt/media/image77.jpeg" Id="R7eda6e3f5fcc4463" /><Relationship Type="http://schemas.openxmlformats.org/officeDocument/2006/relationships/image" Target="/ppt/media/image78.jpeg" Id="R6c6f93b7b1ad441d" /><Relationship Type="http://schemas.openxmlformats.org/officeDocument/2006/relationships/image" Target="/ppt/media/image79.jpeg" Id="Rc205594d3a7b4a70" /><Relationship Type="http://schemas.openxmlformats.org/officeDocument/2006/relationships/image" Target="/ppt/media/image80.jpeg" Id="R526a116232214e50" /><Relationship Type="http://schemas.openxmlformats.org/officeDocument/2006/relationships/image" Target="/ppt/media/image81.jpeg" Id="Rc824e98247484bab" /><Relationship Type="http://schemas.openxmlformats.org/officeDocument/2006/relationships/image" Target="/ppt/media/image82.jpeg" Id="Rdf52063cc71346e6" /><Relationship Type="http://schemas.openxmlformats.org/officeDocument/2006/relationships/image" Target="/ppt/media/image83.jpeg" Id="R1666da7038664911" /><Relationship Type="http://schemas.openxmlformats.org/officeDocument/2006/relationships/image" Target="/ppt/media/image84.jpeg" Id="R9829576128ae4963" /><Relationship Type="http://schemas.openxmlformats.org/officeDocument/2006/relationships/notesSlide" Target="/ppt/notesSlides/notesSlide52.xml" Id="R808cbb21c2b2495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e62025e344272" /><Relationship Type="http://schemas.openxmlformats.org/officeDocument/2006/relationships/image" Target="/ppt/media/image19.png" Id="Rc2997a647e1c4376" /><Relationship Type="http://schemas.openxmlformats.org/officeDocument/2006/relationships/image" Target="/ppt/media/image20.png" Id="R231a318c3d6142fe" /><Relationship Type="http://schemas.openxmlformats.org/officeDocument/2006/relationships/image" Target="/ppt/media/image85.jpeg" Id="R1b76c8a46a4049ae" /><Relationship Type="http://schemas.openxmlformats.org/officeDocument/2006/relationships/image" Target="/ppt/media/image86.jpeg" Id="R0fe87e35b6694cf5" /><Relationship Type="http://schemas.openxmlformats.org/officeDocument/2006/relationships/image" Target="/ppt/media/image87.jpeg" Id="R0bff4b1885a24f77" /><Relationship Type="http://schemas.openxmlformats.org/officeDocument/2006/relationships/image" Target="/ppt/media/image88.jpeg" Id="R5747923d98d74f1d" /><Relationship Type="http://schemas.openxmlformats.org/officeDocument/2006/relationships/image" Target="/ppt/media/image89.jpeg" Id="Recbeb93f07bf426d" /><Relationship Type="http://schemas.openxmlformats.org/officeDocument/2006/relationships/image" Target="/ppt/media/image90.jpeg" Id="Rd7e5de9be9994891" /><Relationship Type="http://schemas.openxmlformats.org/officeDocument/2006/relationships/image" Target="/ppt/media/image91.jpeg" Id="R2a497e6cf0b94385" /><Relationship Type="http://schemas.openxmlformats.org/officeDocument/2006/relationships/image" Target="/ppt/media/image92.jpeg" Id="R76acdacfee474bfb" /><Relationship Type="http://schemas.openxmlformats.org/officeDocument/2006/relationships/notesSlide" Target="/ppt/notesSlides/notesSlide53.xml" Id="R4cef6634f5ed43f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ca7534bbe43f4" /><Relationship Type="http://schemas.openxmlformats.org/officeDocument/2006/relationships/image" Target="/ppt/media/image93.jpeg" Id="Re4d841eab34b47c3" /><Relationship Type="http://schemas.openxmlformats.org/officeDocument/2006/relationships/notesSlide" Target="/ppt/notesSlides/notesSlide54.xml" Id="R988208083abe495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d988285344da3" /><Relationship Type="http://schemas.openxmlformats.org/officeDocument/2006/relationships/image" Target="/ppt/media/image94.jpeg" Id="Ra60a49c6b6fc47af" /><Relationship Type="http://schemas.openxmlformats.org/officeDocument/2006/relationships/notesSlide" Target="/ppt/notesSlides/notesSlide55.xml" Id="R8609348e33b5417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14992dde34ff9" /><Relationship Type="http://schemas.openxmlformats.org/officeDocument/2006/relationships/image" Target="/ppt/media/image95.jpeg" Id="R2e292f05d2e94f83" /><Relationship Type="http://schemas.openxmlformats.org/officeDocument/2006/relationships/notesSlide" Target="/ppt/notesSlides/notesSlide56.xml" Id="Rb4339c8b828d48c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53905f0084f58" /><Relationship Type="http://schemas.openxmlformats.org/officeDocument/2006/relationships/image" Target="/ppt/media/image96.jpeg" Id="R7678a73b75714ad6" /><Relationship Type="http://schemas.openxmlformats.org/officeDocument/2006/relationships/notesSlide" Target="/ppt/notesSlides/notesSlide57.xml" Id="R2b9644703e2a442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16827840e485f" /><Relationship Type="http://schemas.openxmlformats.org/officeDocument/2006/relationships/image" Target="/ppt/media/image21.png" Id="R45031283dc0f40d5" /><Relationship Type="http://schemas.openxmlformats.org/officeDocument/2006/relationships/notesSlide" Target="/ppt/notesSlides/notesSlide58.xml" Id="R1ee419121a234de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2c0dcc76742a6" /><Relationship Type="http://schemas.openxmlformats.org/officeDocument/2006/relationships/image" Target="/ppt/media/image97.jpeg" Id="Ra73fbe8bb1a04c3f" /><Relationship Type="http://schemas.openxmlformats.org/officeDocument/2006/relationships/notesSlide" Target="/ppt/notesSlides/notesSlide59.xml" Id="R2f2f479177df4c0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83e433cba4120" /><Relationship Type="http://schemas.openxmlformats.org/officeDocument/2006/relationships/image" Target="/ppt/media/image98.jpeg" Id="R61b57c3d0b6840b5" /><Relationship Type="http://schemas.openxmlformats.org/officeDocument/2006/relationships/notesSlide" Target="/ppt/notesSlides/notesSlide60.xml" Id="R7a06e574d7454ad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fff0377104b7e" /><Relationship Type="http://schemas.openxmlformats.org/officeDocument/2006/relationships/image" Target="/ppt/media/image22.png" Id="Rbe6d35e9da7e43ac" /><Relationship Type="http://schemas.openxmlformats.org/officeDocument/2006/relationships/notesSlide" Target="/ppt/notesSlides/notesSlide61.xml" Id="R7523c4c07bb8439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dfea18b6d40b1" /><Relationship Type="http://schemas.openxmlformats.org/officeDocument/2006/relationships/image" Target="/ppt/media/image99.jpeg" Id="R80f2b076a85d48b9" /><Relationship Type="http://schemas.openxmlformats.org/officeDocument/2006/relationships/notesSlide" Target="/ppt/notesSlides/notesSlide62.xml" Id="R7c8b3d28d9c146c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a7998572548c8" /><Relationship Type="http://schemas.openxmlformats.org/officeDocument/2006/relationships/image" Target="/ppt/media/image100.jpeg" Id="Rc1b91c0d16f649c1" /><Relationship Type="http://schemas.openxmlformats.org/officeDocument/2006/relationships/notesSlide" Target="/ppt/notesSlides/notesSlide63.xml" Id="R4b586ceb3cfe463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086503220403f" /><Relationship Type="http://schemas.openxmlformats.org/officeDocument/2006/relationships/image" Target="/ppt/media/image23.png" Id="R6eb90b2e11a84399" /><Relationship Type="http://schemas.openxmlformats.org/officeDocument/2006/relationships/notesSlide" Target="/ppt/notesSlides/notesSlide64.xml" Id="R781c87744bd5425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d9889be8f4aad" /><Relationship Type="http://schemas.openxmlformats.org/officeDocument/2006/relationships/image" Target="/ppt/media/image24.png" Id="R5eea869f2a954e47" /><Relationship Type="http://schemas.openxmlformats.org/officeDocument/2006/relationships/notesSlide" Target="/ppt/notesSlides/notesSlide65.xml" Id="R0fbd6567fe104e6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f9719cae844c5" /><Relationship Type="http://schemas.openxmlformats.org/officeDocument/2006/relationships/image" Target="/ppt/media/image101.jpeg" Id="Re789b9004c05404a" /><Relationship Type="http://schemas.openxmlformats.org/officeDocument/2006/relationships/notesSlide" Target="/ppt/notesSlides/notesSlide66.xml" Id="Rd122a089463849c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78e77e5624745" /><Relationship Type="http://schemas.openxmlformats.org/officeDocument/2006/relationships/image" Target="/ppt/media/image102.jpeg" Id="R6344fdc3131e412f" /><Relationship Type="http://schemas.openxmlformats.org/officeDocument/2006/relationships/notesSlide" Target="/ppt/notesSlides/notesSlide67.xml" Id="R85802c41018d4a2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37068cd9e4735" /><Relationship Type="http://schemas.openxmlformats.org/officeDocument/2006/relationships/image" Target="/ppt/media/image25.png" Id="R686eae40765c452c" /><Relationship Type="http://schemas.openxmlformats.org/officeDocument/2006/relationships/notesSlide" Target="/ppt/notesSlides/notesSlide68.xml" Id="R243cdc1697d249d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c01a5762048cc" /><Relationship Type="http://schemas.openxmlformats.org/officeDocument/2006/relationships/image" Target="/ppt/media/image103.jpeg" Id="Re9c8fcfe35804240" /><Relationship Type="http://schemas.openxmlformats.org/officeDocument/2006/relationships/notesSlide" Target="/ppt/notesSlides/notesSlide69.xml" Id="R6cf5c91aef7c4d6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91a20f9694374" /><Relationship Type="http://schemas.openxmlformats.org/officeDocument/2006/relationships/image" Target="/ppt/media/image104.jpeg" Id="R6c6f3358ab34482c" /><Relationship Type="http://schemas.openxmlformats.org/officeDocument/2006/relationships/notesSlide" Target="/ppt/notesSlides/notesSlide70.xml" Id="R1bc990eab33a4d0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bcc6e85384782" /><Relationship Type="http://schemas.openxmlformats.org/officeDocument/2006/relationships/image" Target="/ppt/media/image105.jpeg" Id="Rf689e32cb8564f01" /><Relationship Type="http://schemas.openxmlformats.org/officeDocument/2006/relationships/notesSlide" Target="/ppt/notesSlides/notesSlide71.xml" Id="Rfda31cf51aeb437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f34bf886a4386" /><Relationship Type="http://schemas.openxmlformats.org/officeDocument/2006/relationships/image" Target="/ppt/media/image106.jpeg" Id="Rc0c76a4c30994170" /><Relationship Type="http://schemas.openxmlformats.org/officeDocument/2006/relationships/notesSlide" Target="/ppt/notesSlides/notesSlide72.xml" Id="R02d6d75d396f45e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0fddbc1a14931" /><Relationship Type="http://schemas.openxmlformats.org/officeDocument/2006/relationships/image" Target="/ppt/media/image107.jpeg" Id="R3dcbc2d7848b4f72" /><Relationship Type="http://schemas.openxmlformats.org/officeDocument/2006/relationships/notesSlide" Target="/ppt/notesSlides/notesSlide73.xml" Id="R65f5d8c74e5049b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94b4a95de4bc5" /><Relationship Type="http://schemas.openxmlformats.org/officeDocument/2006/relationships/image" Target="/ppt/media/image108.jpeg" Id="Rc2a23da7b52f466c" /><Relationship Type="http://schemas.openxmlformats.org/officeDocument/2006/relationships/image" Target="/ppt/media/image109.jpeg" Id="Rc1e6f437b3624364" /><Relationship Type="http://schemas.openxmlformats.org/officeDocument/2006/relationships/image" Target="/ppt/media/image110.jpeg" Id="R975707a4c4d94828" /><Relationship Type="http://schemas.openxmlformats.org/officeDocument/2006/relationships/image" Target="/ppt/media/image111.jpeg" Id="Reb24407ba6a6474e" /><Relationship Type="http://schemas.openxmlformats.org/officeDocument/2006/relationships/image" Target="/ppt/media/image112.jpeg" Id="Rbeef063b349d4146" /><Relationship Type="http://schemas.openxmlformats.org/officeDocument/2006/relationships/image" Target="/ppt/media/image113.jpeg" Id="Rcf535131e529412b" /><Relationship Type="http://schemas.openxmlformats.org/officeDocument/2006/relationships/image" Target="/ppt/media/image114.jpeg" Id="R565132afa1fb4488" /><Relationship Type="http://schemas.openxmlformats.org/officeDocument/2006/relationships/image" Target="/ppt/media/image115.jpeg" Id="R28e46607f3fb4c10" /><Relationship Type="http://schemas.openxmlformats.org/officeDocument/2006/relationships/image" Target="/ppt/media/image116.jpeg" Id="R47f25630456940bd" /><Relationship Type="http://schemas.openxmlformats.org/officeDocument/2006/relationships/notesSlide" Target="/ppt/notesSlides/notesSlide74.xml" Id="R3f6a5a2fe1b4469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bbe45888e49e1" /><Relationship Type="http://schemas.openxmlformats.org/officeDocument/2006/relationships/image" Target="/ppt/media/image117.jpeg" Id="R2604b2bf43304934" /><Relationship Type="http://schemas.openxmlformats.org/officeDocument/2006/relationships/image" Target="/ppt/media/image118.jpeg" Id="Rca4d7338ceea45a9" /><Relationship Type="http://schemas.openxmlformats.org/officeDocument/2006/relationships/image" Target="/ppt/media/image119.jpeg" Id="R5a3772c50ce941f8" /><Relationship Type="http://schemas.openxmlformats.org/officeDocument/2006/relationships/image" Target="/ppt/media/image120.jpeg" Id="R839e2180a5f74dde" /><Relationship Type="http://schemas.openxmlformats.org/officeDocument/2006/relationships/image" Target="/ppt/media/image121.jpeg" Id="Ra206576021d74916" /><Relationship Type="http://schemas.openxmlformats.org/officeDocument/2006/relationships/image" Target="/ppt/media/image122.jpeg" Id="R2186c61af3a04c1b" /><Relationship Type="http://schemas.openxmlformats.org/officeDocument/2006/relationships/image" Target="/ppt/media/image123.jpeg" Id="R5bfa26b0fc194a03" /><Relationship Type="http://schemas.openxmlformats.org/officeDocument/2006/relationships/image" Target="/ppt/media/image124.jpeg" Id="R175f9b9306c9432c" /><Relationship Type="http://schemas.openxmlformats.org/officeDocument/2006/relationships/notesSlide" Target="/ppt/notesSlides/notesSlide75.xml" Id="Re351e2c5eb1b441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86d9325e341f5" /><Relationship Type="http://schemas.openxmlformats.org/officeDocument/2006/relationships/image" Target="/ppt/media/image125.jpeg" Id="Rc19ec26c72154f45" /><Relationship Type="http://schemas.openxmlformats.org/officeDocument/2006/relationships/notesSlide" Target="/ppt/notesSlides/notesSlide76.xml" Id="Rc2448026a2f64c0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6a405febd4724" /><Relationship Type="http://schemas.openxmlformats.org/officeDocument/2006/relationships/image" Target="/ppt/media/image126.jpeg" Id="R2ffcdd045d1e45fb" /><Relationship Type="http://schemas.openxmlformats.org/officeDocument/2006/relationships/notesSlide" Target="/ppt/notesSlides/notesSlide77.xml" Id="Rd4d0359d25994cf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33f42e2534ae4" /><Relationship Type="http://schemas.openxmlformats.org/officeDocument/2006/relationships/image" Target="/ppt/media/image127.jpeg" Id="Rf897e5b2c738401b" /><Relationship Type="http://schemas.openxmlformats.org/officeDocument/2006/relationships/notesSlide" Target="/ppt/notesSlides/notesSlide78.xml" Id="R80e80d5f889f4c6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85b82346c4a9f" /><Relationship Type="http://schemas.openxmlformats.org/officeDocument/2006/relationships/image" Target="/ppt/media/image128.jpeg" Id="Rcf747fafdb744496" /><Relationship Type="http://schemas.openxmlformats.org/officeDocument/2006/relationships/notesSlide" Target="/ppt/notesSlides/notesSlide79.xml" Id="Rda0dfba0d913426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dfd2fd93c47ee" /><Relationship Type="http://schemas.openxmlformats.org/officeDocument/2006/relationships/image" Target="/ppt/media/image129.jpeg" Id="Rfae4392e7f174272" /><Relationship Type="http://schemas.openxmlformats.org/officeDocument/2006/relationships/notesSlide" Target="/ppt/notesSlides/notesSlide80.xml" Id="Rbb4aa245d7ee439d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918ff1d594350" /><Relationship Type="http://schemas.openxmlformats.org/officeDocument/2006/relationships/image" Target="/ppt/media/image26.png" Id="Rfc1bfb84dc1d46b8" /><Relationship Type="http://schemas.openxmlformats.org/officeDocument/2006/relationships/notesSlide" Target="/ppt/notesSlides/notesSlide81.xml" Id="R14d93e06a6474c3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484b7dcbe4d06" /><Relationship Type="http://schemas.openxmlformats.org/officeDocument/2006/relationships/image" Target="/ppt/media/image130.jpeg" Id="Rb2dd59bb966d4390" /><Relationship Type="http://schemas.openxmlformats.org/officeDocument/2006/relationships/notesSlide" Target="/ppt/notesSlides/notesSlide82.xml" Id="R677cf0f0751c4fd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529d483fc4651" /><Relationship Type="http://schemas.openxmlformats.org/officeDocument/2006/relationships/image" Target="/ppt/media/image131.jpeg" Id="R49acc011709c4074" /><Relationship Type="http://schemas.openxmlformats.org/officeDocument/2006/relationships/notesSlide" Target="/ppt/notesSlides/notesSlide83.xml" Id="R3a1cc5b53e4f472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cac87f7f04a45" /><Relationship Type="http://schemas.openxmlformats.org/officeDocument/2006/relationships/image" Target="/ppt/media/image132.jpeg" Id="Rc5540bf06f2343dd" /><Relationship Type="http://schemas.openxmlformats.org/officeDocument/2006/relationships/notesSlide" Target="/ppt/notesSlides/notesSlide84.xml" Id="R2a342e95b5b9481b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28554bbe346a8" /><Relationship Type="http://schemas.openxmlformats.org/officeDocument/2006/relationships/image" Target="/ppt/media/image133.jpeg" Id="R08c83ca0dd9340a5" /><Relationship Type="http://schemas.openxmlformats.org/officeDocument/2006/relationships/notesSlide" Target="/ppt/notesSlides/notesSlide85.xml" Id="R53ff166c7c0b47e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be85f1fcf4477" /><Relationship Type="http://schemas.openxmlformats.org/officeDocument/2006/relationships/image" Target="/ppt/media/image134.jpeg" Id="R7c67065b44624750" /><Relationship Type="http://schemas.openxmlformats.org/officeDocument/2006/relationships/notesSlide" Target="/ppt/notesSlides/notesSlide86.xml" Id="R1b419ccbab48448a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856960f3b4a08" /><Relationship Type="http://schemas.openxmlformats.org/officeDocument/2006/relationships/image" Target="/ppt/media/image135.jpeg" Id="R3328635a705347bf" /><Relationship Type="http://schemas.openxmlformats.org/officeDocument/2006/relationships/notesSlide" Target="/ppt/notesSlides/notesSlide87.xml" Id="R78e6ac7eccfb419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2281a70c64b10" /><Relationship Type="http://schemas.openxmlformats.org/officeDocument/2006/relationships/image" Target="/ppt/media/image136.jpeg" Id="R91e698f62cc74704" /><Relationship Type="http://schemas.openxmlformats.org/officeDocument/2006/relationships/notesSlide" Target="/ppt/notesSlides/notesSlide88.xml" Id="Rafc833ec776e42b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09c0c7b6a4275" /><Relationship Type="http://schemas.openxmlformats.org/officeDocument/2006/relationships/image" Target="/ppt/media/image137.jpeg" Id="R63f6804f7eb3406c" /><Relationship Type="http://schemas.openxmlformats.org/officeDocument/2006/relationships/notesSlide" Target="/ppt/notesSlides/notesSlide89.xml" Id="R26a6fb8d616f426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c7317a8fe4946" /><Relationship Type="http://schemas.openxmlformats.org/officeDocument/2006/relationships/image" Target="/ppt/media/image138.jpeg" Id="R5cb264a370d54133" /><Relationship Type="http://schemas.openxmlformats.org/officeDocument/2006/relationships/notesSlide" Target="/ppt/notesSlides/notesSlide90.xml" Id="R2b7134da2b254a7a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12e8114df4541" /><Relationship Type="http://schemas.openxmlformats.org/officeDocument/2006/relationships/image" Target="/ppt/media/image139.jpeg" Id="R5ab980aa16ac4692" /><Relationship Type="http://schemas.openxmlformats.org/officeDocument/2006/relationships/notesSlide" Target="/ppt/notesSlides/notesSlide91.xml" Id="R133822ba2d09494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0ff789fd04916" /><Relationship Type="http://schemas.openxmlformats.org/officeDocument/2006/relationships/image" Target="/ppt/media/image140.jpeg" Id="R29c4c28cb5484d86" /><Relationship Type="http://schemas.openxmlformats.org/officeDocument/2006/relationships/notesSlide" Target="/ppt/notesSlides/notesSlide92.xml" Id="R5774f9cfd938485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ab83fd6e64525" /><Relationship Type="http://schemas.openxmlformats.org/officeDocument/2006/relationships/image" Target="/ppt/media/image141.jpeg" Id="R7f7b453b4fbb4bc8" /><Relationship Type="http://schemas.openxmlformats.org/officeDocument/2006/relationships/image" Target="/ppt/media/image142.jpeg" Id="Re7f0a0617b3d4bfe" /><Relationship Type="http://schemas.openxmlformats.org/officeDocument/2006/relationships/image" Target="/ppt/media/image143.jpeg" Id="Rce405025c1e14775" /><Relationship Type="http://schemas.openxmlformats.org/officeDocument/2006/relationships/image" Target="/ppt/media/image144.jpeg" Id="R1b403f3e036c4b8b" /><Relationship Type="http://schemas.openxmlformats.org/officeDocument/2006/relationships/image" Target="/ppt/media/image145.jpeg" Id="Rde034648939040e8" /><Relationship Type="http://schemas.openxmlformats.org/officeDocument/2006/relationships/image" Target="/ppt/media/image146.jpeg" Id="R5118baadaca7421a" /><Relationship Type="http://schemas.openxmlformats.org/officeDocument/2006/relationships/image" Target="/ppt/media/image147.jpeg" Id="R790e2575fbb74264" /><Relationship Type="http://schemas.openxmlformats.org/officeDocument/2006/relationships/image" Target="/ppt/media/image148.jpeg" Id="R38d6a970ddbc4648" /><Relationship Type="http://schemas.openxmlformats.org/officeDocument/2006/relationships/image" Target="/ppt/media/image149.jpeg" Id="R04be0c976926492c" /><Relationship Type="http://schemas.openxmlformats.org/officeDocument/2006/relationships/notesSlide" Target="/ppt/notesSlides/notesSlide93.xml" Id="Re60f00a434f5476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9de60ebba4501" /><Relationship Type="http://schemas.openxmlformats.org/officeDocument/2006/relationships/image" Target="/ppt/media/image150.jpeg" Id="Rb6291849d9f4487f" /><Relationship Type="http://schemas.openxmlformats.org/officeDocument/2006/relationships/image" Target="/ppt/media/image151.jpeg" Id="Rd2a99ace8ec54503" /><Relationship Type="http://schemas.openxmlformats.org/officeDocument/2006/relationships/image" Target="/ppt/media/image152.jpeg" Id="Rc858fd3cf7c2411a" /><Relationship Type="http://schemas.openxmlformats.org/officeDocument/2006/relationships/image" Target="/ppt/media/image153.jpeg" Id="Rfb7499872e364750" /><Relationship Type="http://schemas.openxmlformats.org/officeDocument/2006/relationships/image" Target="/ppt/media/image154.jpeg" Id="R936a4e5196354747" /><Relationship Type="http://schemas.openxmlformats.org/officeDocument/2006/relationships/image" Target="/ppt/media/image155.jpeg" Id="R6dd207cd45364785" /><Relationship Type="http://schemas.openxmlformats.org/officeDocument/2006/relationships/image" Target="/ppt/media/image156.jpeg" Id="Rf1860363746a4c51" /><Relationship Type="http://schemas.openxmlformats.org/officeDocument/2006/relationships/image" Target="/ppt/media/image157.jpeg" Id="Refab43de5af244c8" /><Relationship Type="http://schemas.openxmlformats.org/officeDocument/2006/relationships/notesSlide" Target="/ppt/notesSlides/notesSlide94.xml" Id="R73f80c157b8d40ce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aaa4a545d40e3" /><Relationship Type="http://schemas.openxmlformats.org/officeDocument/2006/relationships/image" Target="/ppt/media/image158.jpeg" Id="R8f243aa203354b1b" /><Relationship Type="http://schemas.openxmlformats.org/officeDocument/2006/relationships/image" Target="/ppt/media/image159.jpeg" Id="R219de39fa4634696" /><Relationship Type="http://schemas.openxmlformats.org/officeDocument/2006/relationships/image" Target="/ppt/media/image160.jpeg" Id="R34df40f74ac64352" /><Relationship Type="http://schemas.openxmlformats.org/officeDocument/2006/relationships/image" Target="/ppt/media/image161.jpeg" Id="R9eb9cc3f15cd48cc" /><Relationship Type="http://schemas.openxmlformats.org/officeDocument/2006/relationships/image" Target="/ppt/media/image162.jpeg" Id="Rb2a1bd62119841e4" /><Relationship Type="http://schemas.openxmlformats.org/officeDocument/2006/relationships/image" Target="/ppt/media/image163.jpeg" Id="Ra0de3fa8df83498b" /><Relationship Type="http://schemas.openxmlformats.org/officeDocument/2006/relationships/image" Target="/ppt/media/image27.png" Id="R45e59f179c944fe4" /><Relationship Type="http://schemas.openxmlformats.org/officeDocument/2006/relationships/image" Target="/ppt/media/image164.jpeg" Id="R73f886738e2a41d9" /><Relationship Type="http://schemas.openxmlformats.org/officeDocument/2006/relationships/notesSlide" Target="/ppt/notesSlides/notesSlide95.xml" Id="R985508c3e7594957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f27a1f53848ce" /><Relationship Type="http://schemas.openxmlformats.org/officeDocument/2006/relationships/image" Target="/ppt/media/image165.jpeg" Id="R463db934278f4d66" /><Relationship Type="http://schemas.openxmlformats.org/officeDocument/2006/relationships/image" Target="/ppt/media/image166.jpeg" Id="Rdf3bfb8c891a4df6" /><Relationship Type="http://schemas.openxmlformats.org/officeDocument/2006/relationships/image" Target="/ppt/media/image167.jpeg" Id="R7f1b304d63614612" /><Relationship Type="http://schemas.openxmlformats.org/officeDocument/2006/relationships/image" Target="/ppt/media/image168.jpeg" Id="R0f733904bd574c1d" /><Relationship Type="http://schemas.openxmlformats.org/officeDocument/2006/relationships/image" Target="/ppt/media/image169.jpeg" Id="Re7377c791e87425f" /><Relationship Type="http://schemas.openxmlformats.org/officeDocument/2006/relationships/image" Target="/ppt/media/image28.png" Id="Rbd6ee3df8f2c4105" /><Relationship Type="http://schemas.openxmlformats.org/officeDocument/2006/relationships/image" Target="/ppt/media/image170.jpeg" Id="R237735212a754eef" /><Relationship Type="http://schemas.openxmlformats.org/officeDocument/2006/relationships/image" Target="/ppt/media/image171.jpeg" Id="R3039d3bf019f4556" /><Relationship Type="http://schemas.openxmlformats.org/officeDocument/2006/relationships/notesSlide" Target="/ppt/notesSlides/notesSlide96.xml" Id="Rfc86273517c14c1f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c623bf7f848c0" /><Relationship Type="http://schemas.openxmlformats.org/officeDocument/2006/relationships/image" Target="/ppt/media/image172.jpeg" Id="Rf422437c4e864892" /><Relationship Type="http://schemas.openxmlformats.org/officeDocument/2006/relationships/image" Target="/ppt/media/image173.jpeg" Id="Rcdd4ebf77f724ce1" /><Relationship Type="http://schemas.openxmlformats.org/officeDocument/2006/relationships/image" Target="/ppt/media/image174.jpeg" Id="R214ce00c4e594992" /><Relationship Type="http://schemas.openxmlformats.org/officeDocument/2006/relationships/image" Target="/ppt/media/image175.jpeg" Id="R9fcefef015ca4ba1" /><Relationship Type="http://schemas.openxmlformats.org/officeDocument/2006/relationships/image" Target="/ppt/media/image176.jpeg" Id="R17317e6ddc6c4c68" /><Relationship Type="http://schemas.openxmlformats.org/officeDocument/2006/relationships/image" Target="/ppt/media/image177.jpeg" Id="Rfd6e1aec3a3f4ac3" /><Relationship Type="http://schemas.openxmlformats.org/officeDocument/2006/relationships/image" Target="/ppt/media/image178.jpeg" Id="R848c8f2294584034" /><Relationship Type="http://schemas.openxmlformats.org/officeDocument/2006/relationships/image" Target="/ppt/media/image179.jpeg" Id="Rf758cb49bfb44cf5" /><Relationship Type="http://schemas.openxmlformats.org/officeDocument/2006/relationships/notesSlide" Target="/ppt/notesSlides/notesSlide97.xml" Id="Rfbf3f97bb08a4c54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e5647d9454f70" /><Relationship Type="http://schemas.openxmlformats.org/officeDocument/2006/relationships/image" Target="/ppt/media/image180.jpeg" Id="Rc9c5b04df2bf48e8" /><Relationship Type="http://schemas.openxmlformats.org/officeDocument/2006/relationships/notesSlide" Target="/ppt/notesSlides/notesSlide98.xml" Id="R629d3f3baebc4bac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ca6a78ee341e3" /><Relationship Type="http://schemas.openxmlformats.org/officeDocument/2006/relationships/image" Target="/ppt/media/image181.jpeg" Id="R0b68ecb7f3434995" /><Relationship Type="http://schemas.openxmlformats.org/officeDocument/2006/relationships/notesSlide" Target="/ppt/notesSlides/notesSlide99.xml" Id="Rc02d393e46e1479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a8334e9d14fe4" /><Relationship Type="http://schemas.openxmlformats.org/officeDocument/2006/relationships/image" Target="/ppt/media/image182.jpeg" Id="Rf03b51b8c5534e70" /><Relationship Type="http://schemas.openxmlformats.org/officeDocument/2006/relationships/notesSlide" Target="/ppt/notesSlides/notesSlide100.xml" Id="Rddb28e150a964f26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7b10ea6e143fc" /><Relationship Type="http://schemas.openxmlformats.org/officeDocument/2006/relationships/image" Target="/ppt/media/image183.jpeg" Id="Ra79f92db206e4b00" /><Relationship Type="http://schemas.openxmlformats.org/officeDocument/2006/relationships/notesSlide" Target="/ppt/notesSlides/notesSlide101.xml" Id="R2ccc662b8ea5485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4705b13354e99" /><Relationship Type="http://schemas.openxmlformats.org/officeDocument/2006/relationships/image" Target="/ppt/media/image184.jpeg" Id="R17cc6d589c284692" /><Relationship Type="http://schemas.openxmlformats.org/officeDocument/2006/relationships/notesSlide" Target="/ppt/notesSlides/notesSlide102.xml" Id="Rb6d1a1bcc28243b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36fbe94d84510" /><Relationship Type="http://schemas.openxmlformats.org/officeDocument/2006/relationships/image" Target="/ppt/media/image185.jpeg" Id="Rc9bb22b110fe4da0" /><Relationship Type="http://schemas.openxmlformats.org/officeDocument/2006/relationships/notesSlide" Target="/ppt/notesSlides/notesSlide103.xml" Id="R108bab9a967a464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a865c80c94cdb" /><Relationship Type="http://schemas.openxmlformats.org/officeDocument/2006/relationships/image" Target="/ppt/media/image186.jpeg" Id="R4e1505789d6742aa" /><Relationship Type="http://schemas.openxmlformats.org/officeDocument/2006/relationships/notesSlide" Target="/ppt/notesSlides/notesSlide104.xml" Id="R389c82b1bd9f44c5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0ba05b12248f0" /><Relationship Type="http://schemas.openxmlformats.org/officeDocument/2006/relationships/image" Target="/ppt/media/image187.jpeg" Id="Rd17049e9ebf2466d" /><Relationship Type="http://schemas.openxmlformats.org/officeDocument/2006/relationships/notesSlide" Target="/ppt/notesSlides/notesSlide105.xml" Id="Rbee8f5343a65463f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dc0df4fb84b40" /><Relationship Type="http://schemas.openxmlformats.org/officeDocument/2006/relationships/image" Target="/ppt/media/image188.jpeg" Id="R5a86472174ec4780" /><Relationship Type="http://schemas.openxmlformats.org/officeDocument/2006/relationships/notesSlide" Target="/ppt/notesSlides/notesSlide106.xml" Id="Rf6c66de26cfd4bc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1e98d866a4279" /><Relationship Type="http://schemas.openxmlformats.org/officeDocument/2006/relationships/image" Target="/ppt/media/image189.jpeg" Id="R433f553d4ffe43bb" /><Relationship Type="http://schemas.openxmlformats.org/officeDocument/2006/relationships/notesSlide" Target="/ppt/notesSlides/notesSlide107.xml" Id="Rb13f19d5817d4b9b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f3e5c195e44a4" /><Relationship Type="http://schemas.openxmlformats.org/officeDocument/2006/relationships/image" Target="/ppt/media/image190.jpeg" Id="Rae998fa22c0b4de4" /><Relationship Type="http://schemas.openxmlformats.org/officeDocument/2006/relationships/notesSlide" Target="/ppt/notesSlides/notesSlide108.xml" Id="R13c9ce951e9d4ada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0e00bc2fc4dfd" /><Relationship Type="http://schemas.openxmlformats.org/officeDocument/2006/relationships/image" Target="/ppt/media/image191.jpeg" Id="Rcb71addeed144cbe" /><Relationship Type="http://schemas.openxmlformats.org/officeDocument/2006/relationships/notesSlide" Target="/ppt/notesSlides/notesSlide109.xml" Id="R285bc1b606894ee5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d91316b214030" /><Relationship Type="http://schemas.openxmlformats.org/officeDocument/2006/relationships/image" Target="/ppt/media/image192.jpeg" Id="R9645b418371b4825" /><Relationship Type="http://schemas.openxmlformats.org/officeDocument/2006/relationships/notesSlide" Target="/ppt/notesSlides/notesSlide110.xml" Id="R3c7febb9398d471f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09daf5a354050" /><Relationship Type="http://schemas.openxmlformats.org/officeDocument/2006/relationships/image" Target="/ppt/media/image193.jpeg" Id="Rcbb220f1655344fc" /><Relationship Type="http://schemas.openxmlformats.org/officeDocument/2006/relationships/notesSlide" Target="/ppt/notesSlides/notesSlide111.xml" Id="R810a742cbd194150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8b9ac688d47dc" /><Relationship Type="http://schemas.openxmlformats.org/officeDocument/2006/relationships/image" Target="/ppt/media/image194.jpeg" Id="Recacfaf1ac264b14" /><Relationship Type="http://schemas.openxmlformats.org/officeDocument/2006/relationships/notesSlide" Target="/ppt/notesSlides/notesSlide112.xml" Id="R2fb965896f3746f4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cad44a8524487" /><Relationship Type="http://schemas.openxmlformats.org/officeDocument/2006/relationships/image" Target="/ppt/media/image195.jpeg" Id="Rddcb0ecf76d1467b" /><Relationship Type="http://schemas.openxmlformats.org/officeDocument/2006/relationships/notesSlide" Target="/ppt/notesSlides/notesSlide113.xml" Id="Rf8af73e8182b418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b4325d27e448e" /><Relationship Type="http://schemas.openxmlformats.org/officeDocument/2006/relationships/image" Target="/ppt/media/image196.jpeg" Id="R3c0d0478e45b4ed2" /><Relationship Type="http://schemas.openxmlformats.org/officeDocument/2006/relationships/notesSlide" Target="/ppt/notesSlides/notesSlide114.xml" Id="R6d8f6195bed64ec6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f4c4a54044919" /><Relationship Type="http://schemas.openxmlformats.org/officeDocument/2006/relationships/image" Target="/ppt/media/image197.jpeg" Id="R7160057a185b4726" /><Relationship Type="http://schemas.openxmlformats.org/officeDocument/2006/relationships/notesSlide" Target="/ppt/notesSlides/notesSlide115.xml" Id="Rdb8c461456884c8a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20a88519a41c1" /><Relationship Type="http://schemas.openxmlformats.org/officeDocument/2006/relationships/image" Target="/ppt/media/image198.jpeg" Id="R94ec8eab9a174d51" /><Relationship Type="http://schemas.openxmlformats.org/officeDocument/2006/relationships/notesSlide" Target="/ppt/notesSlides/notesSlide116.xml" Id="Rfdc64d046bd74875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bd1ac05b74a35" /><Relationship Type="http://schemas.openxmlformats.org/officeDocument/2006/relationships/image" Target="/ppt/media/image199.jpeg" Id="R6898f2e521e640fd" /><Relationship Type="http://schemas.openxmlformats.org/officeDocument/2006/relationships/notesSlide" Target="/ppt/notesSlides/notesSlide117.xml" Id="R0ceaa85015a54a7e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4e96b6f0e407d" /><Relationship Type="http://schemas.openxmlformats.org/officeDocument/2006/relationships/image" Target="/ppt/media/image200.jpeg" Id="Rb47098f80fd34ebf" /><Relationship Type="http://schemas.openxmlformats.org/officeDocument/2006/relationships/notesSlide" Target="/ppt/notesSlides/notesSlide118.xml" Id="R373f8a85bcb74efb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35725323a4c81" /><Relationship Type="http://schemas.openxmlformats.org/officeDocument/2006/relationships/image" Target="/ppt/media/image201.jpeg" Id="R15b369db84a84751" /><Relationship Type="http://schemas.openxmlformats.org/officeDocument/2006/relationships/notesSlide" Target="/ppt/notesSlides/notesSlide119.xml" Id="Rf79203a087f04850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e360b4b314758" /><Relationship Type="http://schemas.openxmlformats.org/officeDocument/2006/relationships/image" Target="/ppt/media/image202.jpeg" Id="Ra5e56f1b506c4778" /><Relationship Type="http://schemas.openxmlformats.org/officeDocument/2006/relationships/notesSlide" Target="/ppt/notesSlides/notesSlide120.xml" Id="R5461cfda8d354972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9a997292c4a0a" /><Relationship Type="http://schemas.openxmlformats.org/officeDocument/2006/relationships/image" Target="/ppt/media/image29.png" Id="R9e6ad4001c6b48eb" /><Relationship Type="http://schemas.openxmlformats.org/officeDocument/2006/relationships/notesSlide" Target="/ppt/notesSlides/notesSlide121.xml" Id="R8d75c61e8a5141d3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b125353a7445c" /><Relationship Type="http://schemas.openxmlformats.org/officeDocument/2006/relationships/image" Target="/ppt/media/image203.jpeg" Id="Rf61e9222a3b14695" /><Relationship Type="http://schemas.openxmlformats.org/officeDocument/2006/relationships/notesSlide" Target="/ppt/notesSlides/notesSlide122.xml" Id="Rf959373ea2284cf7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85d7582d042ee" /><Relationship Type="http://schemas.openxmlformats.org/officeDocument/2006/relationships/image" Target="/ppt/media/image204.jpeg" Id="R7b76e17105c84bda" /><Relationship Type="http://schemas.openxmlformats.org/officeDocument/2006/relationships/notesSlide" Target="/ppt/notesSlides/notesSlide123.xml" Id="Rd461bfa6852c4061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39f2a94a34904" /><Relationship Type="http://schemas.openxmlformats.org/officeDocument/2006/relationships/image" Target="/ppt/media/image205.jpeg" Id="R517c2790d73d4025" /><Relationship Type="http://schemas.openxmlformats.org/officeDocument/2006/relationships/notesSlide" Target="/ppt/notesSlides/notesSlide124.xml" Id="R0a68e388cc5f4ef0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5e3288bf64c0b" /><Relationship Type="http://schemas.openxmlformats.org/officeDocument/2006/relationships/image" Target="/ppt/media/image206.jpeg" Id="R14a8d55d33934ff5" /><Relationship Type="http://schemas.openxmlformats.org/officeDocument/2006/relationships/notesSlide" Target="/ppt/notesSlides/notesSlide125.xml" Id="R801b427eb6674a32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53febf7d54f6c" /><Relationship Type="http://schemas.openxmlformats.org/officeDocument/2006/relationships/image" Target="/ppt/media/image207.jpeg" Id="Rf6accb51697645dc" /><Relationship Type="http://schemas.openxmlformats.org/officeDocument/2006/relationships/notesSlide" Target="/ppt/notesSlides/notesSlide126.xml" Id="R91ede14a6c1f48e7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2040bb1f245c5" /><Relationship Type="http://schemas.openxmlformats.org/officeDocument/2006/relationships/image" Target="/ppt/media/image208.jpeg" Id="Rd65635139a174054" /><Relationship Type="http://schemas.openxmlformats.org/officeDocument/2006/relationships/notesSlide" Target="/ppt/notesSlides/notesSlide127.xml" Id="Ref5630950e344eac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1ac3ae47d4cca" /><Relationship Type="http://schemas.openxmlformats.org/officeDocument/2006/relationships/image" Target="/ppt/media/image30.png" Id="R948536454fc24105" /><Relationship Type="http://schemas.openxmlformats.org/officeDocument/2006/relationships/notesSlide" Target="/ppt/notesSlides/notesSlide128.xml" Id="Re323a3bfd6f94e6f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5b9e9a23a4413" /><Relationship Type="http://schemas.openxmlformats.org/officeDocument/2006/relationships/image" Target="/ppt/media/image209.jpeg" Id="R6ccb362aedc0406e" /><Relationship Type="http://schemas.openxmlformats.org/officeDocument/2006/relationships/notesSlide" Target="/ppt/notesSlides/notesSlide129.xml" Id="Rcec84ad77a93485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22f8e70f14b2b" /><Relationship Type="http://schemas.openxmlformats.org/officeDocument/2006/relationships/image" Target="/ppt/media/image210.jpeg" Id="R327342f774be4155" /><Relationship Type="http://schemas.openxmlformats.org/officeDocument/2006/relationships/notesSlide" Target="/ppt/notesSlides/notesSlide130.xml" Id="Rdd69c76a4be644d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2bcea2c8f4f3f" /><Relationship Type="http://schemas.openxmlformats.org/officeDocument/2006/relationships/image" Target="/ppt/media/image211.jpeg" Id="Re4b0258d42ea42a3" /><Relationship Type="http://schemas.openxmlformats.org/officeDocument/2006/relationships/notesSlide" Target="/ppt/notesSlides/notesSlide131.xml" Id="R35ff6e905e0d4f38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c02268ebd45ca" /><Relationship Type="http://schemas.openxmlformats.org/officeDocument/2006/relationships/image" Target="/ppt/media/image212.jpeg" Id="Ra417eba2f7594b6f" /><Relationship Type="http://schemas.openxmlformats.org/officeDocument/2006/relationships/notesSlide" Target="/ppt/notesSlides/notesSlide132.xml" Id="R5fd94e003eca405d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34695db8241a0" /><Relationship Type="http://schemas.openxmlformats.org/officeDocument/2006/relationships/image" Target="/ppt/media/image213.jpeg" Id="R17f95c8d20a042cf" /><Relationship Type="http://schemas.openxmlformats.org/officeDocument/2006/relationships/notesSlide" Target="/ppt/notesSlides/notesSlide133.xml" Id="R8534e7e272c741e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1ade754b645f9" /><Relationship Type="http://schemas.openxmlformats.org/officeDocument/2006/relationships/image" Target="/ppt/media/image214.jpeg" Id="R20135fa817e34d80" /><Relationship Type="http://schemas.openxmlformats.org/officeDocument/2006/relationships/notesSlide" Target="/ppt/notesSlides/notesSlide134.xml" Id="R7284157f779d435b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51f36731e4056" /><Relationship Type="http://schemas.openxmlformats.org/officeDocument/2006/relationships/image" Target="/ppt/media/image215.jpeg" Id="R95260268b1b64ab6" /><Relationship Type="http://schemas.openxmlformats.org/officeDocument/2006/relationships/notesSlide" Target="/ppt/notesSlides/notesSlide135.xml" Id="R1e04ddccd0bd42d0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fa01222584b4e" /><Relationship Type="http://schemas.openxmlformats.org/officeDocument/2006/relationships/image" Target="/ppt/media/image216.jpeg" Id="Rac1bdcf10cca479f" /><Relationship Type="http://schemas.openxmlformats.org/officeDocument/2006/relationships/notesSlide" Target="/ppt/notesSlides/notesSlide136.xml" Id="Re428f9317a8848e2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ebb74348546c6" /><Relationship Type="http://schemas.openxmlformats.org/officeDocument/2006/relationships/image" Target="/ppt/media/image217.jpeg" Id="R0828a498dee04101" /><Relationship Type="http://schemas.openxmlformats.org/officeDocument/2006/relationships/notesSlide" Target="/ppt/notesSlides/notesSlide137.xml" Id="R2c1ee2a84ade4fb8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2ae664e214cff" /><Relationship Type="http://schemas.openxmlformats.org/officeDocument/2006/relationships/image" Target="/ppt/media/image218.jpeg" Id="R9cc92870fd71412b" /><Relationship Type="http://schemas.openxmlformats.org/officeDocument/2006/relationships/notesSlide" Target="/ppt/notesSlides/notesSlide138.xml" Id="R2acce7cd594d4952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14580268c44c5" /><Relationship Type="http://schemas.openxmlformats.org/officeDocument/2006/relationships/image" Target="/ppt/media/image219.jpeg" Id="Re75ec1ef3c8f4b4b" /><Relationship Type="http://schemas.openxmlformats.org/officeDocument/2006/relationships/image" Target="/ppt/media/image220.jpeg" Id="R20affd5c4b9945af" /><Relationship Type="http://schemas.openxmlformats.org/officeDocument/2006/relationships/image" Target="/ppt/media/image221.jpeg" Id="R4106757f9dfd4769" /><Relationship Type="http://schemas.openxmlformats.org/officeDocument/2006/relationships/image" Target="/ppt/media/image222.jpeg" Id="R689783d9a7974674" /><Relationship Type="http://schemas.openxmlformats.org/officeDocument/2006/relationships/image" Target="/ppt/media/image223.jpeg" Id="R5132c7b73386476c" /><Relationship Type="http://schemas.openxmlformats.org/officeDocument/2006/relationships/image" Target="/ppt/media/image224.jpeg" Id="R28e3ed72e8e94733" /><Relationship Type="http://schemas.openxmlformats.org/officeDocument/2006/relationships/image" Target="/ppt/media/image225.jpeg" Id="R321b93708c0f424b" /><Relationship Type="http://schemas.openxmlformats.org/officeDocument/2006/relationships/image" Target="/ppt/media/image226.jpeg" Id="Ra07e932888c542c1" /><Relationship Type="http://schemas.openxmlformats.org/officeDocument/2006/relationships/notesSlide" Target="/ppt/notesSlides/notesSlide139.xml" Id="R7778f4b880854397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2843d675841f5" /><Relationship Type="http://schemas.openxmlformats.org/officeDocument/2006/relationships/image" Target="/ppt/media/image227.jpeg" Id="R43f794ae3196415f" /><Relationship Type="http://schemas.openxmlformats.org/officeDocument/2006/relationships/image" Target="/ppt/media/image228.jpeg" Id="R33ce9cfff0fe4f2b" /><Relationship Type="http://schemas.openxmlformats.org/officeDocument/2006/relationships/image" Target="/ppt/media/image229.jpeg" Id="Rf29d9a273f1b49c6" /><Relationship Type="http://schemas.openxmlformats.org/officeDocument/2006/relationships/image" Target="/ppt/media/image230.jpeg" Id="R1b5bef7b55b84ebc" /><Relationship Type="http://schemas.openxmlformats.org/officeDocument/2006/relationships/image" Target="/ppt/media/image231.jpeg" Id="Rd9cad5238d1b4d49" /><Relationship Type="http://schemas.openxmlformats.org/officeDocument/2006/relationships/image" Target="/ppt/media/image232.jpeg" Id="Rad6b3d8b9f104a48" /><Relationship Type="http://schemas.openxmlformats.org/officeDocument/2006/relationships/image" Target="/ppt/media/image233.jpeg" Id="R2a69217b9b294c25" /><Relationship Type="http://schemas.openxmlformats.org/officeDocument/2006/relationships/notesSlide" Target="/ppt/notesSlides/notesSlide140.xml" Id="R1d2987f30f3148c9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e50851b5941d9" /><Relationship Type="http://schemas.openxmlformats.org/officeDocument/2006/relationships/image" Target="/ppt/media/image234.jpeg" Id="R5bdce905c73541a8" /><Relationship Type="http://schemas.openxmlformats.org/officeDocument/2006/relationships/notesSlide" Target="/ppt/notesSlides/notesSlide141.xml" Id="Rc9772cff9de94e12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75a6344094763" /><Relationship Type="http://schemas.openxmlformats.org/officeDocument/2006/relationships/image" Target="/ppt/media/image235.jpeg" Id="R759e6663163d4fef" /><Relationship Type="http://schemas.openxmlformats.org/officeDocument/2006/relationships/notesSlide" Target="/ppt/notesSlides/notesSlide142.xml" Id="Rcc5b1ca59eae4ad5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db8d3a52d4827" /><Relationship Type="http://schemas.openxmlformats.org/officeDocument/2006/relationships/image" Target="/ppt/media/image236.jpeg" Id="R0b13882d9b474c9c" /><Relationship Type="http://schemas.openxmlformats.org/officeDocument/2006/relationships/notesSlide" Target="/ppt/notesSlides/notesSlide143.xml" Id="Rce85d126d7544cd8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94d3a10e14c8c" /><Relationship Type="http://schemas.openxmlformats.org/officeDocument/2006/relationships/image" Target="/ppt/media/image237.jpeg" Id="R5c85908ac643480b" /><Relationship Type="http://schemas.openxmlformats.org/officeDocument/2006/relationships/notesSlide" Target="/ppt/notesSlides/notesSlide144.xml" Id="Rf0784fff0e8f406b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2d12b1bdb4c05" /><Relationship Type="http://schemas.openxmlformats.org/officeDocument/2006/relationships/image" Target="/ppt/media/image31.png" Id="R77500e915b5140a5" /><Relationship Type="http://schemas.openxmlformats.org/officeDocument/2006/relationships/notesSlide" Target="/ppt/notesSlides/notesSlide145.xml" Id="Rae54060b1eec48c5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3925eaf784932" /><Relationship Type="http://schemas.openxmlformats.org/officeDocument/2006/relationships/image" Target="/ppt/media/image32.png" Id="Rd55e844ff55b4a0d" /><Relationship Type="http://schemas.openxmlformats.org/officeDocument/2006/relationships/notesSlide" Target="/ppt/notesSlides/notesSlide146.xml" Id="Rc338819d169147b4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ce257fbd741ff" /><Relationship Type="http://schemas.openxmlformats.org/officeDocument/2006/relationships/image" Target="/ppt/media/image238.jpeg" Id="Rb0bbbc9d42fc41f9" /><Relationship Type="http://schemas.openxmlformats.org/officeDocument/2006/relationships/notesSlide" Target="/ppt/notesSlides/notesSlide147.xml" Id="R75d8abb2616d4bb8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003928c3c4214" /><Relationship Type="http://schemas.openxmlformats.org/officeDocument/2006/relationships/image" Target="/ppt/media/image239.jpeg" Id="R91db2d7523a54101" /><Relationship Type="http://schemas.openxmlformats.org/officeDocument/2006/relationships/notesSlide" Target="/ppt/notesSlides/notesSlide148.xml" Id="R62b957699e004280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bfcce855a4211" /><Relationship Type="http://schemas.openxmlformats.org/officeDocument/2006/relationships/image" Target="/ppt/media/image240.jpeg" Id="Re90f3f822e394124" /><Relationship Type="http://schemas.openxmlformats.org/officeDocument/2006/relationships/notesSlide" Target="/ppt/notesSlides/notesSlide149.xml" Id="Rb316e76353db4cd6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bcc77dade4f84" /><Relationship Type="http://schemas.openxmlformats.org/officeDocument/2006/relationships/image" Target="/ppt/media/image241.jpeg" Id="R188238c3415b479a" /><Relationship Type="http://schemas.openxmlformats.org/officeDocument/2006/relationships/notesSlide" Target="/ppt/notesSlides/notesSlide150.xml" Id="Rbb6ff5704aa94e4e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5c0869d2942b8" /><Relationship Type="http://schemas.openxmlformats.org/officeDocument/2006/relationships/image" Target="/ppt/media/image242.jpeg" Id="Ree1a30e96ca04d82" /><Relationship Type="http://schemas.openxmlformats.org/officeDocument/2006/relationships/notesSlide" Target="/ppt/notesSlides/notesSlide151.xml" Id="Rbdd7dd0241384965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5fcd40a094836" /><Relationship Type="http://schemas.openxmlformats.org/officeDocument/2006/relationships/image" Target="/ppt/media/image243.jpeg" Id="R3f21763d49ca4741" /><Relationship Type="http://schemas.openxmlformats.org/officeDocument/2006/relationships/notesSlide" Target="/ppt/notesSlides/notesSlide152.xml" Id="R164fdbbc92c94a97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d98da4d41440a7" /><Relationship Type="http://schemas.openxmlformats.org/officeDocument/2006/relationships/image" Target="/ppt/media/image244.jpeg" Id="R15051676c72848e9" /><Relationship Type="http://schemas.openxmlformats.org/officeDocument/2006/relationships/notesSlide" Target="/ppt/notesSlides/notesSlide153.xml" Id="Rd80466cfc8044dd5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1e992a9a345de" /><Relationship Type="http://schemas.openxmlformats.org/officeDocument/2006/relationships/image" Target="/ppt/media/image245.jpeg" Id="R7fd08d867f4b47ec" /><Relationship Type="http://schemas.openxmlformats.org/officeDocument/2006/relationships/notesSlide" Target="/ppt/notesSlides/notesSlide154.xml" Id="Rdd5a5a90bd174452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3eefae1224804" /><Relationship Type="http://schemas.openxmlformats.org/officeDocument/2006/relationships/image" Target="/ppt/media/image246.jpeg" Id="R73d8a2f358f2448b" /><Relationship Type="http://schemas.openxmlformats.org/officeDocument/2006/relationships/notesSlide" Target="/ppt/notesSlides/notesSlide155.xml" Id="R75331c2790964c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FED5D-F419-4FA7-8D66-ADB38482E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813469d574968"/>
          <a:srcRect xmlns:a="http://schemas.openxmlformats.org/drawingml/2006/main" l="0" t="16052" r="0" b="16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0"/>
            <a:ext cx="6057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2066E7C-08F6-45CF-A9CE-CF92EBE7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5654A8A-6DF7-4354-B832-6165DC7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511946-8B85-4AA7-9259-F40F181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TOUHOU PROJECT · CHARACTER COMPENDIUM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A23F08-D57F-41A9-8E61-74A8439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32"/>
          </a:bodyPr>
          <a:lstStyle xmlns:a="http://schemas.openxmlformats.org/drawingml/2006/main">
            <a:def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幻想乡博物志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F713A4-03AD-44DE-A344-2A03920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04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东方人物手册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0480F75-8EF1-4976-967E-41BCCDC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per">
            <a:extLst xmlns:a="http://schemas.openxmlformats.org/drawingml/2006/main">
              <a:ext uri="{FF2B5EF4-FFF2-40B4-BE49-F238E27FC236}">
                <a16:creationId xmlns:a16="http://schemas.microsoft.com/office/drawing/2014/main" id="{AEAEADC0-4C47-47E3-861B-FA2A85F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13BAB0-1220-4B9F-B5B5-4DD9A774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137名角色独立档案</a:t>
            </a:r>
          </a:p>
        </p:txBody>
      </p:sp>
      <p:sp>
        <p:nvSpPr>
          <p:cNvPr id="10" name="paper">
            <a:extLst xmlns:a="http://schemas.openxmlformats.org/drawingml/2006/main">
              <a:ext uri="{FF2B5EF4-FFF2-40B4-BE49-F238E27FC236}">
                <a16:creationId xmlns:a16="http://schemas.microsoft.com/office/drawing/2014/main" id="{22B23465-9313-49E1-BA0C-3EADEBBA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0DE6209-E930-47C1-97AF-FA3B284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E9BD54-3565-4543-B920-EE62A18A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8卷地域与势力编排</a:t>
            </a:r>
          </a:p>
        </p:txBody>
      </p:sp>
      <p:sp>
        <p:nvSpPr>
          <p:cNvPr id="13" name="paper">
            <a:extLst xmlns:a="http://schemas.openxmlformats.org/drawingml/2006/main">
              <a:ext uri="{FF2B5EF4-FFF2-40B4-BE49-F238E27FC236}">
                <a16:creationId xmlns:a16="http://schemas.microsoft.com/office/drawing/2014/main" id="{11EEDAEF-C3E8-4012-BE2F-81A87FE8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2343CDA-034F-4E23-91F4-9E9F91A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E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4BC9948-63B2-474D-BFF6-3767EF6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defPPr>
            <a:lvl1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1pPr>
            <a:lvl2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2pPr>
            <a:lvl3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3pPr>
            <a:lvl4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4pPr>
            <a:lvl5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5pPr>
            <a:lvl6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6pPr>
            <a:lvl7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7pPr>
            <a:lvl8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8pPr>
            <a:lvl9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300" b="1">
                <a:solidFill>
                  <a:srgbClr val="4A4036"/>
                </a:solidFill>
                <a:latin typeface="SimSun"/>
                <a:ea typeface="SimSun"/>
                <a:cs typeface="SimSun"/>
              </a:defRPr>
            </a:pPr>
            <a:r>
              <a:t>全角色插图</a:t>
            </a:r>
          </a:p>
        </p:txBody>
      </p:sp>
      <p:sp>
        <p:nvSpPr>
          <p:cNvPr id="16" name="paper">
            <a:extLst xmlns:a="http://schemas.openxmlformats.org/drawingml/2006/main">
              <a:ext uri="{FF2B5EF4-FFF2-40B4-BE49-F238E27FC236}">
                <a16:creationId xmlns:a16="http://schemas.microsoft.com/office/drawing/2014/main" id="{FE883E48-65C6-41DE-9A22-7DE3FA6E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1EEA01D-E430-4955-8CFA-256F45E7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2026年10月修订 · 含《东方锦上京》人物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A1CD8F-926D-4E19-85D2-601F718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23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同人AI插图手册 · 非官方出版 · 含剧情剧透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E2AE4-B34D-4504-AD25-27C758AD5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d3f1e039c44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194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8F013-9EAF-4173-89BB-0890393688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a5ba7926344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100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7D6F2-1DA6-4A05-91C3-4D29AD009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d6a84a0d04b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00650"/>
            <a:ext cx="704850" cy="70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4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5F3A64F9-791D-49D7-B67A-875E5DE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C90A00-0F40-4347-B487-7B1BE9AB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F35353-C136-49A0-AD7B-26D2EF3F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defPPr>
            <a:lvl1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1pPr>
            <a:lvl2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2pPr>
            <a:lvl3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3pPr>
            <a:lvl4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4pPr>
            <a:lvl5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5pPr>
            <a:lvl6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6pPr>
            <a:lvl7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7pPr>
            <a:lvl8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8pPr>
            <a:lvl9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0400" b="1">
                <a:solidFill>
                  <a:srgbClr val="B63E31"/>
                </a:solidFill>
                <a:latin typeface="SimSun"/>
                <a:ea typeface="SimSun"/>
                <a:cs typeface="SimSun"/>
              </a:defRPr>
            </a:pPr>
            <a:r>
              <a:t>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FD0AC1-C4D2-4EF6-8BF0-F72C8BE9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E77DAC-40D9-485A-B4D3-175926C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红魔乡 · 雾之湖 · 红魔馆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49FE116E-5C82-4F6F-8184-846FCF4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498A55-0B0C-4128-B09B-CB1CE154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9名角色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029D0A-E949-4F47-B824-8B060986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613AD4DD-20E1-4B5F-BB24-05CDFF64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91B827-43F5-48F7-AE2F-10904D9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B838AE8-F77E-41F5-8B6A-10C6AE8F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BB7569-DF8E-478F-A58E-62D5484F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0346E9-2E45-461F-A79C-E1D84B5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62B0826-067F-42E0-9B78-66CF661E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660DF4C5-07AA-451B-B79F-E2C49EBD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F2358B-7403-45A6-A70B-525AA7E2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C8AF78D-41E8-497D-9601-9173FC29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D7DEC8F-7B1F-4B13-8846-B3C40BD3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019107E-1DFA-4E58-9992-BB8DD6E9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2BEF42D-90F4-4F23-984F-391EFCA4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618FB53-B4A9-4D6F-8F8A-FFDA1E4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0A0476C-B87E-4C1F-84DD-3DB4CD4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D6E9698-D743-47B1-9EF0-08DC45E3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C3FDF7-006A-4C0F-9699-C10561AA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07CC6FA-BB76-472B-8E60-AF0B538A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CFB17723-D0E6-42CF-A900-16C4AC4D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F793D5F8-A29D-42DE-ADE5-0B51BBD0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FE5D68F-155F-4EDB-A7C8-3917ABC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3F570E0-8283-4AFC-A64D-B3B30762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B0CDBB71-C8CE-4941-A384-ECA239E4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99043FD-462E-433B-87A8-14AAA663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C73D79B-A253-4BB4-A61F-494B2FC0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E43015D-B445-49DD-845F-E206F45B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A8BA5BAF-F564-4809-9A6A-5A27B5FC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D02BB29-BECF-4568-AD35-3FB6C51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7E4C2BA-4655-4206-B393-63FDBAF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153A065-99F5-4D0C-8AB9-6947355B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150CC1CF-77B6-4421-AC9A-819D0B7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8E871641-EAF7-434F-A57E-FB9E96F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5876A6A-6213-43EB-9CD0-A31F09A1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6B8B5D6-CA44-4001-A09E-D314E25D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C9F77850-B715-43F8-9C2F-D497190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B2D7ACBC-D8BE-4AE6-B15F-AC1EADA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23086D4E-80C9-43FA-8A9E-3ED0D2B2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93800522-4CBB-414A-B16B-44BBF224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2636A9E8-D6D7-4712-BE71-037EF42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674C18-8005-4ECC-883F-2FF4C85EC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36eab08d345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31CEF9-0410-4D6C-859D-AEFF5CA80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f58ae1fa743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F8F17B-2B71-46C3-BD8E-7E3D317C7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ced9dfac244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792A1B-27F6-4FB1-91D9-5E1CB737D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993c1560e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036060-0BBF-47D6-8F45-10AC5BB76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66af94a434d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79AD50-2706-49CE-9150-E728499E04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8cec8aa2849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814047-DE70-4D36-ABCC-B33380247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64ab36d4c4d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22D540-C334-4423-89A5-FB65FE842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1552435e144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771E21-B12B-4FB6-AC92-889BA3EA6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a2e8d181e4e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34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D1FBB-C3A9-4ECC-9658-5E5E54E1C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64202bd3745c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E3F2BAE-673C-42FC-89EA-175E0090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EE1DC5C-7763-4C4B-9288-C4BB726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3D00DC-4CEA-4A7E-8095-3F862C66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06D057-667B-4661-8AEE-E468187C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露米娅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2554F0-0469-414E-9E66-2D29AD3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ルーミア / Rumia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9417E86-7131-40C8-92B6-799313EE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576A38-F6FB-48D3-A849-14AEBCF7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常用黑暗包裹自己的妖怪，讨厌阳光。由于黑暗也会挡住自己的视线，她有时会撞到树。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42A3E4-3511-44B1-8689-2EA97C0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F1E556A-B7CC-4A07-AA30-DE80D9B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红魔乡的一面Boss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CED57D5-B35C-44C1-A2AC-AA81C124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18EB4E-ED66-433B-A1A7-B6C9751B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F58778-5B44-4129-A12B-FA631C7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操纵黑暗程度的能力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FE9324C-8B27-4C0C-B1FD-0F31A34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C0F55A-EDA9-47F2-BC35-66150E0B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68042F-F5A2-499E-BE83-73F718B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F1325A8-F851-4D15-96BF-DFDC11CB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615BA0-7ACB-4422-8C95-DB83A8F6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96CBB54-F2F5-487A-A64C-9FF3B9BE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FB90512-B35C-4786-9166-BC1CE8A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307E62-7827-401C-B3D0-CD6BBF99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1065269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2984-7BA6-490C-ACD0-E399B494D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9155f11544f9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958FA5B-1C2A-475C-A8BC-A95D8C9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A8F5ACE-D9D8-485B-AE50-6B84D6F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D8AEC3-F9CD-4B18-AA66-BD317F43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0AD7C3-B40C-4981-AE88-7DDDF624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大妖精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6E8383-E78F-4C29-9020-7D1A6B67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大妖精 / Daiyousei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D7852A8-FBC8-4EA7-BD11-00AA4E1F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AFD074-5D1A-44BD-9835-A57C6C25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根据ZUN的解释，“大妖精”并非用来指代某一角色，而是用来指代妖精中非常有实力的个体。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163752-1C69-4EAF-8732-744917A6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BF6C97-874C-46CE-BC94-992685AE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A1BD78F-DB3A-4375-9DF9-F7576782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D70D04-F3E1-4427-A3A9-6A6D488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D71FF1-271F-4617-8321-AB7611D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97E1A9C-92AC-4D4A-AC12-A3F0556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F7FDF6-88E0-455F-BEB2-5AE8E9C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0347948-97FF-446C-B8AE-D314749D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7A4A450-39CC-46CC-A095-F6401205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0139A4-C9B3-453B-8351-7BE576E1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C11C93-E9B2-48D1-925D-B7368D0D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715592F-544C-4328-8BD5-1004116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997214-345C-4D6F-88ED-7EAD7197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1900123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B1F40-E33F-4AC6-ABC3-355F18EDF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5c77301104195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B2E54AF-8E6C-44F3-8D5E-3D348F22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28D7BDB-51AB-4CF6-AFF7-D4593E04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C948C1-B4E9-4D1A-94B7-D92D95E7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C19CD5-4570-4605-96B7-D5E4D1B6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琪露诺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C83AA4-FDB3-4E3A-84C2-B9D0BC52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チルノ / Cirno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5BEA0CC-D4F6-4F75-B2DE-03AFFB8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400B18-BD1C-4366-B284-48A34D27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雾之湖附近的冰之妖精，喜欢恶作剧。她天真而过度自信，常不考虑自己的力量就去挑战别人。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DA81003-A507-456C-AB85-86F8F4E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B59021-010D-44BB-BC38-7FE19E45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红魔乡的二面Boss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95CF864-FE53-47A6-98B8-35B4E95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510C0E-35F9-4FA5-AA31-DEAEE11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4F4336-4F14-4998-AE74-5532CB2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雾之湖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85BD18E-5AB2-438C-8342-B75B8967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69BF306-8BAB-4ED5-906B-071136E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C50972A-3539-486B-BCA3-38136E3D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操纵冷气程度的能力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915C293-CCBF-4F75-8C6E-DEE412B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A3F7D5-A921-49DD-80EB-46C5797F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8E824C0-C787-48D7-9E3D-B47EEE49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E401E70-5D64-4EA6-A50C-55359284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E18DF8-270E-42F9-8E15-47B68200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310FB5-0A8C-4A8F-8002-6D77B5A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AC5C8A2-9A1D-47F8-9A5C-890C206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58A60C3-D37C-48EC-99FA-85A7016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762237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C064D-E726-4BE6-BD57-71FA00A19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a869aaa3d444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FD655AD-672A-4C1E-9FD1-375FE4D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B23D476-485A-4950-89C4-4DADEFFC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F1C14D-4798-4E19-A869-EFEF3BC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DF641F1-F616-49E3-B21E-F26AB4F7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红美铃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940F58-1C1F-4C2F-89FB-B0C5AA2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紅 美鈴 / Hoan Meirin / Hong Meirin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ECB02CC-DEEE-47AD-8F3C-1069424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CA8CD3-0A27-4ECC-A4E2-18EA51BF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她是中国妖怪，身穿中国风的服装，使用中国武术，担任着红魔馆的门卫。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7727A6-7823-4DA4-A044-84AF73F2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916747-7EED-4120-A44C-92DE2542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红魔馆门卫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0C8A684-16C7-43A8-A82C-A771F92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C0252F-3E04-41FF-BB6D-24DFA5DF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181BB0-43D4-4CA6-BEFF-B94F5AE4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CA19ACF-D77E-458E-868B-BCA9F714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9F94A9-5371-467A-A331-712FB1E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34929F-16FD-4E87-97DD-D9657731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A96AD28-D57B-4A2F-B7D8-E06B61E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964F2E0-B41F-487C-A0AD-D0C9911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3AF993-CB6E-42A5-B720-124ABE01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2A98CAA-34CD-4E46-BC9E-B2F69C1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990899B-9155-43BC-82B7-68AA2A78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63FA96-12CF-422F-9AE5-877D59BE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 · 东方红魔乡：New Classic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7374274-471A-45DE-8CFF-895D0068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26E65DC-AE13-4F16-812C-87DAEB72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121263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D3DCD-4D88-4ED6-80BC-1D258B84F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2a419e2ed440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2AC270E-224F-4678-A14C-F1E36792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4B8F2FC-ECD8-4009-8185-28722D7B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067291-BA1E-4529-A881-7DA90F21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41104E-9C38-49D8-B61A-D9CA23B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小恶魔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38A068-96A2-4FFD-92B8-1074E9E8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小悪魔 / Little Devil / Koakuma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411FBC7-699E-4741-9F5B-2687F50B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DB2D10-C178-45E1-876E-32C8A66D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住在红魔馆的弱小恶魔。她没有固定使命，性格任性，喜欢恶作剧，往往没有深思就开始行动。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438E89-6CFF-4069-B427-800D4B58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FA0210-6583-42BB-85D8-D2C4734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恶魔 · 红魔乡的四面道中Boss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FEB73B7-E4CC-42B2-8220-2BD52E7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F02ECE-5AAB-4A56-9878-63070F39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43A25B-A583-4447-9755-491D8203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D4684DA-D9E4-4CA2-8374-BE34B14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53D94B6-9E3F-4012-8F60-90409AE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1A3280-6D71-45B7-8E74-FF20098E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DB4D03E-B08E-4503-BABA-B69AF0B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F337A28-E38B-41CF-9B25-71469BA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0BD410A-10A6-4565-B560-4B2127ED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70D6C01-AAF4-4A98-B9A8-C31BD82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A986268-CA21-4709-8667-EB74EDA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1223731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D9174-7DD4-450C-A1F9-B261AD9AA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12c43802f438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D0DB28E-F700-4458-948F-6DE59B2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B58B05E-5F02-4158-9F99-36C7FCF4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C3CEC2E-08D6-4132-8CBA-0BDDC9F7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B4569E-692F-4F0E-ACAF-77070EF6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帕秋莉·诺蕾姬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DA8BC5-8A5B-49D4-8DCD-C26F78E8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パチュリー・ノーレッジ / Patchouli Knowledge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744FFD4-C53F-4643-A30C-AB049E52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C1CCEA-538A-4B28-97EC-89A902C2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她是居住在红魔馆大图书馆中的魔女（魔法使），非常擅长魔法。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8200EE-93AC-45C0-92C3-8E55032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B70514-31FD-49D8-85FB-9AC72592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魔女／魔法使 · 图书馆的魔法使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395FC44-097A-40A1-B1E8-3DCBDB8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A121520-BBB4-420D-94EB-F7681AEF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FC8A28-E2E9-4862-8102-97EABE2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BB14D6-71BE-46DB-B077-89BD6AC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26FE48-3060-418D-AB24-D41B867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901E77-A0E6-4191-A64E-08F643E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使用火水木金土日月的魔法程度的能力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23D3EA8-BD14-447C-BCF4-410DEF59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6948F4-DCF3-444A-AA8B-181320C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01D458D-AB48-4519-9A84-C4A92FB2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C21FD91-0388-4309-B5A2-C3772416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9C5BA71-64EC-4D96-A4C2-0CC6606C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97C2245-71EE-4727-BED3-D7B0655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5E0FAF2-127F-478D-90F6-38567089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8F076C-D05F-4C3D-8F2C-F527CE64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164514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0209D-9D8E-4630-BC02-A9815EFDE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b3526069d4d1b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340FE56-86D0-423B-9610-4EB5E61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E93F641-BEAF-43D3-9404-1B2B00B9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61DBDA-7D7F-4C74-8A62-94882744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46B71C-6D32-4339-B3A6-22DD1A67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十六夜咲夜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2638DB-D06E-4AA0-94C0-82F30066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十六夜 咲夜 / Izayoi Sakuya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3C4B993-FEDC-42B8-98F1-8489826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6B9946-7EB4-40C2-89B2-50E08441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在红魔馆服侍蕾米莉亚的女仆长，拥有操纵时间的能力。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391C16-3785-44DC-8A48-CD9F0F6D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8F18DB-26AB-4D87-A58B-238B2C2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红魔馆女仆长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72AA1F4-AECA-43E1-9967-25A22BB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B16272-B49E-4A64-B222-E5D51935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BF82ACB-41B5-49DF-B5F6-2ED895E9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04F4FE0-3540-4B78-BE7E-F05B864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DC24F9-6C8E-4C79-A4B0-532D61F8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0A1AE4-AD14-4C4E-9922-F904EC69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操纵时间程度的能力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FA57541-C691-4922-99ED-89EE3E31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EA7D40-4C38-4DBE-8A16-AA933891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E578A1-E21B-4C16-9ADD-D22B49D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87DDBF0-376A-4643-9423-E5FB069B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95DC852-1E19-43AD-A0E8-90ED692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E32E428-91CA-4B3C-AA3E-1E6C438D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23C0157-897C-4CF2-8779-C8F36C02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蕾米莉亚／红魔馆成员／灵梦与魔理沙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81F602A-D6F9-4473-B67D-3B5B64E5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FC4FC17-638B-4ACB-98D6-5308C31B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1384911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31526-E630-4804-9A46-2228E9505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016b0cf754cc4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791A172-301A-479D-85D0-EEF730C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C34750B-21F4-47F9-B1A1-DB3F3F76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12E2BB-0AE5-4F94-B6F1-6FA7A31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E36B0C-22C4-4106-9F34-23BADFC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蕾米莉亚·斯卡蕾特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A64D49-5701-44B6-BF4B-D5CF6D73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レミリア・スカーレット / Remilia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5EC1546-7822-40D2-8710-0541AB2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FB58A8-489A-4BE0-84B3-8D045EF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她是居住在红魔馆的吸血鬼，是红魔馆的主人。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4B2558-8D54-4F72-9BDE-C6C9006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479563-7B06-459E-A07C-F1301EE9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01F4D07-2947-46E8-976A-8071F596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B1F211-5AB0-4B7A-9421-8F34267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BC9051-1ADA-4AC4-BE9D-27FC1270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E080189-ABF1-4747-9CC1-08E42915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ABFDE01-B91B-4406-8891-FE6F00B0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A99927-504C-485C-AED1-860FA4F1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操纵命运程度的能力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EB16E56-C191-485B-82A4-9912C48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003BEF9-3763-4B74-BEBC-5A13B5E1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9A383A-58CE-4812-8806-6A61350B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39B463A-E25F-4851-BC50-ED0A017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FC79C59-DB90-4E8B-A6A0-55B2D8EA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2D059DB-0564-4E4B-A216-6BF72AC5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4578459-E392-43EE-9270-A4976D4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芙兰朵露／咲夜／帕秋莉／红魔馆共同体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3D1927D-7E6A-420E-952F-1C9C532D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F9F3EEB-09F2-4E04-A68A-935D579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890893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2776E-7AEB-417E-8C5F-23FD7CD1E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5ac3860d54d1e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3024DC4-2211-4D5B-841D-0EF8AE2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3D2FDC6-FCA2-4036-940A-59372C3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00A43A-EED9-427A-8E2B-6FDB45B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I · 红雾与湖畔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5EE2AE-9114-452A-8234-0A44001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芙兰朵露·斯卡蕾特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DA86BC-2E9C-43DC-843B-EBF03D33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フランドール・スカーレット / Flandre Scarlet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87B504E-0AF1-474F-8FE7-B882D56F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B999C3-BD89-4E5E-B3AD-A01BD298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蕾米莉亚的妹妹，也是居住在红魔馆的吸血鬼。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E640D8-A2C8-489C-BAD3-BCEED911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9C3296-660D-4329-98B5-A9583BB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吸血鬼 · 红魔馆的吸血鬼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209C645-13FF-4D3A-8AC1-FF95604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B594FB-DB92-46C6-8F9C-3EC0966F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7B92CE-D6CE-4C41-919D-BC412D01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红魔馆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367E953-3594-4E89-A750-4657F49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B2CFEA-5E7D-4F83-A300-C5B092B7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258275-D4A2-4AAB-A85C-99D34029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将一切悉数破坏程度的能力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F04E15E-55C3-40A7-B9B3-CAAB0921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80D328-E4E9-49B9-8E6D-C7900EB3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616582-C5A5-4B3D-9262-825AE7D2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东方红魔乡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2AAC43E-5485-424E-AAA5-63173E46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501AD56C-BA7F-447D-8D15-17072606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BE0613D-7F39-482A-8681-A278905A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3E3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E3BFE3F-EF73-46DF-8527-8151D0D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蕾米莉亚／红魔馆成员／前来挑战者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14102CD0-F051-4C69-8606-C8704B5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8358355-A047-4B1E-9D19-98F5688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125356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F9D6EE72-01AF-4457-A987-9433C342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45A386F-B9A2-4703-A6E4-747AB77C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A3582C0-64A5-4E93-9696-3E89DCD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9E774D-3FB6-4348-AB0F-11F33A6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E2D457-AE85-4C96-94CA-3BDCD5AA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0FCBA0ED-DAE1-44B6-8544-04B1B9E6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54F254-BD79-45D9-A220-4DE165A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AE0B25-2378-40C1-8F81-73E62F3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FF4267FD-0067-478B-97B5-54899ABC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2DC264-7CE0-4700-9608-C270900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64BDFF0-90A0-45FE-A1AD-8C2A65F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2DE154-70D0-4808-9D13-A3B9C9A7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7FB006-9E16-4391-8285-92D3B77D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82A9E46-7470-42C0-9A9D-5007463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DF1CAB9-7830-494E-B88E-853D43C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48CB6EB-28EE-4A67-B1E0-EA42E5E1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CFE98F8-EC52-4371-A27B-35A042A6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E7924BC-2899-41D5-8C7C-6DF2060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83DAF636-8B51-4D55-BB65-6FE13D6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BFF3008-6C98-4671-B02D-0322ADD7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E203FF9-6E02-4BE1-8F13-377D88F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0B19DF04-386A-4E32-9288-6DD56966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A07EBE2-E653-462F-B98E-B23F802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69E902E-2E5D-434D-9346-7C011EF1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F9DE478-9FDE-40F9-9489-4FDA286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41F43FF-069B-4398-AA86-4BE91BC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567B09FB-C90D-4169-9945-5E9681B9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AEB3629-B9A2-4D87-A2B6-5EC495A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A1B1A78-111B-4B72-9AD9-369A26F5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25FC8629-F55F-4AFF-8DE9-47345231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B07CC0F5-4B60-46B1-83FA-2BA4146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D14858D-6BC6-4850-9CC3-338F97B3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DFEC257-699E-4D35-9E2B-72F4E89F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10F3C757-3A27-412D-9C51-BB5D655A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910CD9-5FC4-46EE-BEFE-1BC25CD01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276c8fcf644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198F12-4026-4272-9352-159C3C732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ce8ac67df4c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B45BC3-E7E7-4DB4-8C61-25A4EE911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a1deda2cc49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83839-2301-446C-9271-45795B0F2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54c8bae3c49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FD3FF4-85A7-4141-8808-A9063B839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f221569d543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2B09CC-990E-4EAF-BE31-5F35387A6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8c11ada3f45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87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5C51FCA4-2A2D-4332-89DA-50065707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0FC91FE-A925-4A2A-A587-EC1A562F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232C96-C853-4E8A-B07F-075BC848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83FF28-9E57-41F1-9B2D-DC73E393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C66F1F-3123-4589-A756-5734819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妖妖梦 · 白玉楼 · 八云家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81761A15-D591-49F7-AB30-A7D95618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080D45-D983-4D77-86C5-5D0332E0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12名角色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D5EC93-AB3C-443D-A480-E2DFA34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C54DB5EB-F204-4145-8E16-CCC26E9E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FBA95C-7348-45A1-B46C-FF0A888F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394ED16-4044-4065-9BAD-6B0C4EB2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E85B9D-774F-4CC5-A133-71B56F30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945C38-2E43-4ACE-A81A-41CDE75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878FA8-7163-4C10-AEB5-2CE7B47E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9D228D48-B220-461D-A164-1D990916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7086F81-9E81-4508-8480-8708F11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002B14-2334-4752-A631-4FA42E9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A082F072-EA09-4DD3-8BD4-2F97247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61634351-1D08-48F5-9B9B-244A20F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89B1D44-6E13-4635-A034-3169B8E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058EEF4-E293-4945-BE37-EAB66632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67227604-416C-4E3C-8643-A5A9586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DCCDF43-B6AA-4A92-BA1B-C3BC2CD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B1A71C0-699C-4D2B-B2B0-E67B7A6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CEBA511-CCA3-490C-93F3-F854440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4D033450-0CC6-489C-B07A-F1CBDDC4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852B4146-B157-4ECE-8C20-8589E981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DBAD769-7B58-41C9-A77C-A239C3A4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64589A2-82A4-4AF2-ABF4-166A9E21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05628929-CE7B-4F3A-A32D-8403B504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247A99DD-752D-462A-A9E5-424F6842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A59A5EA-49C2-477E-AFE6-28F61AE8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07DBB1E-EE23-4390-B0F9-FFA3CB27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ED17A166-EA11-4A01-B658-2917092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D46F0-DF09-40D8-B885-C2455C9A6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96365fd854c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96CF88-352C-4847-B78A-954C33E3F1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f2a6f95774c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51D0E-78FF-4FB5-8A79-3F7C95876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f4a0401c547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AC8B98-FD89-45AD-9BDD-D863EB9A4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5097af3f146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E379BB-DA77-4A4D-A774-21A1FFA2F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85451881a45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BF2513-1D2F-4F44-9E14-9460AD6F9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2fd2fa8cd48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3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A35F7-5D4D-4D42-9DF2-533C7ACDA7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6cb287a5043f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4962FC8-11EF-4E57-ABB6-9F769BA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EC13DB4-8610-4EB1-B21B-9CD9C0B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0CE797-A456-4DC0-9A7A-96E4FA2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9AFBFD-170D-4496-8C2A-0352C668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蕾蒂·霍瓦特洛克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BD5D9A-504A-4B87-AF64-847B86F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レティ・ホワイトロック / Letty Whiterock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D9C78B9-DF18-44A9-AE31-C14CAB80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C2FF35-7814-4119-BBB0-8294DE5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她是只能在冬天见到的妖怪，是雪女的一种。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4720EA-815D-4E92-826D-E3C4EC1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A227F9-6333-4671-998F-81EBB36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妖妖梦的一面Boss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FC5250D-0DFB-4AF5-9954-E1560630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FD8AE92-EA59-44AC-80AE-65AA95DC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007A1B-F1EF-4D64-96BB-04EC33BE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操纵寒冷程度的能力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6355EA5-462D-4C0E-9FA0-3414420A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8C5BF3-106E-494C-8B39-8ABD98DE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7B722C-4743-4F6C-8D61-8E002F27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EA03C08-563E-4FF9-A47A-58E94A1E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276DC02-55B7-4CD4-95A6-E20AE68B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3010DC5-B8C5-4C0E-928B-724F440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3F63386-298D-4BEC-BD78-C00BF62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6807A32-747E-4721-B841-501F17C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438993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FEA29-C176-4B29-98E4-A5CF29E55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257379340402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0678E57-7770-4470-8620-97528379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954508D-D5CC-4931-BACB-C7754897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609610-70E8-4FE6-AFB0-5966ED3F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2687CB-7C8F-4969-A233-1F1822F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5B368D-A0A5-40B8-ABF8-6ED0551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橙（チェン） / Chen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00E7C07-67B4-4704-907E-F1B603DE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DC4F2D-8B72-4657-8BF3-282E8D35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她是凭依在栖息于山中的猫妖的式神，是八云蓝的式神，八云紫式神的式神，但并没有被冠以八云姓，也不和蓝及紫住在一起。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FDDE35-1347-422E-B7DD-0EC898C5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4E09A1-291C-4E40-869B-EAC5979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490C21F-4D0A-4B8D-8CCF-B706B8F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4ADD05-D8BA-4C1C-BBC3-68C244C4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C249C4-34B8-4D32-9CE7-6B2622B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吓唬人、使用妖术程度的能力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599EA1A-7EB7-4FE1-A2F4-BE5F516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B2DB072-133F-4A80-8C82-CCC26D6F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D943B6-DDBA-4577-817C-5FC47A44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0E89836-E650-4F99-ADFB-727BBA8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BBAA8F1-01DD-43DB-93CA-2F3F235E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E4EE8D-C5E9-46A2-897B-0D03C7E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6073988-EF0B-4C81-B530-0D6A7E88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2438CBA-31AE-4C09-97CE-F831A8A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1227138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9402C-8355-4E27-9C46-9AAC980A3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288378bd6484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80452BE-FB28-49C4-B8C5-F9E06C3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D5BD30E-F6EA-4DEC-B216-043DFA02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F0BF80-7008-4484-865C-FC5090C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2AEFAD-3501-4AFA-882E-07599C6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爱丽丝·玛格特洛依德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8B5C53-2198-4385-89AD-4EF03C20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アリス・マーガトロイド / Alice Margatroid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CAF1F66-FB8B-4381-9D9C-13006DB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DD6603-7BB1-4F85-A673-E22609C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操纵人偶的魔法使，居住在魔法森林。她在战斗中使用许多人偶来布置弹幕。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508E9F-CAA9-4669-A5C9-7BFC00B7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B52AF2-0428-496F-A7E1-B0B082B3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FDFA2CC-9851-4D3C-85A8-196B463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85F093-7C13-4C21-9269-0FF4E1D4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32A751-10F3-4E02-B19C-3F5F65E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F671349-4859-443D-8F1A-0F780C2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103733-D44F-4AD1-AEA4-5200F4D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150794-AC7E-49F7-A970-DD92116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操纵人偶程度的能力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49F0046-0671-4F60-B327-C7D667D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35B954E-5027-47AF-A43D-AA3317A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2C44FD-98FD-4C6A-BA80-39E6350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东方怪绮谈（系列）；东方妖妖梦（Windows）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47BD99E-A76D-444F-B4DE-20AB0507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91E510-68BA-4FEB-9B77-F5DEFCF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A5469F-1868-41DE-8B1A-DDB43536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东方怪绮谈 · 东方妖妖梦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59A7094-3A47-42B6-8C27-A7BB1AE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2745586-07AF-4C2D-896A-866E43ED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5792344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6A0CA-1D09-4F83-AE5A-8070E8CA9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cd38ceed241f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54789AF-5797-4889-8BF0-6F2DBAB1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8B73446-6390-45A1-AE1B-9898105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87C671-98CA-48BE-AB4E-ACC7F68F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C00937-DA8E-40BA-B37F-23429EF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莉莉霍瓦特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D522B1-C0E2-4915-95D8-4DC0EDE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リリーホワイト / Lilywhite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5FB5EF9-BEAC-4A3E-9F08-1D6C12E5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77F8EC-3C73-4063-9AAD-D2D78C5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传递春天到来消息的妖精，经过之处会带来暖意。她并不好战，春天以外很少被人们看见。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FB00D6-485C-410D-9C84-7F01820B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A30DED-FB26-458D-BA42-CC0DE98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妖妖梦的四面道中Boss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37DE968-5F69-46E4-8D84-2DEE198D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EC2008-3A24-4CBF-A83A-F5434F3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AAE33E-2615-42ED-9A63-EC7975E9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告知春天到来程度的能力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E702CDA-2A25-4A56-8DC4-E404A52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07CD75-4552-4D54-AF31-5D7CE1A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57B84E-E988-473D-BEEB-BF6BB5D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5CE9966-21A7-4BAC-A315-9F85827D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81F6A15-636D-4AAC-8232-ACA11F76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C02A9F4-48BC-4933-9969-11B5290F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67CC39A-F55A-41EE-9879-EE4C738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350C6E-4BF1-4965-A167-BE1B0CD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1414760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177AD-12F6-4440-8ED5-1215C4904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fbb788f1b4162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DE3B95F-83EE-4BFF-A525-09437826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7B9E556-B8DF-4163-85F8-4DCBF4B3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BF69287-450C-4A39-A10D-363A052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B493CE-332B-445A-B33F-9E1B1B73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露娜萨·普莉兹姆利巴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593204-3952-4BC9-8FCB-ECFDB7F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ルナサ・プリズムリバー / Lunasa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8A4410A-427E-4F9D-B277-DFD51E09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B11B61-1744-4D77-B037-AB2ADE7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4C7904-13D8-4E79-8229-5C740312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FBA87B-7668-4BDC-8F1D-126E2C8C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6751613-AD7A-4AD1-A31D-BEABEF5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C568A8-C47C-4EE0-866F-AF56D30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FC9DA2-F2B3-4A6F-A24E-03FABCD4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演奏忧郁之音程度的能力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39ECA02-1BB6-4073-A553-5522204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E38D22-D839-41DF-8512-C8505284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A54C8A2-3882-4173-9C1A-7EE2B26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27EFF87-AE6F-48D0-9341-462DF818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B5576E-ACCD-4FD7-B450-03D5C263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D9BAE16-9FD2-47E2-BF63-BF1B1B8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9E824FA-154E-4322-900D-FF17EE87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6DEFE47-04E9-4AC7-A178-78AFB5F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7863339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2C08A-7F8E-4DE2-BDC2-D8CD10A2C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94cbfdcc94c8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3C0ABDC-1420-4213-968F-086AFFCD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1BE563B-B8C6-48C6-A98F-4E206835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676DF3-1035-48BB-9AD7-51AE78E2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141CBB-1704-4450-8F94-902D1E26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梅露兰·普莉兹姆利巴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F4A6A9-FC66-4CAD-854A-0A335A2C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メルラン・プリズムリバー / Merlin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535E4E8-1011-43BF-812D-4577659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BA4D05-167D-440C-84A1-679B20A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她是蕾拉·普莉兹姆利巴创造的骚灵，是吵闹、喜欢举办音乐会的灵体。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97A304-3B9A-46AC-8BEE-C7647D57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B74722-F246-46AF-9CBC-D18C3BA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003687E-3717-400B-BA3A-2A4A316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7A62B0D-0781-47E1-9141-B7FDA8D9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6A7969-83CB-4307-89D3-E93FB63A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不用双手操控就能演奏乐器程度的能力 演奏躁动之音程度的能力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49E2DB5-89E5-463B-96C9-DCF15474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CDEB4B-B4B5-4392-B329-E048378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6C0885-EE3A-44F5-98DE-E8F6212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70BA0F6-7D82-4C7A-9AC7-60DB7A37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3959157-5A61-44BD-8C87-5800C8A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D2B6B1D-BC1A-46BE-90AF-C2CBF377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F6605A3-BABF-4A76-987B-ADDAF02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1924C5-298B-4FE2-B18B-DF9626A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8784655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2BB2C-7B38-4D39-BA79-FF44B4BD1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d86b94d12429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51F790C-DD4B-433D-8E74-1DAEFF7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F49660C-97D0-4837-A13D-7F21B48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AEE9B5-F5DC-41BB-B1EB-01C33B98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F27BA9-9BB7-4FB8-BBF8-FD780AC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莉莉卡·普莉兹姆利巴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292DAD-4E85-4504-B7D2-1F3FE428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リリカ・プリズムリバー / Lyrica Prismriver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87FAFCA-6EAD-4523-AB4C-FD3F02B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A95535-865A-4C96-8B43-B425038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普莉兹姆利巴三姐妹之一，由蕾拉·普莉兹姆利巴创造的骚灵，喜欢举办音乐会。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2DF5D7-F381-427C-9F8B-D7F7228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B27075-0E9A-4835-917F-ECC96DBF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骚灵 · 妖妖梦的四面Boss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C76EFA8-0B0F-42EB-8987-48EA1CA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B94C2D-8EC4-4057-803B-4E0407A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3D1172-D497-467B-A7C1-931016C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不用双手即可演奏乐器程度的能力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9261325-6562-48D2-9D9B-8A24D2DA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530CFD6-C105-4470-9BF5-5D13D15A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8F188A-ED43-489B-A3BF-D68FD1B3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DDE61B-573D-4105-9C3C-1994EC9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030E698-943E-4308-913E-2D580BF3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A2D3762-397A-45C3-B88D-DF02458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015E786-19F7-4D43-AA88-7A627641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1EE747D-93D2-4E33-81E6-6783FDF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6279027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54851-0821-4738-9EFB-B4F980CE93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106f4a44d4f2e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D8D3B95-D53C-490F-9617-EA746C3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BD68805-4559-4CD8-991A-CE6EE87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3528C2-6623-41C3-B411-5D421FD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F9A720-1804-4B2B-96A8-476A3669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魂魄妖梦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77CDBC-A068-4674-8B24-B8DC782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 妖夢（こんぱく ようむ） / Konpaku Youmu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6B2BBC2-F4F6-4E3D-A412-F2CC2B9A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598F96-7A76-4DAB-892E-49D61CA3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她是人类和幽灵的混血，而且还是半人半灵，担任白玉楼的园艺师，并兼任冥界大小姐西行寺幽幽子的护卫和剑术指导。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F05270-AD8E-4ADB-AC42-77593711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1E8DC4-D08E-43DE-A9A6-989E8944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人类与幽灵的混血／半人半灵 · 白玉楼庭师与护卫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FEC120B-EDD9-49F2-86D7-7AE649DB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18B9FD-8F37-434F-B52F-A280A56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BCF1BD-AC23-42EA-82F5-06BBF770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18F5674-42B8-4BAF-93D1-AC485D32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D71D73-A9F6-4794-AAA1-B8FD9AF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4E97E0-02A4-4424-9E1A-6505AC13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使用剑术程度的能力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2BDE4BC-E428-4333-A2CE-F4C24CB3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B4C75D0-D76F-4168-9D50-C383CDE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F5EB28-3A1E-4660-A90E-B5255E7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307F9C4-79B1-46CC-811A-06E59F65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85F983B1-5AC0-4025-9577-7C000C6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C4C9CD-42D7-4B3B-98FE-BABF85F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635F649-9D05-4C1B-B76C-AB159875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西行寺幽幽子／八云家／冥界来客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27716C33-0EE5-47E6-8115-0A3A8A2C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A33F8C8-76AC-4A96-8186-7F374F5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14418339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0315AC-666F-491B-9A3E-AE69EB562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23398b6624389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0F5D41E-4665-4DFA-AAA9-6BB2DCA1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A449C57-24F2-49AD-AC19-5D60CEB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234FD8-C09C-4DD0-AC92-CF727AC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B3631E-301C-44BD-9F1F-C8B60B9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西行寺幽幽子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ED9727-D73C-4C44-8BAA-CC9195B9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西行寺 幽々子 / Saigyouji Yuyuko，Yuyuko Saigyouzi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EDA182C-4C35-4213-9FC8-414E5174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E3A4C6-9873-4F42-BD90-28C7AB6F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她是亡灵公主，西行寺家的大小姐，负责管理冥界的幽灵。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D092C69-BEBD-405D-B7B8-2649749A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698825-A037-4EE1-AD3C-C9FDDFAD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白玉楼主人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8AA0BD9-4B1F-4D71-8400-27C31D4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828C5B-FE4E-46A2-8C61-32FF83CC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60308A-C017-46CB-B01A-35AF0088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白玉楼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908AA43-3244-4EC5-B222-95A735B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01E67B-ED6A-44EC-930D-085660C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23BADAC-61FC-4909-AF06-A15A21F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操纵死亡程度的能力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F3B28D3-DD09-4DAA-A2C8-4C9E726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D7E32D-374B-4D18-B804-375C63E8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A5FBB02-7216-41E3-91E4-9DB40537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33CFD66-A1F6-464E-8665-A1F0DD3A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4A3D967-D70F-461C-B8B8-F568297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182C1BE-2EF6-4F7C-95B5-CA93E5C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E5AA848-7202-4FF4-8DE2-41FB2C2F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魂魄妖梦／八云紫／西行妖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F40AC2D-CCFD-4E05-AD43-62211E8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94EBAF7-3DCE-4393-9E2A-746395A5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13766811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F52B3-05D3-46A0-B40D-03B57ED2D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bc5323d0549dc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3656974-1645-411F-B13F-82A46143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B8AD02C-CA63-4412-9F66-4BA40B0D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D4EF97A-73FF-4125-A66E-7119DC2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BA1666-08AF-451A-A7BC-7B02A21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CBC74B-4E8A-402E-9D7D-A1EC30D5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藍（やくも らん） / Yakumo 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6B1B09C-B118-4C44-AB3E-A653294B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BAD103-DCFF-4BA9-8B77-EA3EF82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蓝是凭依在九尾妖狐上的八云紫的式神，而这只妖狐却是另一只妖怪（但是也被称为“八云蓝”）。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F82E42-3632-4C4B-8D00-05D08042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755B0F-BC28-4E4E-886A-21FBE93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妖兽 · 妖妖梦的EX面boss和PH面道中boss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C6D33E8-5E06-4F7A-A974-A844002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D0AD04-DA66-4126-8124-FEA35B2B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7CADBE-B0B6-489F-8640-BF067652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使役式神程度的能力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AA70D1A-3F6B-4879-833C-2EB3971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FA2C61E-DD6D-48B2-9F8E-9CB848F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7294B7A-827F-4586-921F-0666AD4B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FE6E14D-DAFB-4BCF-9A02-DFE7764B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CDF167-87F0-4FEA-B7D1-B4F95041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1124F1-D1CA-43E1-8C8C-5D69215F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0C7C152-ED6C-4E33-ADD2-D1DF869A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3DAD1CC-C82E-4B09-9B23-6D32916C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6789947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36E3E-2510-4793-B9D3-B88B7BC78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796487a7b424f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B72556D-2E12-4FB5-A8B6-EC74A461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1B38C3A-A1D1-4FDB-B2F3-D315F2D9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BD8049-082C-45DC-90B4-41C5FCEB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A374B2-D079-4A8C-96FE-C14F148D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八云紫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27033B-9807-4F03-A9E5-7EBE9CD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八雲 紫 / Yakumo Yukari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0E43AAC-2097-4321-800F-274C603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E6FF08-A665-449E-8F5D-6268826B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她是幻想乡最古老的妖怪，也是曾参与创立幻想乡的妖怪贤者之一，一直以来暗中维护着幻想乡的安全与稳定。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28DF79-17FE-488C-A288-768A573D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542329-D1B1-445E-9B93-F3CA19E3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幻想乡贤者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CDAF7D6-F5D6-4ADB-8C5A-E4096FBE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7EFECE8-CB8A-492F-8070-A4ED450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570D95-222F-48F6-921F-F3CD3D2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操纵境界程度的能力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3298101-C8BC-45A2-86EF-1C35BA30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2EC4D4F-318B-48C3-A4EC-0969168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B18A06-F0D0-4297-87FD-DF7B8F43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东方妖妖梦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B85A1E4-23BC-4DC1-9196-B3C72917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7BDFB0BE-EFB7-4E55-97DD-77CE9AD7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6B877E-C410-489B-8517-CBB08349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EA51316-EAB8-413C-B4BB-4C0F1A19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八云蓝／博丽灵梦／幻想乡的贤者们</a:t>
            </a:r>
          </a:p>
        </p:txBody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D04D85ED-E3F4-4407-8B3F-9FC3454E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5E288B-F36C-472C-86C2-3994EB49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20621941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B7474-122C-403F-A53E-8547355EB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a6d4816c549ed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469926A-12EC-40E2-A592-126D179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725B69E-B4ED-48E5-8B4A-5E49E9D6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E055BB-6675-4746-AAD0-A50E55C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II · 冥界与境界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E8E4AF-AC34-42C8-BD4D-2C9D04BF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伊吹萃香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E78B22-5F89-4A99-81BD-6BF6695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伊吹 萃香 / Ibuki Suika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E15330F-328E-4F63-B8A0-FEF7D02E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5DABC5-853F-46C0-8CDB-18C71F3E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她是在鬼族于幻想乡消失很长一段时间后，再次出现的鬼。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E36B4A-F203-4D0C-B714-82DEB654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3E613F-AD63-40B4-9820-BC473BC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0500D80-4446-4F7C-A255-13078400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FEFDB0-EBF9-4921-9568-921997C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CD5536-5F6A-4C2A-9840-B27B4A5F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操纵密与疏程度的能力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B79F5D9-C785-40C3-85CA-0E42095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4529DC1-8FC4-4CD9-8803-49F1136D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E9956F3-210D-4029-9188-3828458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409B256-183B-45B6-A108-3EEC5B3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2A8324-703D-4C12-97E7-45B19139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991478E-3780-424D-89C2-06502DD9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东方萃梦想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A6A91EE-90E9-4B8B-917C-56DF093B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78769E3-FC99-4668-9F9E-E031BCD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7973249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4126C0DE-68E0-4375-BE71-028A6B0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9E6C8D-CEF5-49D9-A2F4-79E0B33B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43CD3F6-F721-458A-9EAB-FA450708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4B0592-14F6-4787-89A6-697B8F9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EDA71F-FDEF-405A-B337-858E3E6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5AAED109-D318-49FC-8734-E11BB36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9AA4985-76D2-49D9-8A4F-D3E81655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EB9067-30DC-4701-8ACB-E5D94C3B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624DAAF8-0176-4D92-8C60-AE99DAE8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8B1F1A-D61E-4F3E-A498-89FBB37F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27C9D44-DBE2-4826-B74A-890B36D7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E45F13-1437-45FD-8AC7-35F7E284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5591B3-2017-48EE-8577-34276E6B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131AFBD-8BC4-46E7-B1B9-0F5EE9A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34E5116F-3076-4005-9683-9A633089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0C30EF-713B-423F-A463-A15AB3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00F643-0DD2-42F9-820C-663067D4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01CEA40D-0E64-4A0F-952C-198EFD5A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508526C5-A1BF-4424-B0B4-6619CD9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D2B0BC7-179A-432E-8812-4DB508D9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398BA50-7024-4BFB-A053-6BB0A2D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48A198B4-C614-440D-B750-8375649F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623733B-AF35-4894-AA55-001BE9FE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80E853D-0A79-4242-8D18-5C1A2FD6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2799931-E9EF-4515-9CC7-0E0285D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7DA26D04-CAEE-4FE6-B7C8-167BA6F3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1518C498-30EC-4E65-AC3E-19EA537C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5ED9E52-9CB2-4724-B0EA-2CE51EC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93BB78E-250A-452B-ACC1-B25D888A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CE048245-C223-4E8A-AB28-08EF9039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24DF9A86-A792-436A-8F88-AC0F4B79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F9B9D4F-2F99-460F-AA2A-415998A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D51608D-9CB1-46DA-B231-54632BA4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E66CA016-486E-4393-B111-AD2DA5FA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E1F5D76-76B6-4F3C-AD8E-080528C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4D099C9-E77A-4AAF-8D22-B6794C56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C7FC783-EC0D-4A4C-B752-EA4CC2F8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9D7C7C14-9B77-4051-B5A3-E4556A88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E6323F-6EA9-407F-80EE-AC0B8BF5E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ea3cab63d4d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6968AD-605B-4E72-AE9C-E96C0763C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c00f2677340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D2567-EE79-4B3F-91CA-F67CFAADF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b451f50784fc6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82C0E6-F2BA-46D8-AE83-846835E7B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e57cd962d4b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97C7D3-D58B-47EA-A395-6F12A6BAC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e9613ac1543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6453D7-40D3-4797-8279-DD2CFD89D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86547a2954d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AA3661-6338-44E0-8F34-93331DE62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6db7f526b43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20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per">
            <a:extLst xmlns:a="http://schemas.openxmlformats.org/drawingml/2006/main">
              <a:ext uri="{FF2B5EF4-FFF2-40B4-BE49-F238E27FC236}">
                <a16:creationId xmlns:a16="http://schemas.microsoft.com/office/drawing/2014/main" id="{509FACFB-2FE4-4DCB-A0CA-579E2533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768ADAF-870B-4FD8-BA87-2E27C8D7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C345F91-2D59-4E32-92AF-6A8BFCA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327CFD-7D24-44ED-A537-7DD45A71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59542B-B4BF-4ED4-B199-AED5014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永夜抄 · 花映塚 · 迷途竹林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4FDAEC82-83D8-4EF6-ABAA-13F6C31B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7A2F3B-A256-4505-9200-3BEC9C9B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13名角色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52AD7D-679A-47FF-A8DE-8D39505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E098F20B-C590-48FE-89A0-B2AE3B8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1E11C9E-76AE-4781-A11F-28E1087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73A3ADC-3FF8-42FE-81D0-18634C61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74C777-AD91-4BC0-9B41-0B6C918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8900A12-DD9F-47EE-A241-E3D7994B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7772815-6D14-4DAE-AF81-47B0AAD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CBFBD90-1761-4EF3-B3A5-8F35A2CB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F940A7-7F38-4E4D-A371-5F15B931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2C1AE40-27E6-4D7A-9233-D6077FBE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76223CAF-9AE2-4BAA-97D6-BC5060F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DA3B8BE1-164B-43BC-A1D2-4193EC3D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EF0F7F0-19B2-4AB4-B3DE-5BC2FD1B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D3A023-72E2-4F2B-8D69-E6098F5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BD6AF96-781B-4076-B7D5-ED377814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7D85DA6-E97B-481C-851C-DC32FFE0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1D23E12-8420-4E5F-9C56-A0C45F4C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9A21D5F-FFEA-4235-8BCF-CF3DF94D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977AB173-30D2-49AB-BF21-C7FEF52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6CF3C48C-56AA-4DF1-95D6-858A86B2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EA7D147-7F65-4A60-B713-F1928040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EED526A-F67C-48FF-9196-E4354700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3CE58B9F-2CAC-42B1-B439-5D221FD8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BF376B4-E708-4795-A1A9-08BA256A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25F0588-70D6-4895-B81C-7B893DA4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CDE60AB-5DF8-4E90-86C2-CEF5791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06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727C630-B5F9-463A-9137-A2271DB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A4CA52-3C82-4E2C-87EA-D8FCD73DE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fc230efc34e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A1680-06F2-41D8-8139-22A4E4885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fbda9be8240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CF2209-818A-46FD-A386-F0B28B281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4450b669840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1D772-BDA6-4FB8-B5E7-FD82B964E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6f698cf4549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901FE4-A0C0-4BC3-AC83-0617352E0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16933a8e540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D4097-F47B-422B-B204-8A7F2DD11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81774fa4040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613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CDAAC-2C68-4838-B640-BA4115598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7b80d623d49c8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E84E502-A0D1-4DB7-8D4A-63A98DF0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1FDEBAD-2015-4640-BE71-70910F3C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6B4B6E-FA37-4327-9116-82F762B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64E594-0236-41D5-91B8-987E1D1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莉格露·奈特巴格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F3864A-8352-40D3-A834-05B1B1FE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リグル・ナイトバグ / Wriggle Nightbug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ED174B4-2C96-47C2-98B5-099B4ED3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905574-622E-4748-A657-5721F1F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她是萤火虫妖怪，身边总会围绕着很多虫子。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9A7857B-E850-42BF-8B7F-712F142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8A604B-D205-46B8-BBB4-1759DB9C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妖虫／妖怪 · 永夜抄的一面Boss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FD8F4AB-396F-4137-BD06-8BAF39F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E05D8B-E732-453A-BA62-A54C1754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2AF009-D697-473B-B907-E9D8452B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操纵虫子程度的能力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E5F6C86-D415-445A-9BF4-183604E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2BB2AE-4D91-4932-AE0F-F4D4AFC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1229665-41D3-4271-AAAB-FCAD15B7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CA30415-3FBF-49ED-8EA9-F885CC40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5CE093-BA31-4C94-8595-FC690C04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6109A3-56C5-44CF-91B1-6A74D1D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0B7C160-835F-443E-9525-A2A2AE0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7C5B6D9-5AD8-47A2-ADEA-D15CE25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21209770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259AB-67D7-46B5-AC5E-574210C12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4c1d755e7400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450F98E-53B4-4710-81E6-836AD83E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3E56D9B-9434-4D5A-8E8B-B81B4AB7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9BFE63-9B72-4AB2-8DFC-6A80BD41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6797FB-D02D-4263-9822-EF4F140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米斯蒂娅·萝蕾拉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3CE3A7-D40B-406A-BF46-2E75722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ミスティア・ローレライ / Mystia Lorelei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BA9166B-A21E-42CA-A659-321B76C8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5879DF-A762-43CA-82E4-8157610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被称为夜雀的鸟妖怪，能用歌声迷惑人类。她喜欢热闹，也很爱在别人面前表现自己。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601735-28E5-48FB-BF50-E530285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DEC024-AF9A-4382-BC5D-6CA9C3C3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夜雀／妖怪 · 永夜抄的二面Boss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3F44A7D-482E-4626-AA95-A706006F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DC281C-F504-4233-A65D-9DE7375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9FBD0-5933-4E7F-83BD-67C07E0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用歌声诱人发狂程度的能力 用歌声迷惑人程度的能力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0B8E55A-B202-458D-B929-B907C6A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5F966CE-2AAF-4E86-8E2B-1EC8CA9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D317B1-ED28-4776-A0C0-9B9682A4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5060541-D2BF-42B8-8DFF-AF6A307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815798C-DF2C-43A7-B3EA-FAFFBD8B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F86233C-026D-4501-9954-D4CB29C4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46EBE4E-15DB-4B54-AB7F-D6C6528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B68A61A-6A13-4D38-BF9C-8BBE9F52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18114412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C2C04-189C-469F-91BA-3DF50D80C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9f7c237104182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4E38FC1-9787-4F26-BCEB-07FAB38B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91E8D1F-E3DB-41F6-AE6F-7B029F5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4998B9-3BE4-4DF4-BD65-CFE12B6A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130FB1-53BA-46B6-ADA1-BEADC98D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上白泽慧音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432F2D-3514-42BA-9F89-500C2DA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上白沢 慧音 / Kamishirasawa Keine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B39BC16-08ED-46E4-B827-D469AB02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5F212F-7932-42CA-A82E-FF27C15E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在人类村落开设寺子屋的半白泽。平时为人形，满月时变为白泽，两种形态的历史能力有所不同。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F06FE0-36BC-46AA-8B5C-DB10040F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A991B8-13A3-4CFC-817F-62D0C0E4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半白泽 · 寺子屋教师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5ECE7CB-F624-46B8-835D-1D1515C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C38DAD-8C34-4F1F-85F7-6A58729C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0E2311-1339-40E2-982A-41AEEA3B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人类村落／寺子屋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582987-02F9-46FD-9AE7-01D6A20D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A6B906-3905-4C6F-8047-3B89233E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DE1180-6C5B-429E-9E8C-1902F0B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人形时吞噬／隐匿历史；白泽形态时创造历史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FBFDFC3-E4BA-4175-9425-63DFB01F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43F708C-4ACF-4AA9-B149-9231530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16C687-2B04-4E18-8EDF-BBC8147E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1949106-A0A9-4531-AACA-5BB9900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6224F527-C828-4002-B326-2912F7D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B3E503E-2529-4F93-8577-1234F0BE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A726BC0-8F6F-400D-AE47-709412B6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藤原妹红／人类村落的居民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7C5AE615-653E-469E-8C35-743ADA09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4407BA2-220C-485C-B318-18628AC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6891293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2CFE0-C4CE-4BA0-A4F2-F50E204F4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fe206d9a542a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8723F6B-199C-4C67-9BDE-87EEB0C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8F1519C-FE4C-48DB-B31D-EDCC8E3B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1DB548-5BF4-41D4-87B4-24B6A4D1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914A45-63A6-4A0C-9492-4D2D9C78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因幡天为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3B84A8-E113-4E39-9D9B-8285D826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因幡 てゐ / Inaba Tewi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CD08882-A3B8-4000-BF34-FA81A458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8CC0B9-25BF-42E0-A295-68583C6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居住在永远亭的妖怪兔，也是兔群的首领。她能使遇见自己的人类得到幸运。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10FE28-1B5F-47AF-8714-306BD582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5D422E-43C0-44FC-B319-F51BDEB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妖怪兔 · 妖怪兔首领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728F4F0-E2A3-416A-A0D0-9158937C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1B9B3D-9438-4DCE-A2A8-8694C632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78D480-862D-4DF2-B172-C6D3380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1BD89D7-7563-45B5-A896-47ECAB4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D1294A-9E53-463A-8493-C59209B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FE079E-3DFF-46EB-A651-CB549238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使人类变得幸运程度的能力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D3E5158-724F-4E57-96F8-82D3369C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350B9F3-FB98-491F-971D-62538FB0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4DD285-73F4-4BAE-86E2-8C13B8C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80C593-C1E7-448E-9A67-483EA454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14BAA7B-41EA-4B34-9CD2-B1725F72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00FF4F7-FAE3-4783-8DFF-BCBDC99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B2D0B1E-F651-40C7-ABD7-A77F6DDE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ED3E2A2-BB38-4363-9A1F-88780D6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5965897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3FE47-AEF4-4DD0-819D-3F75B0D3FE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8128ab4e141f1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9CEA7E0-D8E8-462B-98CC-2B653BF7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C19108A-E09D-41C8-970A-1DD90743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D3654E-1B6A-48D6-989C-92F4EA94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5FA6BA-66C9-4C1D-B768-CBBA42F5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铃仙·优昙华院·因幡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3644E5-5E5A-406E-9519-6955E846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鈴仙・優曇華院・イナバ / Reisen Udongein Inaba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25BAACB-E030-4657-B7D5-E223172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58FC56-5B6C-44DE-BB86-DFB283BE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原本是月之都的月兔士兵，后来离开月都，生活在永远亭。她拥有操纵狂气的能力。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9AEE1F-415E-468F-8C75-651D596A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7657F9-9E94-4881-88B2-C1668733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永夜抄的五面Boss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B87CF4F-1D1D-4123-89FC-5445197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6B55977-FBAE-4B14-9F02-BB391BD9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095F9B-4256-430D-B905-538F306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953D099-0692-4855-9118-D8E08158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A7A548-E3AE-4026-87C3-261A802D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C941B4-A619-482D-A7F4-610ABB4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操纵狂气程度的能力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1D5A5B0-37B6-48C6-9022-ED9D72FF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935CB7B-62D8-4A74-B984-90713B81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1F77A69-3CCA-46BB-BD62-2B8FAE7C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6547C13-2A34-4D8C-8CF1-0677C13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CA2CEA75-36F9-4D49-BF68-C9BA0A5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9649FF5-1E21-46DF-8CF3-E134D59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CDDAA5-D3A9-41AE-808B-25AE36D2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八意永琳／蓬莱山辉夜／因幡天为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98B8FAA2-8E39-4EF7-8785-1BA6FB3C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C55C9DE-081A-462F-9018-F90FA19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3722268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60C3B-FE52-4100-B753-0F358371E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d63d6578d45c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80FAC69-B7F9-4546-990A-EB10C455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4AA7578-6DDE-4070-92E5-6799849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5563A2-9F19-4896-BBD6-2416738E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628F40-FF9A-49ED-8C51-DE69D2B1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八意永琳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835C0E-77AF-4AD0-84A4-AB356D74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 永琳（やごころ えいりん） / Yagokoro Eirin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93677F1-CEC0-423D-A35F-D5D8E3E9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928A68-11BE-4CF6-8681-311FCEE9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她是月人，也是神明，曾是月之都的月之贤者之一，被称为“月之头脑”。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58B7C8-0C75-4105-B2AB-D319225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9A9D1F-ED30-4ABD-91BF-686212B4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永远亭的药师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A8EFF23-0261-431F-A350-AB8762D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882225-A930-40CB-9C74-8DCEA9DA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28FE5B-34B5-4AA0-B1F6-FADD6525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5008CEA-363E-4941-A770-6B23FD0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14C88D-F4B1-470D-9E28-882AFD3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079E57-5962-4B6E-BF92-3FF930CA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制作所有药物程度的能力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33DF841-81C4-4F61-B32F-7E117D5D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18C795-453D-4184-B22A-36AA630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B7AD676-417E-4930-A85E-7E44927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61A966A-70F0-47AC-AC93-165D4E4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919EE6-651F-4293-9B5F-8C74E664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B56E42-8A86-45CB-8EC1-9A44CF0B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9C6121D-B2D6-4570-B907-A43CE434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2E412B8-FEFF-4577-BB84-0AEFCE97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4612076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41CA9-1CB4-4020-9588-5D9BA683B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a6820202c488e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7235246-AB27-4728-833C-9493CF20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230E8D1-E3EE-4E01-8ED8-9EFF0EF6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3E42A41-2962-4F0E-9411-F8D8793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B9FBFD-90E6-4EBA-BCB6-8DDE2DD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蓬莱山辉夜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B305BB-4208-4747-8C8D-E93A5CCB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 輝夜 / Houraisan Kaguya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F3A08BF-3A20-43B2-8591-B153933D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644B71-58DB-44D1-B2C1-CBAFB14E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辉夜就是《竹取物语》里面登场的那位“辉夜姬”。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52F9AB-44F0-4D79-B132-78EB63F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D2F5D6-E886-4791-AB91-FB2D128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永夜抄六面Final B的Boss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8A6AA23-71B7-4484-8ECD-D296A51C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915FA9-B9E7-4847-9E7A-5D286E1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05660C-37F2-45CF-BD26-5F6BFCD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永远亭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307FA32-B16F-4F57-8A76-EB2EEB1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89BDE8-F0E9-43F8-9FB2-B1F912E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26184BC-D05E-4925-BA75-C6F7F8F9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操纵永远与须臾程度的能力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B73E76C-0289-4694-94CC-57EC23E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CE67878-E1E9-4E39-BD0C-DA9BE6D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6E15F7F-B69E-4971-B561-8ED4E17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B4C63F2-5319-4195-8F12-BABFF34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7566C22A-BE6B-4D71-9F95-A26E77E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7D9A0A-DCA6-4DAA-B884-29DB5F1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709B8E3-F617-4A6F-9A66-FDE1780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八意永琳／铃仙／藤原妹红／永远亭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573FE95B-FC58-46F8-A0DB-6C80602F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68A3196-39F0-44BD-97F0-42C600C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15240705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F32B0-EA4A-4FE6-9C4E-59C059659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188b79ca841e9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6F63B22-94B0-4367-A8C9-2FF9E27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DE8390A-2BB7-4AB7-B046-7CB8546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3A6B42-03FC-44D3-9927-85130E0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53FC75-047A-47D0-9D78-F161BED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藤原妹红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5586EA-0113-4D93-81E0-2580363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藤原 妹紅（ふじわら の もこう） / Huziwara no Mokou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0D0DB2F-E02B-41D0-A2C4-BB1B3DE1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547410-F775-492D-A23E-EDE600E4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她原是贵族家的女儿，因服用蓬莱山辉夜留下的蓬莱之药而成为不老不死的人类。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D4064F-DC98-4378-873D-021E33F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5A4810-712F-4F29-9FB1-6E7A28B9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人类／不死人 · 永夜抄的EX面Boss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B225CD2-8218-4194-A6BB-662241BA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5E2928-D6C4-432E-8E68-BEF2EFA0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EC6830-03E0-494D-9C6E-901381C2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E62003E-1DFF-4139-8554-04869118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C57A69-B615-43F2-A1CC-30D2FAB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1E50F3-BF2D-4CF5-B89B-B501080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不老不死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52E0902-40FC-4F5A-AD58-742F65E7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9D41A98-2776-4E72-AB27-E15D9E73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D72348-4D3E-4772-B75F-B96F656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东方永夜抄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FA6EFBB-0EDF-4746-AAFB-AFE66181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A8738ECF-2DCE-401F-9C24-D3AA503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BF99B28-64BA-4302-83A6-47145B1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CD4EB04-5D03-4AFE-B13E-34C49872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蓬莱山辉夜／上白泽慧音／迷途竹林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DC9E2A93-C1DD-422D-AEEF-6940AD3A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018F49D-B8BA-4F42-BD06-C2D9261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20575097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8B8B9-B0C5-4039-88BC-6D8D1AE37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cd3818c344bd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046676B-C8BC-4189-AD60-4E8BF747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451607F-9085-415E-97DD-5433DCB4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48A37F-6627-4E53-8CCD-349E010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D584CF-7DA1-484A-8669-3547A71A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梅蒂欣·梅兰可莉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CB9BBC-00C0-41A5-9CFD-D2D6618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メディスン・メランコリー / Medicine Melancholy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6D360CC-10C3-493E-8981-6436AFC2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621776-0B61-4E43-B38D-B422FCC6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她本是很久以前被扔到铃兰田的人偶，在几年前妖怪化，因为年轻而经验和知识严重不足。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A90A1B-DEB9-4476-855B-B2BDE6B6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8CCDE6-DE4F-430C-A9FB-48A0140C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人偶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AEFA44A-99A8-439B-AFAA-5E357994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A52F17-985B-44DA-88E0-1244F3C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546E8F-851D-41AD-AB99-68054424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无名之丘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C3C9E85-5D05-4BD3-8065-9C2BCBDD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844795-FA10-4902-9D03-122AA01D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60A955D-61A8-4260-9B89-29AE5B0D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操纵毒程度的能力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E6E60A2-29B9-451A-9EB5-B150C37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925969-CEB5-4702-9A74-EDD162D9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639C467-2501-430F-B565-08BCB702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19179CA-FA99-404B-AABE-86A21821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0AE97A7-0D9C-4F50-93BD-6F8EC7B6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74BEDBD-5FB5-4E72-9313-FE520588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B681810-D42B-4749-B09D-8E796692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49CF3EC-760B-4F05-B893-7AE9208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2310962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10AAD-221F-45DF-89FA-130B6FF45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04cf046b14ec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622F40D-65AC-430E-A143-D352733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B233DDE-C28F-4F29-892E-13100C13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F7DFC9-64EF-4B81-94C7-4497CF3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8B8532-79A5-4BFE-8068-90F09548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风见幽香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A4D386-5FEC-4057-BC18-03368FF7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風見 幽香（かざみ ゆうか） / Kazami Yuka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7710AAE-573B-48C9-91EB-6F203F14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4407CB-88F1-46BC-8071-A7D577AD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操纵花的妖怪，在太阳花田活动。她喜欢鲜花，也会随季节前往不同花开的地方。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B42C7C-2418-423A-943C-5B5D6DA2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72DEE0-0212-4F2E-BD60-E3B39DB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《东方幻想乡》五、六面首领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54D4A07-66F5-4FEC-920F-8C604CCD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278C73-7110-41D8-BB97-F3030019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CECE2D-0D18-49D0-A3F4-D2EAD37F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太阳花田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F8B5E94-DCDB-449E-A62D-6E5D739E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EA4EE0-85B2-4EBE-896D-B09891C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6E7BC62-133B-4F10-8A10-23CA9A76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0A75080-3740-46EB-84A3-DF0934C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1AFE1B-3C7A-488F-8051-00A34FB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6961B3-00FB-4221-B5AC-E58B289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东方幻想乡（系列）；东方花映塚（Windows）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02DBEBF-112A-449D-A1B5-7A525B2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8DFECA0-E6E0-4D76-8BC8-1B0E8CDB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D4E98A-9757-4925-B8B7-639ECF9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东方幻想乡 · 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1EE145F-1742-4C71-B848-CEEB4E0C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1F0EA2B-C56C-4B8A-BFD6-A0AA3DA7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15716594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26DB2-D75D-4C03-963B-E29CA6961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6111e1e7c4b9e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ED2AF68-692A-4898-981B-B651BE3E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F092BAA-ED21-4391-833F-302005CF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8EA76C-B64B-4F2B-9D50-3ADB1DDA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4089B6C-7456-4340-AECE-E90D83B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射命丸文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EEA64A-FCA8-4A7D-955F-EDFF9501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射命丸 文（しゃめいまる あや） / Syameimaru Aya，Shameimaru Aya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61A4E4C-3451-4DE6-8184-E4F5A20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73D21E-FA14-4A00-80CB-79515BC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妖怪之山的鸦天狗，也是《文文。新闻》的记者。她以速度和风的能力见长。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529567-4FF6-41B4-9B96-70F00746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ADB90B-42F3-4B82-ADFA-FF7CBDB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鸦天狗／天狗 · 《文文。新闻》记者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A56734B-717A-4DE5-B381-DEDEF3D4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73E9C1-B9B3-4ED6-8989-64137E9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D95865-8B60-4C5D-B6D7-635CF0F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妖怪之山／文文。新闻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9EDF3BA-7320-4CB0-B916-80B2B71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5CD903-E3A8-450E-9A14-53453D8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1B8980-A85A-4F8E-868F-1CE5F246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55BEF5B-7373-44EA-AB7B-D64400C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72DC305-9C55-4832-8EE4-D7C3755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D3127A-D58C-460C-AB0D-EA92D50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东方文花帖（书籍）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51BB23B-6280-4F75-B955-02530EB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B758584D-C4D4-4B4F-BA3C-EBEAC1A7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BC0108A-35F0-4D76-92A7-5C9D98C6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8CF2E73-6F91-473D-96FD-125BC50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天狗社会／河城荷取／新闻采访对象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6F2763B6-16D7-4828-B036-13C7E26E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22E6B7F-ACDA-4DFE-99F6-9AD7FA76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18605585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018E7-27BA-4FE9-BBBC-D359AAD63D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ee6f3c2a0435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8F1DDD8-04FE-48BF-AC99-296E41D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3F88E6C-757A-4A64-8E66-750C8154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33CCF6-6708-49B3-8077-B375AA6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CEA54B-4199-42C5-918A-CD16E2B2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小野塚小町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F6FF02-8CB8-4441-9779-5AF930D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小野塚 小町 / Onozuka Komachi，Komachi Onoduka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3A0F404-BFD5-4DD0-8091-8655091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6491D1-F917-4C77-88FA-D30ACCE6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负责引渡亡灵渡过三途河的死神。她性格爽朗，喜欢聊天打趣，以摆渡人的身份与亡灵往来。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7C3637-694B-4D31-8F63-747D45E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2BADA5-1A1F-43C3-81BE-242AA6A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死神 · 船夫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F14A947-3B81-4F7F-B68E-26210764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8DC989-2E55-4E9A-8869-6A04DF86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947A6C-18D4-4F1E-9407-CD756326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CBD7F44-F317-46BD-82C1-D9BBC5EC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24947E-3774-40D0-910B-5E4117B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A871C5-D4D4-4954-80A2-03B1817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操纵距离程度的能力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5CA5FD6-96EE-4170-94CF-7B1A5480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7C8437-B931-4B49-8778-86CCA844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24A6076-1FAB-4101-9DFC-85F7342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9A2DC5F-C092-4DC1-B311-F9FE5AFB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B0E3C6-4192-4B9D-A78E-832C2E2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1993FD1-7C9E-47CA-8F4C-643925A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EE1AB66-A98C-4F93-BC86-C4D3663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024F7DC-991C-4E2D-9E91-8B5D3BA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9565817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E045F-BF3F-4DDE-9271-0D7A31CC6A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818a742774fb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0DBF535-E143-4518-8B45-371F25A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F17E6D2-970A-4C55-B3CC-CF70603C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97351E-11D1-4600-9515-F7D75080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III · 永夜与花之季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60D6BC-FA26-4893-B4B8-B5450C1B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四季映姬·夜摩仙那度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D8EF52-7D24-4F47-BC6E-C4F12C02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四季映姫・ヤマザナドゥ（しきえいき・やまざなどぅ） / Shikieiki Yamaxanadu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95A741E-1B13-413F-A9DE-F9128CF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192979-7010-4A73-A6B3-9BB75953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四季映姬曾经是地藏，后来全国各地的地藏联名上书请求分担阎魔大人的工作，她也成为了阎魔。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E2B48F-7435-47F5-9218-5D7F0C5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929832-6B28-43AF-9457-C623AE32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阎魔大人／阎魔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B2EB91C-749B-4134-881D-23DA5C64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9BD4D4-A15B-4863-902F-69FB2694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A43D99-B8CA-4980-9557-CA4ABBA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彼岸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E795795-A2EA-432B-9399-5E4849DF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21E358-0CB4-48F3-89E4-36E6400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4C49410-EF50-4671-A204-640BBAB1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判断是非黑白程度的能力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58C1BDE-7CA1-4DDD-95D1-7CB9DF0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76F6751-F891-4832-845E-14AA880C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F201D5-E980-4583-B876-977972A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38E6CB3-802F-40A0-8FE2-B10F3C4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BA8B871-E38F-47C0-9DAD-F5E22AEE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F9F64B-8EEB-4D9B-AFB0-E0F08D98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东方花映塚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1608449-B4B8-4CF5-B585-E6D6DC01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DBE0700-5A7B-43B4-96FC-CD278C8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2952143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D9DEC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0D519B9D-E188-412A-8182-C549E5EC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0D41BE7-4432-48B6-88F1-4F74BC5B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384F35C-0945-4227-B2E7-01941F4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defPPr>
            <a:lvl1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1pPr>
            <a:lvl2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2pPr>
            <a:lvl3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3pPr>
            <a:lvl4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4pPr>
            <a:lvl5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5pPr>
            <a:lvl6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6pPr>
            <a:lvl7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7pPr>
            <a:lvl8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8pPr>
            <a:lvl9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0400" b="1">
                <a:solidFill>
                  <a:srgbClr val="6A7661"/>
                </a:solidFill>
                <a:latin typeface="SimSun"/>
                <a:ea typeface="SimSun"/>
                <a:cs typeface="SimSun"/>
              </a:defRPr>
            </a:pPr>
            <a:r>
              <a:t>IV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DDB706-D378-4225-8BE6-D703D1C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47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A8D689-2DCB-42C5-BB5C-2B14C860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风神录 · 绯想天 · 妖怪之山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3DB75AFD-26ED-4547-B49C-421ADC45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F403ABA-4635-4B2C-AA16-269C69E2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10名角色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6439B4-6D4A-4552-B10E-F3AD2819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071E53CB-CEBD-48DE-995D-20580F39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32E357-D9B9-48EA-936E-76E85C07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041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10E54F-C9E8-4CB7-9D81-D96B105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568706-8524-40EA-8CA4-4D0422E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BBCF7E-5EE9-4612-8A55-BF93BD5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8572175-D6A0-43F0-AAD8-4A466BC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7CD9E21-6378-4C55-8E5B-72B3FEB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A52023-609C-40AC-928E-DE8EF4F9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50843BD-0807-4B2A-83ED-1718EB0A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C7E5A48-A958-4EFB-8918-C49B6E2A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F455E07E-EA08-4214-B181-22D56FC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BEC5F72-41CD-471B-82D1-DCC8C6D8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69512BF-9A43-4D0C-BD39-0594343B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91C2F2F3-D1EE-427C-8EE0-B01D4E48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7D0D277-A01F-4304-99EC-D0FE1617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DE6B24E-156C-421A-A945-1CF74728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0F07F52-1E24-433A-A1BB-50F3356A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AD0DD7C4-5CE0-4D62-A99D-9BAF7018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321B8731-3C7A-48AA-8249-3ED4A0A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F90C325-710D-49C3-AABC-ED9CE889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8DEEF9B-62E1-4712-9AFE-0886AAA7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16246B4D-4E54-4ED4-9145-221F4E62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D3E9E2B2-8BE3-423C-9A93-BBF5F92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25CA2CD-B1C6-4A71-8BE2-FAD2A24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E3CA7CE-5DD0-4EC0-87DD-9F08CB8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4857F874-FB29-445D-A2E0-3831D32D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D4EC0F30-62E7-46DF-85FB-9272845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906A6D1-1187-4FAA-9AE4-05D86B03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A9DC304-FFDB-4834-9EB5-2B0727C1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0AB54DAB-ED1E-4AB6-BCB5-BB7E7EED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B3D02C20-16E0-4735-BF3F-C51967EF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CDFC591-27BE-4C9D-95A9-F883281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D5679B1-2918-45A2-84FA-A1A4C68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D3B8E509-CAD3-490B-B4AD-CC49D5BF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82525DB5-C0E2-4FF5-A273-77A81937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8E3AA87F-A015-4BD4-98C2-9EA4218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1A21BC5D-143F-43AC-8F1A-2F51E255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7B108E54-8CAA-4EA1-9592-DA9CCA7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6593BDD2-4155-4B1E-95D0-41EDCA1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8EAEFC4A-BD31-477F-8A6F-BA5F563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FE6A1400-F9F3-42C4-820E-C168589A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DAFABF8D-3128-4BD4-B68F-46594B6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D8CBC0-93F9-4A24-8696-4FA067033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6db7f6b9549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E66CF8-3738-4BEE-BBAB-9B9DFDBB0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4ae2f8b8648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256498-039C-4E60-9FA5-6D3963939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26b7e88c048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91959B-7A24-4CB2-89C2-D8AE9849E8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f8f2d12c34c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B512B3-54E8-4B40-AD12-F39DEEB41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8e6ea432443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229A80-C6AD-4BA1-BF0B-A0D4ECEBE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d6e5f13a247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029CCD-649E-4FFD-B323-48C524836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f6b6fb6f947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1BEF4-B8AF-42B6-B829-C474F5D71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f4e41bc1d48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2A60C2-9FAF-4B1C-B7D0-BC9AF1656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e7f99997e4d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5CFFB4-D6B7-4F49-84C3-6AD6B0F37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95cefd27a40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491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106BE-E86C-42E0-A185-55A924589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8f7b0ed824da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1BD8782-A5B1-44C0-BBEF-FE8C90A7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48CEBBC-B0EC-458D-AB57-6B20DA9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49FFC5-873E-48EC-95D1-52F23DEF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86F33E-E210-49BD-94E4-A9DFF632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秋静叶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42CEC5-3433-4A4C-AA61-525A48F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静葉 / Aki Sizuha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37A1D60-CFBB-48B9-87B4-5FD47505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D170D7-A3C5-4EEB-917D-08BCDC30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她是掌管幻想乡秋天的其中一位八百万之神，掌管着红叶，是红叶之神。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9CAF69-4B08-420C-B306-99ED522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9AA1CE-272F-4ACA-9A45-FD298CBA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红叶之神 · 风神录的一面道中Boss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A406075-CBB6-45E4-B6CF-7670E104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C3D321D-8B32-4E53-9890-C007E0C6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DB4FC2-0551-43DA-A97D-9A2E9D86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6BFE118-70B3-4194-AEE8-006E34A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7D062C-C7F5-4941-951D-381D5C08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3CB323-05DA-4BCC-8D53-97CAD73D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掌管红叶程度的能力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1D21FF5-D0E6-49AB-AA15-02D73D9F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7013C2D-77F8-49D3-AB75-1208C0CF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99EA37C-6CC6-4F97-A88D-DDABC842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B04A0CF-0112-4419-96DB-9148B739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35B91E8-7C44-4783-9758-46629DA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750182A-70A7-4E09-827B-8B8B0DB4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D865DE0-48F9-49F7-84F6-D38BD3C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94C8AC6-366D-448B-A067-5F873E0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16219994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8C00B-25FB-4F31-818B-0AF5039DA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8254e71fb45f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20FC640-D016-4574-B85D-C087C7DC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29EFA77-731B-42E4-B940-6743F70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2D5B851-A52B-4E49-B386-00F92447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6D4290-9B0C-4D2E-A324-7E5520E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秋穰子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827F06-AA57-4E85-80B7-742594B5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秋 穣子（あき みのりこ） / Aki Minoriko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B08A684-9B3B-4123-BE3C-233F3022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D4F9A1-11B7-41BF-B00C-5B56DE2A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她是掌管幻想乡秋天的其中一位八百万之神，掌管着丰收，是丰收之神。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31EDDF-34D6-4D7F-AB9B-4FA83987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2D1DC2-F049-467C-82C9-8D3D5DC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丰收之神／八百万之神 · 风神录的一面Boss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20E798F-8D41-4F04-AC29-B0C1209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B2699B-BD07-4535-806C-0FAD4750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0421B5-564A-47DF-A3BB-64B7C40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CE64D7D-E0F5-4543-B756-2C1FE574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8FA6556-6C10-4FF0-9611-CDA4E2A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FF7538B-28FF-4214-94C4-B7571440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掌管丰收程度的能力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2E1DB4A-F16D-4E87-8E43-E8D0FFDB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9DAC5C-AEB0-41DA-A784-DD44AB0A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AAFC1B7-39E1-4C7B-BFCA-2AD87EDC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91A4DFC-CC32-46B3-A4D1-E0A01621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9EDD31F-D10D-4D79-9631-E1B570E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6D0A7D-B74B-41B7-97E8-C547CEA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4635DE7-5D97-4112-9377-3CF04C8B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2D818E-6336-49C4-9000-3DB59406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237962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CB8D0-119F-4755-9B45-BDE9C5B57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cf712be5f4e1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6519A87-B904-4B61-9135-E62DE6D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65ECAA9-751A-4293-AC0B-C05FC48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AE2BD6-CA35-4F2C-9A79-B2A1967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50F011-CC13-4E5F-BE7E-28416B82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键山雏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0238C3-4995-43B0-8E9F-9F8CE6D4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鍵山 雛 / Kagiyama Hina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45D7027-069E-4756-9621-D918A04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A5FB40-B998-4793-9B67-127AB1B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她是厄神，疫病神的一种，实际上不是普通的神明而是一种妖怪。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FE72C6-F2F2-4648-9B09-E4FC1B87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29068E-8280-480F-A83C-6379705F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厄神 · 风神录的二面Boss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F988DB8-FE6F-4B28-9FA1-1B310F4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BDEF3B-7358-426B-BB2C-1FAB2521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A0A333-A39D-48BA-B340-8063527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A6C2D32-476F-4D93-B84B-89A56FD6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1AFDE7-F589-4171-8A93-F3852DBD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C6EE17-0D69-4735-AFDA-2E96B50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储存厄运程度的能力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0552EBD-82BD-48F9-A2AE-E64E7F9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05961A-B2C2-46D1-89B5-B1D7DB7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D9C615-DA2D-49B6-A79A-8332AA0B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EFC909E-48FD-45EE-B9A8-90D649F0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BFA61AB-C394-4A81-A29A-D3FC78E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57729E-B63A-4CD2-8805-A52A01A7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AD98FD7-8309-4D1A-98C6-5DAB3B76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374C11D-7473-418F-89A1-0D6C1C3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84828816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7236C-38A8-4430-9F33-81EF220C0B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105a2bc0a4f5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CE3F238-940F-4206-B159-8C70D84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C74DB3B-418C-4BAB-9601-1BF9FEC6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170C03-F124-4DB2-96E5-0AA2BF3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46DD5E-950E-4ADA-8133-EEF73AAD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河城荷取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F8E143-F5A0-4873-9DDD-5C36009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河城 にとり（かわしろ にとり） / Kawasiro Nitori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18AD79F-3221-4A93-84AB-133986C5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29721E-C6ED-47BE-A053-1E13282A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生活在妖怪之山的河童，手艺精巧，擅长制作道具。她爱研究机械，也热衷于赚钱。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0C9BBF-8E01-4914-9C2D-2E749CF1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E54F8C-7C59-41AE-8F49-828AF716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河童 · 风神录的三面Boss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26EFBE8-A2AF-4B3B-B5E6-7C606735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44095D-7932-490A-B55B-A747770F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03933A-F4BD-45BE-BAC6-84E19D4D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8CE8FC9-79AA-4A59-84D9-D71FB30B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4C0ACC-E40B-4B67-A0D3-93C6AC3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5EC32D-2B68-4F60-9B1E-F077B7F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C296159-4542-47BB-AAA2-49FCCBE0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451422-6644-4CA5-98F6-CA696CC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784BC0E-F59C-4D64-8BDD-5ED7DBE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A20F20C-9E0E-4E25-8D1D-EC10F23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C95D718-92B8-4812-9A0B-E8EADA15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360E344-12F4-4E1D-8FE0-7D245E3A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 · 东方心绮楼 · 东方深秘录 · 东方凭依华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EBC2CD5-F62F-4F0F-B744-5D3E5A77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FFD556-1813-4ECD-917C-FB0803B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213028956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47D24-EFAD-4093-AEDC-6D62465656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967e3be1a4de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FCAD622-C8E9-41BD-8F3D-822FC359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81593D1-4151-45E9-8952-06777B4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55BB43-3623-426F-A7F0-5FE041B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0950A2-CE13-4900-8AFB-92FBC07B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犬走椛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DBC670-1113-4ACC-80F3-D50D4C74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犬走 椛（いぬばしり もみじ） / Inubashiri Momizi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A6B47A7-0C75-4D7F-950F-D470DB1D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F0C72C-6805-4BEA-BF95-2C6EC05E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她是在妖怪之山中负责巡逻警戒、防备入侵的白狼天狗之一。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9A246C-5C7A-4618-ACBD-78683C93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916F22-67CC-4F44-AD2D-B41E85C5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白狼天狗 · 风神录的四面道中Boss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D6DA1C6-DCE9-4AAD-BAC7-700B7AF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2A5C2E-7B18-4B22-93E0-4E99290A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87840A-45B6-4015-BDD0-5B5A80D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DB0FBE9-5665-451F-8275-7A21367E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79B293B-B955-4366-BDB8-B3F6C51A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C75E4D-F2CC-4DC3-ADB6-66CE9A4B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看见千里之外程度的能力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0F8D9F9-BB32-47E4-A694-B66B16B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7955B7-2318-4083-81C2-1208EC56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4B8E39-3A26-45FB-830F-EC6D6782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0CE164-008B-4F80-ABB2-66EB16BA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940AB4-11E0-41CC-A943-DEEC193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39C1B4-1E45-4386-86F9-7DADA972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75FA196-8D1A-4135-B64D-78CE295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352D3F-0FEE-46D2-ACAA-33F367F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66439471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0FFB4-8C18-472C-8547-DC34AAD51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57807ec4d4a83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E45EC61-73A6-404A-8B2B-2A8CBB3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1037BB4-CB95-405D-A69B-4D33402A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0BFF2-EBCD-4577-92A9-4E45C8C3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2E8622-D3F7-47CB-99B7-8ADBD5DE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东风谷早苗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83DE40-106A-41E7-837B-59D7147E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東風谷 早苗（こちや さなえ） / Kotiya Sanae，Kochiya Sanae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895FD48-1629-4324-994E-184054F5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90C161-5530-4BC9-89A2-25500657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她是从外面世界来的人类，是守矢神社的巫女、风祝与现人神。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E11514-4831-481B-B2B0-0A67D9FC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BCB87C-11E9-44E8-AA55-20B496E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守矢神社风祝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28C32EB-A32F-4067-A233-F253706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1ABD54-8ADF-4F53-9C5E-8FDEC21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E222EA-27F7-46A7-8342-F51F7347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7188F8E-AA66-4C2B-A38A-4B7CFE5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37E1C9-5C9B-4BB5-8505-E23205AC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7AF2457-C9AF-4CC9-A084-6D430C5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引发奇迹程度的能力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5D1251B-D531-417A-ACE5-FE313A2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6E1947-62DD-4FC3-851F-65A13EED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07B6DCD-1826-4CBF-A2D2-B3B9387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1D5E4C3-9E62-4CB8-AE97-57B4957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E5389B72-72B2-419B-86E4-C1E3E2EB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8A65182-A2B7-42BC-B39F-E8B7D99D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208D610-4566-4A47-9865-39AF513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八坂神奈子／洩矢诹访子／博丽灵梦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C84990F4-5857-4F98-A4C1-E16D4F25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899EF63-C3B3-4665-A31E-B4DDE53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39688105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5BD93-70A7-4102-8B78-70629293D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c5aa6c712447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01936E4-C001-4454-9A17-99069FE9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58ABF4D-0EDA-48F9-A3E9-86A8E86A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AFD8F2-015D-41BA-ABE7-924AF828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CC0312-E350-4175-8328-7FE3C58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八坂神奈子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782357-79F2-4C56-9AFF-CF80F86E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八坂 神奈子 / Yasaka Kanako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6ADA86A-2632-4B76-88A4-F369363A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EFF6E7-9A74-4622-81CC-27CAE838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来自外面世界的神明，现为守矢神社供奉的神之一。她与早苗、诹访子共同在幻想乡经营信仰。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131053-B415-4F3A-9EA9-DE7B3A5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6554B6-DFDB-41B9-920E-8A63D336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风神录的六面Boss和EX面道中Boss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63F28FC-1A9F-4D35-BB5E-B96EDF9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677EA47-2DD8-4F9B-89A0-DB986D1D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BCCA05-1417-4E30-BD4E-AFD8FDF5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84F63CB-7BD4-4203-BAAA-4E67E57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B94860-A93A-4CD5-A3B6-798364AF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A26F0F-C7C0-492E-8E31-26AA210A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创造乾程度的能力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4782CD7-FB53-4B32-AC2E-3D756A7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0E1446D-910E-49DC-9FCE-F9AF521E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FEBB92-05B2-46F2-876A-8AF0DD81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9AE8665-E4F5-4605-9008-F2280993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D00565-5FFA-49C3-83AE-ABEF9BF0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635860F-C2F1-476A-AA19-3AEDBD3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99043D6-FE75-4EF0-B949-8185B4A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E6B2424-1E36-4B04-A841-C52E9737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39142023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053ED-671A-413A-AEF6-535C29D578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c24951a7446d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21690F5-13F3-444D-B4EC-EA52D7E4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6F915A5-BEFE-4485-BE0A-9880DD79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8FFAB9-AE68-46DF-898D-4B3A1E56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DE53A9-B911-4782-979C-43FE3C2A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洩矢诹访子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A3F1F2-47C0-4E0E-B2F0-14C703D3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洩矢 諏訪子（もりや すわこ） / Moriya Suwako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B6CD5A6-395A-4CCF-B27A-CD7B70D3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A0E767-D47C-4C4E-ADAB-DB7CFC4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守矢神社供奉的神之一，原是外面世界的土著神。她与神奈子一同来到幻想乡。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9BC91F7-4A79-4644-BEBB-5408F3F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C0552E-C506-4EAB-B0DD-3F70DEE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风神录的EX面Boss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2629AF1-BF8F-4FC7-AE04-B46DF4E8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7D56A5-BF54-4685-B3BB-24D79C54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C233EB-E36A-42FC-91BD-2241468C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守矢神社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8F2EC38-BC1D-4ADC-A9E4-2C96D2C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6872F2A-2538-4A50-A7CF-8361B5C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04E7BE-6635-4197-B59E-BA901904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创造坤程度的能力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EBEA4FD-2467-4834-8139-5D4516DD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C58C49-8A13-455A-95FC-5172AFF7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3F4862-9F02-425E-9126-52EE7A88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8766559-8761-42B3-A7C6-B96BCE07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CE08278-016B-4614-8FDF-4573089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9D250D-9587-4FF7-AFBF-4FEEACF4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东方风神录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D0245DA-B2D7-46BA-9DE7-7ADE388E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7EB0670-DD77-40EE-8FB0-86E550D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51744031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B0049-3F85-467A-B843-643523730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6ee9a8af0435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D773E03-2ED8-4C14-A7BC-582E9E7F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126FFEF-DBE2-49A8-AB2A-5D133CD7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5C6A29-7AEA-4E65-AEB8-2B83F175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0F1E99-2120-4B52-B031-10284D93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永江衣玖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FFE9A5-F36C-4D17-9DB4-03CE1D84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永江 衣玖 / Nagae Iku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33CF1AD-3FC7-49F1-917D-C8350C6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B8E2DD-5CB6-4281-B065-811743F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她是被称作龙之代言人的龙宫使者，负责将龙神说出的重要的信息和地震的预兆透露给人类和妖怪。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891758-C3C8-49F2-9E1B-246F5AF6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9723DF-5221-48CC-8829-5D53DD0C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妖怪（龙宫使者）（绯想天）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17B59BC-AC85-4103-8D91-E27AF37E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3D1BD1-E55B-4F08-B43F-2F6D4BDB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3E3EC2-3ACD-4896-9256-498CFBEB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读取气氛程度的能力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5633736-E50E-4B5B-AFD2-6B2192B1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89B601-4BFB-418A-AD00-EC7345ED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D6482B-5F1B-41E8-BF04-A408C37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39A9111-9A90-4A68-B74B-ADA211D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B21FE3-A5E9-472A-89FA-ED08DBB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54ECCD-3333-41ED-BAC8-120B75D8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A0CDD2C-8F23-4926-AFC1-3ADEBE3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73524E-2FAE-4BD9-A771-CD5D9FB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8441209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CEBD1-28E0-4FA4-8A8C-CB35D2EE0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0971e80774c5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7C79D50-DC88-4117-8E4B-1F582D80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ACB985D-AC50-404A-B76B-C6A43581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6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D248BC-3CAD-4357-B7DF-EE111519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IV · 山岳与天界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FBF623-DA47-438B-9D18-A0B422E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比那名居天子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06C146-AA58-468A-9112-CC79F291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比那名居 天子（ひななゐ てんし） / Hinanawi Tenshi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CCC05F3-B0C4-4C85-A847-0752D57D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075D2D-6F2D-457C-A0A2-BAB2C31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她本是比那名居家的大小姐，随家族成为天人，因为不具备天人应有的品行，性格也与其他天人不同，所以被称为“不良天人”。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6F6251-42C2-492B-92FE-B435F512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A686E5-12BF-4BD3-BE2F-44635A9A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落魄天人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D716E57-579A-478C-9C45-75A81F46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B87229-E12C-4039-BF82-3C69012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874A12-CCDF-464D-8A9F-5F389BDD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AD0183A-D373-446C-84DA-FB05529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3ED964-AA0E-4693-8B03-EC39E627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209FA2-9E85-4818-A443-4CB5B4A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操纵大地程度的能力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9C85CF1-89A2-48C9-873E-00167B6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DFCA9D-65F9-4AAE-BB0A-1BA187A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2D4C7B-76A8-44A6-9E6D-4F89AA16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6BF8215-8614-44FF-9E21-5817863D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03B1814-9EF4-47B6-A8E7-EB10512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7661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F3C53F-E5A1-4022-85A3-65096294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东方绯想天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3FB697E-A2AC-472E-997A-275D671A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97F614B-B789-42E6-9D0C-467B7062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59580930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008E1E73-4043-4EF6-B569-03403CC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79356A-38C8-4D8A-BBD6-B5479C97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4B8E5C9-15FC-49C4-BC33-9DB3B220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0D1A47-9857-4355-86BB-75C587EF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465BB1-4820-4E3B-B4D9-0A72C83B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4F1141E0-9C8C-42F0-BF15-3E477E5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4CB8F6-5CB8-4254-B03F-39EC582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D152E8-7F59-4F3A-8780-0566F166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B82D71CB-350A-4456-8C75-BFBC9FD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6BA539-FD60-48EB-9995-BD7C3D76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052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90A7A64-41E3-4C72-B028-FC5F3AD2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E41351-64A7-42A7-9438-948A8FC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B71712-8608-4946-A4C3-805F7EF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9408643-3E58-4F17-9973-715FD05F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1251DF3-FA6A-4CAA-9B03-69734CCC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6D068F-E21B-40F5-ADD6-B8C75E4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94E3CAD-8AFF-46D0-A578-ECC85CD9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62A725B-3E07-437E-9A52-FF3B89A1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A2E9FFCF-87FB-4027-A87A-765C8C53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5C43E0B-2B7A-4F98-8424-CF52370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E44A80F-BD6B-492F-9046-E59E6FF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20E4A46-479D-452B-BC88-B5662D7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962C177-D305-455D-AB4B-A886435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E1007FA-D305-4F10-B880-01927DD0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8E3BB63-ECE0-44C1-B031-1B3F9DC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639F6DF9-EC1C-40FD-8296-4A5E409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38F0C68-E06C-40F1-9970-65503A37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B85009C-B56B-4D31-84A9-29BFF27E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1E26183-3797-4639-8CC3-6EEB8A0F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12F94A35-D4A6-4C40-93E5-C58B669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5FAE39CF-6D6D-4208-B59C-D95CA7C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0D0872B-E767-4ABE-9825-2E28A2C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13D2D17-A4A3-4A47-A41A-FBBB619F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86366CF3-0C9B-4A70-98F0-D2B152C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6DFC796F-FA47-4041-A37E-ACA7247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B47A858-C399-4B50-9D28-4E79913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6A4BD3B-CE1E-4823-B4C1-E9086B9D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D58DA7E9-A7F9-485B-A08B-F6CC7D5A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A8946012-011B-4C82-8ECC-2665F7C4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D869DC4-3FBC-4597-AA00-19211B9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5C92DBB-C01C-4696-A6E0-06555D9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BCB0F0A1-F353-4640-B81B-1068B6E9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3642B4C6-A408-4A8F-A365-A1D91AA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1C28CA23-51D9-4FEC-BBE9-9E44C805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2592EA24-6121-4D06-ADC1-72F101FC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A6245133-2F7C-454D-9F26-66546F6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04481CA5-9BE4-45F2-A1C2-27303A78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C09B4646-2E5E-44E1-BDE8-984FD875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9A714A51-9B08-4ED9-843C-EA0BD524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1DF2427F-6AC0-4A07-89A2-D6F283D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874D99-8905-4E97-9A5C-623BBF2F2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927a5746a43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9B9465-C273-4707-A499-43F6E43DDB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5e09ab4404a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775546-5544-492E-A6F4-C1939E0DE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a6e3f5fcc44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71E6A3-68A4-4F56-BF70-8B763C8D6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f93b7b1ad44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3FE2BA-15D7-4921-8079-0B0FB6738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5594d3a7b4a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8D318F-FB72-49A9-AD00-EDA160A53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a116232214e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F90414-3922-4ED5-80F6-4FD9B8E34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4e98247484b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06BA58-7348-4F7F-B10B-60EEC67FD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2063cc71346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E80DBA-A7CA-484C-A102-F9D94BBC0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6da70386649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2A6011-E916-4311-BF0F-335B4C751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9576128ae49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1632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E9C7B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aper">
            <a:extLst xmlns:a="http://schemas.openxmlformats.org/drawingml/2006/main">
              <a:ext uri="{FF2B5EF4-FFF2-40B4-BE49-F238E27FC236}">
                <a16:creationId xmlns:a16="http://schemas.microsoft.com/office/drawing/2014/main" id="{C2E88764-AEB6-4627-9E89-35FD9B0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310E811-7858-4F3C-AC07-E4E255D6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1DE347-9A0E-43FA-9B12-02D668BF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5231F"/>
                </a:solidFill>
                <a:latin typeface="SimSun"/>
                <a:ea typeface="SimSun"/>
                <a:cs typeface="SimSun"/>
              </a:defRPr>
            </a:pPr>
            <a:r>
              <a:t>V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DFDE72E-1C6E-44C5-A1B2-BDEEC89C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56E6A4-774A-4A8A-B45B-CBFD3A8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 · 星莲船 · 旧地狱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89F2BBDA-DA6D-48B6-9AA1-7C684429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DD6446-0AB3-4D9C-AE76-CBC5A21A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20名角色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C97504-6DAD-4258-9149-102F8BD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16644C55-C06D-4CCB-8848-0281B5AD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E1E05F-4481-4E5B-9D7D-EF86AE4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7376476-F885-45AD-932E-C5734CA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E69953-0D29-45AC-B551-6EA8998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0A2D9B-406A-425F-A8C6-F03DC964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0F0C826-7AE6-4168-8731-B75C557C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E43F6017-EABC-4A91-89E4-88B87CCB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7876449-5942-49AF-8E11-5A33D1CF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E1843C8-B18A-4868-A533-CC913140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5D6A3692-D20F-41BE-A5A3-D2C93417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9D10FDD2-30A3-4EFE-B901-EC28428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BF5A650-7E58-4C55-BCCD-3F1A2F5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E4D2DC-EC7B-4C8E-BF87-0B599A83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B360EFE-A987-43E7-8501-C2B49BAD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C4690B9-67AF-41E1-A56F-82A0E64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EA7F420-66D5-40FD-8DEF-ADB2145C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2F81020-92E9-4CB7-813A-00EED89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A94DE192-4A9B-4A6D-8CD5-2BAED19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2C28AD46-4F16-47F2-BF6D-882E6D9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780C52F-B904-4E8F-8DB2-1D4CE5C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CC873AC-6280-4D4F-B3FB-EB351EE4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DECD8AC3-6FF4-479A-A735-08E2A31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58548D77-AAF4-4AE2-BFDF-42C6E01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21D6E85-C556-4B91-A937-8DDC6A0E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923B963-ACD0-41F4-A838-BEC56426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E8AFD3F9-B004-4496-821B-60A8721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4D4F9218-CBCE-4B27-AF07-86978AE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41F357A-EE58-42D6-B82B-81FA959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014DA6C-E1C0-49E3-B1E8-1AD746EF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A4D737F5-CFD2-48C5-B32E-35996E7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F0BDC096-0759-4A0F-94F2-0307320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AA2E23B-005D-4474-9D2C-243E014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4F25B1CE-166E-40E5-8879-9DC015A0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42BFF716-89EB-4F1D-AC66-7010E98D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6749E3CB-52E1-4602-8F7F-C053C704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84AEBB89-B1AE-4C5E-B6BA-F4A44B8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2114B08B-091B-4DEC-9BBB-EEC40EC5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7881380D-7981-4A8F-9189-3C2C6C27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per">
            <a:extLst xmlns:a="http://schemas.openxmlformats.org/drawingml/2006/main">
              <a:ext uri="{FF2B5EF4-FFF2-40B4-BE49-F238E27FC236}">
                <a16:creationId xmlns:a16="http://schemas.microsoft.com/office/drawing/2014/main" id="{EB34117D-F391-4382-9FB1-A46E26A7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B7B9C3FD-081C-4763-B651-76C203E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1AEA0AB-915B-4F8A-AC7F-782C2F91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</a:t>
            </a:r>
          </a:p>
        </p:txBody>
      </p:sp>
      <p:sp>
        <p:nvSpPr>
          <p:cNvPr id="50" name="paper">
            <a:extLst xmlns:a="http://schemas.openxmlformats.org/drawingml/2006/main">
              <a:ext uri="{FF2B5EF4-FFF2-40B4-BE49-F238E27FC236}">
                <a16:creationId xmlns:a16="http://schemas.microsoft.com/office/drawing/2014/main" id="{CFE53478-BB78-44D8-8ABD-54A1808D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39EE3F-9C67-4B74-B476-0E532F0DC8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97a647e1c4376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9B2008-0869-495E-8B23-54C039BA7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a318c3d6142fe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7051F9-3D0C-48E3-80FB-8E6B7A977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6c8a46a4049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9EC6FB-7782-4785-8601-E044068174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87e35b669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D64AFE-417F-4A51-A7FB-1AC64D8CE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f4b1885a24f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1D763E-D5F8-449B-952E-4188CE4147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7923d98d74f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908EF4-497A-4724-B54A-747A694CBC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eb93f07bf42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75E672-E860-47B4-BD64-B18DF4C735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de9be99948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76E850-0371-420C-AAD7-4A06ECBBC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97e6cf0b943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583833-6125-4696-8C0E-F7225C6BE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dacfee474b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50863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3832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4DF0C-E5E9-40AA-816B-ACD024CF20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841eab34b47c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9466072-C58F-43CA-B9E9-5271D7E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27A0A05-20D9-461B-89E9-9680CEC6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3E934E-0179-4C16-B2BA-6C326EDF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4422F7-6C18-4031-94E9-A5C7A51F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琪斯美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32EEC8-A7A5-4B67-982F-304FDE5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キスメ / Kisume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8D63190-45B1-4236-9D8D-F291D499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C840B2-5475-447A-AC03-A69A438A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她是钓瓶落，是地底一种恐怖的妖怪，性格内向而凶暴。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491FB0-4F99-4DB9-8683-6544E03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A889EE-0027-48B8-9D42-DEAE594C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钓瓶落 · 地灵殿的一面道中Boss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2048934-CFB4-4F25-88F8-FC8B510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32BDE7-FB69-48D6-BB94-EA741A6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285F99-BB0E-46F0-B4E8-06646ECC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地底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98849F4-8CA5-4B13-A673-8C000ED0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3B3F77D-2803-4992-BF50-BD20B18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61C114-F594-4410-AB32-A9E0F815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降下鬼火程度的能力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D373B1F-1507-4559-AEB0-7C6C2FA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7A3F594-07A7-4A2C-BD48-7CB45B39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480B52-99CC-44CF-A502-A60BB4F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31BA882-247C-4ED1-BA2A-ADD98316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EB12F4D-C3C2-4912-BDD1-04FA890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DD79F2F-ED12-4D13-A55E-0359AC7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6078B89-0221-48AA-9495-179DEE4E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A75D84-C659-4D39-8CCD-F3082F97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180386701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3D4D1-F4C7-4AB0-8C17-9104B7D736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a49c6b6fc47a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3814250-CBEB-4E56-8D57-696FB11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9C8AC16-113A-4A6C-AECA-C38121D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3B0EC2-1061-461B-81EE-AC16F0B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1154AF-529D-453C-BA1A-1AEAA46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黑谷山女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3420D7-BF78-4FCF-8131-9B552F5B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黒谷 ヤマメ（くろだに やまめ） / Kurodani Yamame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CC9DE26-36C3-40A9-A412-DBB8E05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9647CE-B8F3-4F46-8B45-6FB4BA8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她是土蜘蛛，因为能力而被人类厌恶，生活在地下。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5C7BE7-668D-4F07-B5DB-C6E7B4C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170362-AD1C-4796-AC4A-C5CE223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土蜘蛛／妖怪 · 地灵殿的一面Boss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CA4A356-DB65-4075-BF3E-85D44F11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E6C101-2E0F-4F60-91B6-6ED6717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F1A8F8-7E2D-4DA8-8BB2-C8C28D1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054094B-7017-431D-B813-B7173D0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07032C-96D8-4F58-A9EC-27B43EE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C720010-B2A5-41A0-9FD6-C8747A5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操纵疾病程度的能力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E32CC1C-8275-476C-B73B-D36EEC3C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2A5D8A8-79A7-475C-8EF6-A4D2A76B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9C7F8D-F843-4013-8FCC-035A06F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69CB39B-19AF-4DE7-BC47-0B126C79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AF4668E-8295-4D07-BB45-1CC8EDCE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A7177B3-4CF9-4E4E-88B0-75F5B014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1E342C8-BD61-44DA-9F29-38B7DA1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952E7D-6456-4673-A0A8-7A4DAB8A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19098863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1DA11-5007-4B58-B586-F0E6F86B5A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92f05d2e94f8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5F69033-9627-4833-B53C-DF37BCC1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6673900-E4BA-42A5-ABB0-C989CFC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973ED2-28C7-41E8-80C2-76A0296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0A2FFD-11F2-4ACD-B892-3CCA35B6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水桥帕露西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6409C5-032C-42C5-8453-A96400E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水橋 パルスィ（みずはし パルスィ） / Mizuhashi Parsee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E4C9691-DB6B-449C-A784-B3B8489D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CE7F4E-AA53-4115-9E51-6D979CEE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她是看守着连结地上与地下的纵坑的桥姬，被嫉妒心驱使着行动，并以人们的嫉妒为食，因此可以说她身为妖怪的本体就是嫉妒心本身。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EFA6488-95A4-415E-AD13-F92444B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AF2277-7ED5-4937-BC71-22413306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桥姬／妖怪 · 地灵殿的二面Boss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4E085D7-E23C-4067-B7CC-1EB483A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E6C910-5209-46C0-A548-AAD66F0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14BCE2-0187-459C-91E6-32DCC112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操纵嫉妒心程度的能力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9DC9FB0-4BBC-4ABD-920D-86457A2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4CA3DE-CE8D-47A8-8308-4548D81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768EA0A-75E7-4446-91BD-D64C01D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9250B6B-7280-43FF-A265-0AFA675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0F1CE73-68C9-4D01-8145-18864A56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8FE3AD2-BC98-4315-BC4F-14AC477E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ABD90E-D612-40C8-BC4C-06FEE87B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B854FF-CB62-4C70-82B4-091C7379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94863492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E091B-8419-446F-875C-7A3493173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8a73b75714ad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D8F16C3-DC1D-49FD-B01F-2215CA3F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802ECBD-622A-4B12-9806-0AF0EBB9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79CE6A-0AE5-4703-8A84-0FD13E94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FF18D1-CD75-4B56-B738-E441AB6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星熊勇仪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5622EC-DBB1-4914-952D-D64D60F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星熊 勇儀 / Hoshiguma Yugi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EB5906E-52D1-4F14-A952-F9C1F3F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A22CB5-27F4-4113-81A8-3C75A3D7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她是典型的鬼，有着刚毅且干脆利落的性格，周围总是风波不断，绝无一刻安宁。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8E0955-C080-4E03-9932-491C3F87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6610D5-6C2C-4E0F-9FB3-2EAEBDF1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 · 地灵殿的三面Boss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FAACED4-155F-4DE0-B37E-73CFA1BB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DB56C6-973D-4EDB-8E5F-C61FEEF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AC3A00-5C49-4835-ABCB-503A2876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旧地狱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3ECDE59-45E0-4A9D-AB48-FF5408D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A38A488-8554-4470-AC6F-C79701F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329B7CD-572B-4D06-B215-5906D59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使用怪力乱神程度的能力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B3CD561-8BE2-42A3-979B-4794CC1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482133-C828-48D5-8CFA-5461FD1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F693AD-9E41-4F0E-BEA4-C27070B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930D802-4B55-4E66-9EA7-69E51F4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0606F98-D33E-4BF4-A767-C65F6A4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1A2241A-5B35-4C46-8343-7637BAAF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9AF3211-A87A-43BD-B7D1-10D68CC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6708FC1-7916-4888-B1F8-BE2510F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198952398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081EA-6A97-467F-BFF2-F1190273E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31283dc0f40d5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86B9799-73AD-4D30-B989-FA388F0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3F9681E-2FF9-4993-A4A8-4B21AE5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D8868C-59C4-4F67-A2B0-9E1195B6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47635A-F1A0-4AE1-AD34-C33F34E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CE4B74-D143-4D54-935D-96115DDD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さとり（こめいじ さとり） / Komeiji Satori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F66FBE2-E3DE-4A30-83B9-0ACE3ACF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FA52AB-D1C3-4412-A6BC-87ABED1C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她会读心的觉妖怪，被委任管理旧地狱-灼热地狱遗址的怨灵，是遗迹正上方的别墅地灵殿的主人。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4B983A-660A-4227-87DA-B9D2D58F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F69AF1-7C2A-4D9C-9CF4-A80FD68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地灵殿主人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1E071FA-0EC5-4675-B70A-3188E75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504416-6109-4DD4-BC30-3DF8140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DCBA33E-7BE8-4CA3-9A64-7C74C7A4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0963B5C-B256-47E6-8CF9-53937267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133EE7-2708-4026-95E5-0BB5489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E8E05E-813F-4FAC-A297-014A3AE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21FBFA9-0D5E-48B9-BC0A-7B1820EC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00F691-E6CD-4157-859E-628269FC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2B4B02B-333D-426B-A737-B862BA10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2D463DD-8858-4576-8A2C-47D2D70B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343F0D32-38DA-44F7-BC8C-41E01774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1C39B7F-3560-4390-BD8C-7DDD62AA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D5A761D-F346-4382-AF2D-6C452CBE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古明地恋／火焰猫燐／灵乌路空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97CF46C-D911-4456-8934-1575A273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0A90708-8C1A-4BDA-B598-6850934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109416307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0DEE6-B2AF-4F56-9803-F832806BD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fbe8bb1a04c3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9257F97-847C-4FC5-8CD3-6A39818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93D6CDBA-2528-4D09-9ADF-EED9548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25CCBA-29CF-4480-9FF9-E1893AFF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29B1C3-2EF1-467E-86AE-A3126A7C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火焰猫燐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2CEB25-9726-42F6-AC54-57FF9D1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火焔猫 燐（かえんびょう りん） / Kaenbyou 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F49F1A7-E60C-4083-9FE9-B3A4BE2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F1617E-D17F-42E4-8DE7-ECD5166E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她是栖息在火焰中的火车，喜欢收集尸体，但对已埋葬的尸体不感兴趣。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8F0BD0-E9A5-4682-8A89-BF04C96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D989F7-668D-48B5-A8AE-8EC5747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火车／妖兽 · 地灵殿的四、五、六面道中Boss和五面Boss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3E1A66D-3BB6-478E-A263-5575F7F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886CF4-6165-4CD9-99D4-D1605B27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047C06-3A16-47A4-A29B-9B5EFB7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F9FD0CC-4B49-49BF-AC48-BBB960BD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BB6E79-455C-4044-A463-58062C9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E0240C-4D24-4A6E-B472-9D835B6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带走尸体程度的能力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A90FC66-6D83-49CF-B210-131DF5D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6AD4042-FE37-4C0C-B872-6F9EE81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987F7C-C217-4A64-A822-875B8FD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541581D-6C83-47A2-9741-0AB792D0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1BC44F8-BF01-4B9C-A848-591845AA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A953EDE-FA00-457E-B078-8BFFFB5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65B304D-5590-4ECF-A617-9B469B78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1A76386-81A0-4427-9737-0FB610A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45672661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3C7E2-4FF1-48E3-93A4-0466A9E619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57c3d0b6840b5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8896022-B8EC-4416-AC9F-2144F01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7ABCD34-181A-41D0-8459-75AB39D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06F439-EEFA-40BE-AFBB-E4BA3F5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18060C-7EB8-4C40-BEEE-A13B32A7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灵乌路空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3A6F0D-65C0-4266-AF8A-7D826B1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霊烏路 空（れいうじ うつほ） / Reiuji Utsuho，Reiuzi Utuho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FBFE410-DFC2-436B-91CB-4D6FBEA2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5AD26C-A006-4D10-AB64-D17DA704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她是生活在旧地狱的灼热地狱遗址的地狱鸦，被八坂神奈子选中而被八咫乌寄宿在体内。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71684C-BB51-4160-970C-031949E6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4F5D55-50E8-4330-8036-4976DA8C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地狱鸦with八咫乌／地狱鸦 · 地灵殿的六面Boss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4B44742-788B-44EA-A05D-8216AB4B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821DD7-580B-4CDB-9892-9CD743E7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492722-35C7-418A-884E-0198A451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253D269-3271-4171-A573-8973B3A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FCC5EE5-698B-40CD-9162-55F4FA81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F37344-5D8B-4124-B724-418E102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操纵核聚变程度的能力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72ABC53-9C2B-48E6-9731-F891BC5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65FAEB9-E041-4642-A9F0-4A5B116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5E7AB0-50F9-47E4-B944-B962CF7D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E633F7C-6812-4474-8C41-200FBE8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9F7D95F-E97F-4C01-AD7D-F9F4B9F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C0B7350-EF32-4EB9-9FD5-D65C9B03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2BACDB9-85AB-449E-A7C0-E4690A1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3B9A4A7-29BA-4999-9926-F903F707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104781178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42C20-885A-4598-9F8F-40229904E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d35e9da7e43ac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7541E97-32AD-49F5-9F3E-45B75763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954B2BF-A645-4692-A745-E59BD405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B125C4-5558-4E3F-89EE-FEE09E35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2F4592-4C5B-4755-9595-3A68DEEB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古明地恋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8A13F3-49E8-4B76-902A-608C849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 こいし / Komeiji Koishi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522DFAD-4C64-424A-9102-4FB959D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93064B-0B34-452E-9AC7-689F9C4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她是觉妖怪，一种拥有读心能力的妖怪，但恋闭上能够读心的第三只眼、封闭内心后就失去了读心的能力，同时获得了操纵无意识的能力。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B5E41B-95B5-4ED6-9893-7B18B6F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4A7367-378D-4A68-87AC-49CE410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觉 · 地灵殿的EX面Boss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9FB2490-27E8-46DB-B93D-85C6B1E5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F97A83-F28D-4AED-A4AD-7E861CBB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11B11E-4721-4BCD-A27E-BD36D21D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地灵殿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DF116AC-D0D0-4E20-8C26-BD9AB1BB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69DC895-FE9F-4114-A447-F4C36003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602D9BE-7ECE-422B-BDE8-798FC3F2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操纵无意识程度的能力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469EDF7-3D00-4374-BF7C-DB64E108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0E686D-5330-4C8E-9661-5E386EC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D503BB-C82B-4FD0-8877-BBE2F9A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东方地灵殿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B9894CD-52E4-47C6-9FCB-61205CCE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64CBDBD-BA55-4A14-9ACE-B5ECD85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BC4B8AD-BD71-4B2D-BC32-A10DB267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74FC2BB-C1E7-4619-AC5A-D7253652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古明地觉／秦心／地上与地底的偶遇者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8D0FC8C3-C34A-4725-B955-611DA883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6B17202-3613-4495-A271-6675D076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118082016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267CE-83B1-45EC-9474-72C05E0785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2b076a85d48b9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FEC2267-B703-4868-A0B7-E6CC8C03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ACA047B-F51E-4DF8-9561-85A96EDF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654E40-65C8-438D-9B86-72127113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93F7EA-C1DC-454C-BF9E-A5431F51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娜兹玲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BBD6EB-62FC-4C56-B1FB-73015B8D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ナズーリン / Nazrin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0504F0B-2B71-4D75-B4B5-09524A7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C4FBEB-1310-4B57-AF95-1B86C6AF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她是寅丸星的使魔妖怪鼠，是真正的毘沙门天派来帮助和监视寅丸星工作的高等妖怪。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14EC66-6B79-4D77-9AD9-A7B91CB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7AE824-C6F7-41C9-B014-834FB02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妖怪鼠／妖兽 · 寻宝的妖怪鼠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25F02BE-7CB5-4B57-BA27-227BE18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B7CD1F-628F-45A4-9814-AD63910A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456E68-9ABA-4ED2-950E-E458939A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D54F098-9838-4A6C-8B52-BFDE7E0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36B9ED6-BD76-4207-AE9D-5B9EF387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67238F-63BA-4838-A259-8093F43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寻物必见程度的能力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C611CC2-A0F7-4DC6-964C-41F2EB6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50A9EA8-F035-468A-9D76-9C3803C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22D76C-03D9-4423-995E-F331763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6BBA33B-F7F8-4281-BBC0-8C26B917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510375D-7D1B-485E-BCEC-D8DC62C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557ADC8-619B-406B-B9EF-F1D70A5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739EF39-3527-4414-85C0-2CEECAC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2669922-E848-400C-8D87-A1121F00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34248060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B21E0-C82F-4524-8A2F-EFA536711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91c0d16f649c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B75ACF3-537A-43BF-B901-A92200E6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AD6C8B1-FB23-4765-B600-A739971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FBCA03-82AF-4D65-A6DF-65B3227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4DD5AB-D922-46AC-9690-38382EB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多多良小伞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F99349-9EDF-4AA1-8169-6A526996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多々良 小傘 / Tatara Kogasa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D870ACC-8ED3-4687-84FA-ECC8DCC9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E1EBB3-1520-419F-94CD-585E3F4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被人遗忘后成为妖怪的唐伞，属于付丧神。她性格开朗、亲近人类，以吓到别人为乐。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92A834-2112-4055-9079-78B3DC9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A4CA4D-90A3-46EC-8D4A-5DBB85B2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伞妖 · 星莲船的二面Boss和EX面道中Boss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05015D-392C-44D7-A250-E8500B34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FCC733-2B81-4C7B-B139-2C36E8E8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9DC8AB-C5C5-47A1-939A-9EDEFA1A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A723989-AAD3-4378-B777-0B75B1D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1F7230A-7850-4EDC-9343-EC237FD4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687A7F-71B7-4E9F-9260-5115585A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惊吓人类程度的能力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62C303E-E0DE-4546-8E14-168B8305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119608-C298-497C-9DD1-5129270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72B2176-34CB-4C12-8811-24B625CD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977A591-2801-48EA-B6F1-DA6DB87E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BC78EBE-5DD7-4EDC-9421-19155AE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CDD2D5-E7D4-425C-B1A6-00188E70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AB547DF-86FD-4B56-B7EC-08D19AFD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0E633FD-7A9A-4B04-96FD-8E6E5D78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59662082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137CA-5CEF-48CD-A7E0-0B2AFED6C6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90b2e11a84399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09070F5-261A-49D0-A65A-BED7BCD8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DB870B9-6091-4110-9711-0F024AD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F9C497-D04D-48AB-8C4B-E3360E3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F1CDD9-B708-4893-AE61-DB5F49C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云居一轮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927170-3BA9-4C7F-8E87-8BB8E825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雲居 一輪 / Kumoi Ichirin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1C7DD2A-5578-46C4-A5C4-345825F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6C8CFD-EDE3-4BA9-BECC-933078F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命莲寺的妖怪僧侣，能驱使入道云山。她与云山相互守护，也一同参加弹幕对决。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BA9BDD-6ECE-4267-98F1-85E08C4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D56B5D-4056-4645-8BCB-110477D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 · 命莲寺的妖怪僧侣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2708A0C-F1C9-4730-A845-645F9F84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B89007-9E8D-427F-8E69-F795CAB4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44A7C9-B53E-4206-B340-F25891A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F6151BD-2ABB-4BC5-9AE7-4574015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3341D1-AA3B-4CF7-9951-8A06ECA8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318482-BEAF-490E-B2C5-51C3C5AF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驱使入道程度的能力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5DDADED-8FD9-4A1A-B0EC-94DFFE1A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5429493-8636-4D05-93BA-3C788A96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51C4B72-E8B2-4461-B0D1-A476203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666E9C1-6FDB-433F-831A-CB03A94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B893BC76-79DA-4D75-98D4-CB1ED44B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CC0F9A4-068B-42CA-A43E-488FF872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8CE1ED8-AD56-4963-8AB3-F87209AB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云山／圣白莲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1E30ACF-FC05-4818-BF8C-ACE1F4E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CD24CA3-6254-436E-885E-EBFEEC9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22124890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9128E-4F4E-4220-B4E8-11D2375A8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a869f2a954e47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6A37D84-5722-409C-A33E-A0BEAF77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852571D-8A40-4A79-9DEA-BEAE6E77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8FF9AB-6F99-44BF-9BE1-DB457C2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1B0A11-5280-443B-BE83-7070F1B7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云山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FE4A49-9D12-4241-8B8A-E0DCC66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雲山 / Unzan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3071D0C-013B-4E1D-AADF-927D060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181BB3-6ECA-42A8-A76A-D2C222E9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由云变化而成的入道，性情寡言，守护着云居一轮。能够自由改变自己的形状与大小。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03BB2A-DA75-4A36-BFFC-4463672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87BABA-915F-42AF-9F78-ACCD20A4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入道 · 守护一轮的入道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B951A0B-84D3-4714-B71E-9F5E303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38EE4E-F406-4D89-97DF-84BC495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96A38C-4DAE-4763-ABA6-12CA627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EFFAC45-C0A6-4FDF-B082-A61BECE5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C57206-DEA1-4582-B354-96B8CD4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F6B26A3-C17B-447C-986D-DF585C4D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自由改变形状与大小程度的能力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BECE750-BB8B-47F9-A21E-13197C6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0F37D44-BF47-4DDE-9B31-200FF1F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17A144-6F1E-46C6-A43E-85BD9A72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6108898-BEDC-488A-A9C7-743BB164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5E61E4A5-274C-493F-9E97-6BAE4A1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9C103F9-81B8-4327-AD92-5A91A06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CFF29C6-BDCD-44CE-8703-58837CE2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云居一轮／圣白莲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6273DBC-A91E-405A-93EE-0B15E6A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D73B7B0-26A0-49EA-B5EF-C101D29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134583014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1D18B-8E2D-463A-A628-A35428D1E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9b9004c05404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4D1938E-A475-4A56-BB5A-9DEEB781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BEADC9E-5292-4CF6-BD02-64B88A27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42174E-7359-4E63-9B88-A9C5625E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58376F-A55E-4FAD-B7F0-36C03E8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村纱水蜜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7513D9-2814-4A97-AE30-B45C4A9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村紗 水蜜 / Murasa Minamitu，Captain Murasa Minamitsu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5044B00-F1D2-4DA6-A7EF-80690367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07A845-48CD-4803-A87E-76F31B0D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圣辇船的船长，是引发水难的船幽灵。她性格开朗、十分健谈，平时住在命莲寺。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D20821-BFB2-417A-B62A-811C0ED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4643DB-D992-444F-99D6-80208CB8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船幽灵 · 圣辇船船长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0937AC4-48AD-4989-8ABF-316AE82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6EB4CA-55F3-4849-9FF8-625E0875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3D7BC6-37E1-4F10-AD4F-8C34F33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圣辇船／命莲寺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E88D9D1-59AC-4136-89D0-A9B5EEF3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403F67-8D0A-4E33-B29A-4F6A11E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50DE8B-BCD4-4916-9D34-D171DE7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引发水难事故程度的能力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6594491-EAD4-458E-8D34-38360E6D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95D9102-CF6B-43A1-950F-DD6E8BF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450D6A-24CE-48F8-8A28-D15A6DBA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DABA19E-CC24-48CF-AF22-98BAA50C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E42A9FA-AE4B-420B-B0A8-87E0EDA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F035B02-949D-4CCF-AB71-48BD0BAE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A115086-4E9D-4EB6-A2EA-C0BF799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8CD5171-D4DE-4A08-B8FE-CB4A3AC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5431610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D84D4-2CB3-47B6-8579-7F48844C7F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4fdc3131e412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149B130-DEB6-4571-9BEB-312E91B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0CCB490-FD99-479D-8F18-9A5E5CCD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06B676-D266-41EB-AC3A-0622DAC0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7AFA97-C810-4672-93E2-B10099C2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寅丸星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0BDDB3-D737-4CCC-BA12-454A8CF5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寅丸 星（とらまる しょう） / Toramaru Shou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4DB6F6E-DA96-4136-A641-0E620D04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14C745-46E1-495B-A891-917B4C15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她是山上巨大的肉食动物被人们畏惧而变成的虎形的妖兽。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941F194-43A6-473B-A1A2-6E07CDF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5DC3D72-E0B4-4FC9-BDB9-139AE71A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妖怪／妖兽 · 星莲船的五面Boss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0762ABD-AF2C-4A0E-8F30-54EE567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90BE76-7117-415A-93AF-EA7CFF1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EA7C4F-9028-4E89-B421-81595336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71C0F15A-D887-4970-973D-060BBB5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DBA577-AC65-4AFB-886E-3248D2AF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66AA2F4-4190-4D7F-897E-CF81D32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招财进宝程度的能力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468B996-4D25-47AA-815F-A895D091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21D566-83A0-4469-8FD4-5BBBE52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250B79-2D22-43A4-824A-30220019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ECE3CAA-73AC-4A12-B8F2-4EBDF9A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9E2EA60-AB2F-4F9D-80F6-AABE168A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6CCA411-F750-425B-8C72-00B9514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4E619B5-870D-4B7D-A69D-2C4C596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BD4EB74-6C88-472A-B3E0-36352AE8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151767790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4B133-3624-4F94-8933-F3E96AE93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eae40765c452c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5DEECF8-192E-491F-B43F-89D109E7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F098D60-9A6D-4A21-B4FA-154BE44D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2A5826-FF19-48CA-969A-4F3DCCA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F24C9B9-AC80-40F7-B1AA-965B563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圣白莲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2AF585-D97A-4D95-8FCD-4B0F6DA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聖 白蓮 / Hiziri Byakuren，Hijiri Byakuren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E333A3E-0BED-4156-BF25-9D15A2A9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1927DD-0601-45A2-888C-31DDFAF8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原本是人类的僧侣，后来成为魔法使。她站在妖怪一边给予帮助，因此受到妖怪们的敬仰，也曾因此被封印。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FCEB25-EE5C-4BBE-ACA0-A0419B2D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C8E7FD-F93E-4CC6-9C1D-15AB356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 · 命莲寺住持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5BC581C-1803-439B-A3BA-B83E28DA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1D07E1-EE96-40D2-8D8D-DEFA29D0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028DB67-B9AC-4CA1-A41D-9FD6DED6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A1776DC-B479-409C-A174-C5BAF55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0E9EB08-4EE4-46CA-9178-13FBBBAE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C31B62-5D7C-4B7E-93C2-45EED3C8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使用魔法程度的能力（增强身体能力）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BF612B0-9A73-4CC8-A442-FC4B1AA2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41A201-51A3-4DFB-9D77-649E90DA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9B7275-51FF-4D7A-86EF-1EFCD73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37FAC63-0B0E-46F4-B5E6-BB0FEA3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011D3CF1-A75A-48AC-8FDF-169B3368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3675437-6413-4C65-81EE-56B14656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923DA86-4727-4714-8424-55B5EBC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命莲寺众／寅丸星／封兽鵺／丰聪耳神子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049AF9C6-9AD5-4A98-9F67-9B95BC79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DD15E7D-6494-45F7-ABDA-B910A49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161138949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40EF9-3674-4E1F-88F3-86FA30374F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8fcfe3580424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3381619-A6E7-43FE-BFF2-8212028F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8D9E2BC-18ED-4C77-9B19-01FA28CD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B6055A-80C6-4942-A939-22A18B3D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9D5B1F-4A10-43D2-96E5-2486442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739793-7D09-4261-9DE7-F8A9FF6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ぬえ（ほうじゅう ぬえ） / Houjuu Nue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5E2F155-AC4D-4DFC-8EED-4A2B5662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8256CE-D944-476D-8EAE-F145474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她是十分不可思议的、真相不明的妖怪——鵺。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999B99-F3F3-489F-BBEE-69661A5C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A3B8B2-0889-4EFB-BCC2-594B501B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鵺 · 星莲船的四、六、EX面道中Boss和EX面Boss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F488050-014F-415D-9CDD-D6530B4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A76B6F-BA44-4F62-A262-F0FFF54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DD0EB00-0464-4C47-B71E-FA2FF646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67EA1B3-7B4B-41FE-BF2F-CE0FB7CC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908727-4C5B-4A35-B147-1E3FCBB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AA9F69-B385-4FBB-B5FF-DC850EF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使原形无法识别程度的能力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6E8A816-833A-4694-8653-7456F2D6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92415C5-433D-487F-83CC-C340F6F2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0DDB87A-5B2C-408A-BF14-CBDF2F9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7BC4FD2-58B9-42EE-8A60-1F86340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9EEDF1F-185C-443D-87B9-3762B3F0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D703D8-9FDC-4DC3-AB5B-B50015A3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东方星莲船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90A47A1-2830-4FC2-9011-5896AD57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E52FE66-3502-4D83-8BB2-CCAD3D3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135349115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604A5-E5E5-450E-B615-809E2BCD3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f3358ab34482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1ADF20C-6DB1-4CD2-BA73-F2F2C54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16F6081-7310-4817-ADA9-5258810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2040C3-34D6-48B4-A9EC-7CAC5E4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CCCF5C-8B4C-4571-A595-485B0A8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姬海棠果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22B2BA-210E-4D19-9C9A-3439B506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姫海棠 はたて（ひめかいどう はたて） / Himekaidou Hatate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8F01303-0013-400C-A125-3A00408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9F5E7D-0480-4516-A975-6D5C5D7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她是鸦天狗，是新闻《花果子念报》的作者。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05736F-8A96-42FF-9869-9C00AD4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A88F2E-35E8-4EFE-AECB-BAA13E4B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鸦天狗（文花帖DS）／天狗 · 《花果子念报》记者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BBFF505-6100-4409-938F-46AE1AA8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27C5CD-39D1-49C1-BA60-056A5613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E78233-8783-44C1-BABD-2A9DD9F5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妖怪之山／花果子念报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69E1ABE-404E-4B25-A781-AFB634B1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E1AA60-8A08-4365-B4B8-5A0A1710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D93616D-FB6B-4A44-8094-A9998B9B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使用念写程度的能力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B42F755-8B0F-4DD7-B728-05DE0976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92E61E-088A-4642-BD9D-C9D0FEC7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14F48D-D1D5-49C5-9995-692E495B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0B4BF2A-1993-4208-9AD1-0111119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05EF862-2F74-4DC8-B2EE-04EEC301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67CD33-2A67-4168-960E-4044E957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东方文花帖DS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737E603-EF78-41FB-B5C8-2F56E0E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9D2F2A8-CB02-4133-8AAE-000B1F3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7814487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5DFE2-265D-4BDB-B078-BBFC7B9B4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9e32cb8564f0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777C8B5-B50C-44AE-9243-7AD6EF39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4901ACD-3374-4E89-85A1-0BB8E2B9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A20C56-EE73-4C81-AFF6-E484977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6D01B1-507F-479D-84F7-048B5140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桑尼米尔克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491615-B1E3-452F-9898-3DA76A04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サニーミルク / Sunny Milk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4749D9E-AD12-4E1E-BCE6-1A7FBD7E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2B99A5-748F-43BB-A2B5-CE9AA2E4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她是日光妖精，从不知道什么时候开始她就居住在了幻想乡当中。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038875-A2FF-47E7-AB05-4A84A582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D4E468-F353-4844-9B59-6358B1DC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C557A7D-18DB-4705-AD4B-4A34FB6F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E957E7-A8F8-4807-82C4-6DAA8F6D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458F06-020A-4B2B-BEC8-3621CC6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折射光线程度的能力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B75CB4C-67E7-4D7C-8F55-5170272B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A3DDF1-4AB8-498D-A5CD-091AC80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842889-9C81-4331-8992-326B8C5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7C2876F-940B-48FF-A0BC-3251206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E41162A-4CFD-42E9-A609-4E63DD37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E8C76BB-2E71-4AEB-B5B7-60435342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C67F269-8F74-4AAA-AC0F-48AC3BA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C69B645-77E2-4759-80BA-DD62B06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79440383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40E49-B14C-4363-AC7D-CE593968A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76a4c3099417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BD70705-51B6-4D5B-AB55-C292AE1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B08233D-7C4D-4F35-9CDC-93E30EB6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B6DC72-E8DE-4D4D-A933-5469454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7585C3-F920-4705-9F1B-3B660EDA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露娜切露德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76F897-8C45-4715-981F-F4ADFA89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ルナチャイルド / Luna Child，Lunar Child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EB20A63-89FF-4ADC-8E64-AAF363A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E4BC74-900F-43C4-A07B-9F12D6CF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3DD8C4-43F2-401E-9B60-F9E7A2D1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19C851-A321-4A95-987D-74B2E5F5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988904C-3744-4F3A-98F9-F6E2451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FC98D5-1511-4700-ADD8-50151376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987310-E780-4AED-A655-DA527D63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消除周围声音程度的能力 消除声音程度的能力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0480950-54FB-43C9-9C99-B61347B5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E923C9-261F-4857-858F-71411216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84E0AB6-1DCB-4870-A5A5-45B2231A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A3BFF06-B63C-4CEF-8E97-B7561740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50A011B-051F-4DA6-B814-662B701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77D7B65-5F95-4E80-A816-EBA277D7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93A1A78-3139-4FD2-8522-E7C47E8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2E6A4EE-62E6-496A-BE57-99D3912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137793329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0ACA2-8024-4FB5-BB55-617F945A8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bc2d7848b4f7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338FB7F-4635-4A43-A0AD-5694078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1C60C40-F65B-4A7F-B6B1-DB6C470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ADB847-15C4-43B2-804E-864EAC7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V · 地底与命莲寺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4350A5-F4C6-4360-98E4-18278118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斯塔萨菲雅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0F84DB-4E21-4796-86EC-200A9A5B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スターサファイア / Star Sapphire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768381F-7953-4FE5-A9E3-FB32DF0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2C71FD-40CD-41ED-AF29-FADB401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她是星光妖精，从不知道什么时候开始她就居住在了幻想乡当中。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F4BAFF-3A98-4E72-BAB8-38C9F0B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0576DCC-3C22-494B-A1E3-C0D2532A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三月精系列的主要角色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34115D0-BCA7-40DB-9671-1CD5FB5C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AA6FF6-006E-4CA8-A01E-4A46513C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46BA1B-5F04-44C5-A060-6EC2A63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感应到活动事物程度的能力 感知生物程度的能力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026DED2-82E2-4B89-B811-36A6C24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84FBAD-6A9B-473D-97A2-19725E7A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773F4D-287C-4F11-B1B2-5A93CAC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4BDB0E7-4AD9-4EB1-A3DF-5780CBA4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71B90A5-8C51-4B8F-A608-15E7549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5231F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E7254AC-2E4F-43AA-9B0C-D426E069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东方三月精 ～ Eastern and Little Nature Deity.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FC9C71A-A1FD-4A71-8801-1DF2C89B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CBFAA37-3BC1-4B04-BA3B-ECB61787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22427081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6AF3BBB4-D996-4519-9451-08AE7197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ED4380-A8BE-4B48-A592-ABC0B5CE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21CF15-96AC-4D03-B70D-CFCECD4F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128D36-3792-48D6-B934-EAF1FEA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F9CACC-72CC-41EB-9DC5-875A7EC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F24D8AA6-0E44-431E-A7D9-F93AD7C6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AA7765-A5BA-43A9-932F-85AA393C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BC6880-6C76-4F4E-AFF3-789691D6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1A6CB6B1-25F9-4745-BBAB-F494808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4A7DEC-2AA1-4659-ABEA-913FA1F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1DE4BCB-C165-4D65-9386-2FCFB58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12720B-2135-448E-8CDD-990C044B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F9A51A-7B5D-465A-8079-A0820A0E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5D2F3CD-8A35-43D6-96BE-0A89063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3CBF8972-900D-468B-B8D0-F261A40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4329A3-6DAB-4963-95DD-BD3889A4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594346-56E1-4E62-9FEA-5525071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A113EC28-BF96-41E3-99A3-8446E6F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B3341D7A-5B25-4150-8921-B972D25E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5D27411-F4A7-48B0-BDAA-3131B36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5FDFE4-611B-476E-B030-1C78B5E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7CD10958-0774-4261-B8EA-ED3EBA4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0914324-4CCE-43FF-9B22-71E596A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885D6F2-2B89-469A-A75D-0203850D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3C0254E-2F20-42BB-B98F-E7033DB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7344F24-B0B3-4A5C-BC00-1CF18D9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4BCC8CC2-F4B9-4EDA-B241-AC59196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40C728A-D2A5-4E37-B8B7-82B2840D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A622057-6FDF-41D0-8ABB-6B4B5021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AB4A0AA8-8418-4320-9C51-B60B1B20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4278877E-885E-4DAD-AB87-9AAFB63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8419FBA-1ED8-44E0-8CBC-E261A3E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FF70EC3-7F92-4776-9AAD-2A5C624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907FA1B5-C245-438A-AEAF-FD76734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F02EEB0-427C-4606-AF3A-6B01871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AD5719B-114A-473E-B12B-D4138471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5F187A4-1A74-4064-B9F7-1DD504A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11B4F554-A144-4586-8291-D40D486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F039B207-4E8F-4EF0-9ED2-9474222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865DCF2-72B4-40FD-8F0B-1CC9A5A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F4C4960-B661-4CE2-8DA6-2CFECF4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C9AE5AFD-5DAD-4927-A5B1-18BBC3E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4475D897-E270-4BF1-B4AE-BCFE9911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545B0F7-856D-489D-85AF-9AA1891C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8F04732-D947-4270-A0E7-54D0E59A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7F0220C1-EB30-4BEF-BDB8-40E82138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214348-12A4-43C8-A14C-443D45121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23da7b52f46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547789-312D-485D-AF26-285B76080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6f437b36243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FA61EC-89EC-4161-8C71-545ADD3BF0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707a4c4d948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2C2936-EDA0-4F87-909B-E469EC660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4407ba6a647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A00E90-EC05-4AB6-AEE6-EE4F9C8D43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f063b349d41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FBCE0F-B0CB-4771-8A43-6D3AC572DC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35131e52941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18DC51-2BD6-43E2-87A7-642F378FF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132afa1fb44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55EE20-B417-4965-B653-1DE685E067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46607f3fb4c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B80311-D678-40D3-977D-07EDC1ACD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25630456940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575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D7E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BD133CCF-6CB0-480E-A5DA-A8D4CFC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6A9F7B1-B0D2-4499-B044-37AA87B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00F76A9-BB72-4633-82F2-E3C74341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64798A"/>
                </a:solidFill>
                <a:latin typeface="SimSun"/>
                <a:ea typeface="SimSun"/>
                <a:cs typeface="SimSun"/>
              </a:defRPr>
            </a:pPr>
            <a:r>
              <a:t>VI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17C6BE-7A13-464D-A92A-4E12002E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AD6156-5A6A-423D-A8E1-191EC42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 · 辉针城 · 深秘录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C0F488B3-666A-4214-87B5-CF205FE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C88F17-37E7-42CD-8EEA-27C2A7EC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17名角色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B38890-FC05-4A68-9E44-1184D687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F3D14CF5-8A77-4D82-A4AB-FC9BF4FD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73473C-3561-4C0F-AAA4-7B6D609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DBCF692-2115-4480-BE50-E8A39DA0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EF8B49-3375-43E5-A733-350589A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99B2FE-6D29-4E36-AD74-F3D7288B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011D2C7-444D-4546-B30A-B1E24B7F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A735727-AA16-4EEA-9BBC-8F344CA7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9F18AED-73B8-4239-ABBC-2EB8CBDE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F49B1DD-0865-4F19-9DA0-BA60C3C4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83030EE0-86ED-42F6-AA45-FCC7B88C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DB6C9031-E09C-4E23-8D58-C5DF9168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0A4D47F-380C-487A-89A2-35B309D3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B5D866-6586-4482-9B5C-E3D02E55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B955595E-BDDE-41E1-AFF6-DB931EA3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B22A6D8-5332-4282-BAB1-43EBDBD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751024D-A542-49EC-8BEE-F670C40F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981C148-09ED-41F9-8EF5-8A4657F4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093ED462-E6A0-4787-A35E-BF7B640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AC9E2CD0-D560-4B62-8B07-D786C90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E135F42-31D3-414A-8EE0-D01FDFF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A2AE719-9C34-425F-9003-35EBFE18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004243B6-041E-4F35-8FC1-7A81BEE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06408AA3-060D-47C1-932B-D719A3F3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F150834-136C-409B-9DBC-AE6B3C5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9D7EA70-0B3B-4998-BCE0-8682E623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B51B7FED-F536-4C43-84EE-53672EF1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CA709467-1A7C-4344-B364-1136727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6746659-8317-4E71-A16A-63590CB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F572BDB-2168-47C7-869F-8B79BEFB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65E14DBD-AC65-4914-8004-D8C990E2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FCE72C91-C38B-4FEA-A1E3-36899440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3A665D8A-EB53-40C7-91CF-093931C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90E63F70-949C-466C-971F-C0A604DF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AAF820E-FD48-42B9-8408-2541C4C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992090-AB7B-42C2-94EF-CE8D3D6C25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4b2bf433049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427903-3D6B-49E2-81AE-C30FB37A6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d7338ceea45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BAE5D8-00E6-409F-84B0-EE4FAE3648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772c50ce941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49D2D7-8DC7-4727-8001-7BE826AF2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e2180a5f74d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F572C4-B28A-452E-9033-113EDB4C0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6576021d749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E51E42-BE0C-42E9-9340-F91CC2897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6c61af3a04c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7B48A6-AF04-45D1-9CDA-EB32EA952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a26b0fc194a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855B62-597D-456E-96E9-846CA2BBB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f9b9306c943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245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29C43-B947-4B5D-B671-DE9C86BB0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ec26c72154f4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1493888-5CDC-40F8-9F2D-249DDB7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A5C285F-60A1-4BA5-A190-A3B3E76A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E49452-ACD2-42DE-958C-C44F1091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9431B9-B2AB-4F1E-B9EA-E2EC7CF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幽谷响子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D6F43A-35FF-431B-9E64-DEDE335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幽谷 響子 / Kasodani Kyouko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76F96EA-9277-48C5-8848-1324F38F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CCD2F1-0AF6-48EE-9D15-158A7561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她是山彦（也称幽谷响），一种嗓门很大、会在山谷中正直地响应声音的妖怪。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A6A274-0FD0-4CF1-A75B-04FE8F2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49DB05-BEEF-431E-9B12-D0DA7EE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山彦 · 神灵庙的二面Boss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86D47BC-1F8C-4E2D-B4B3-BD4033D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B72778-58CF-486B-A9A8-6018BD2F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8C719A-BA47-4724-98C1-C3E33A4A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6493ECB-F2F7-49AC-B3DB-100F7A01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A61E9C-D756-412D-B84A-4D41BA99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21F434-FB11-4761-B8E1-6D4D5AE1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反射声音程度的能力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4A79A6A-0B56-4E42-A7F6-F3098119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423E556-52E4-432C-B438-6D478AFC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8C2D8B-6605-48BE-90A8-AAAD78E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4A9F2FF-649E-4516-9E13-D522C86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D32A4FE-2142-4F16-BFF4-1E256EB3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D437048-30C6-4CBE-B9C0-0534AE6A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53A5A9F-6FF4-44C4-9B39-278C93A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466989-D920-454B-A5CE-1185E34A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163421895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7DD4C-9722-4C41-88D6-838062E581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cdd045d1e45f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21E47C4-AE2D-4B48-86FA-812F603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C6FDAFF-63C9-41B5-993A-E50565B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5CDEF6-CEF2-4391-8FCE-C9A1DB7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9A45A5-B6EC-4621-9B44-F4DB636C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宫古芳香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D43442-27BB-4402-B754-46A5245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宮古 芳香 / Miyako Yoshika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8C27E9F-E99F-49CB-94F4-67766F7C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EEB827-B4F1-40C5-9A2B-0CF65C3A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她是霍青娥操纵的僵尸，本是日本古代的尸体，现在在青娥手下当差，是青娥的所有物。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E5AAF5-0CF9-4DD3-9700-C41FD67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E851EF-B544-45B4-BDB0-2DAD99C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僵尸 · 神灵庙的三面Boss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983B0A5-5FE0-43A0-BBAE-A6E4F6B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36D5E3-1B67-492F-BDFE-447E5D3C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925D33-F287-4B41-8ED8-F5D6CA72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14C2E4C-A93D-4ED4-90A1-412D92BA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86B35F-E5D1-403A-B7FD-20E6CDB5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041B33-0531-4AC1-8921-DA17900D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CD2D87A-0AB1-4C57-B33A-DE0D738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E4B5B8-7454-43A5-A214-1E2A9A7C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66F078-8B74-4420-8F54-17932BC6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2483832-DA2E-4D32-97CE-7BCC77E3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9A7EB0E-5EF9-44CA-AB98-C64FF9E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B7765F6-9774-44BD-803A-A0E3B1BE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C1BAF3D-E4E8-4992-B2AB-84C97CA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8207AAB-CD04-4EEE-9B5A-E9273C4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57870532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F04FB-630D-4746-B68B-49694E579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7e5b2c738401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9B2A256-030A-4FA0-B30D-34C2521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BE64A72-6D4B-40DE-8E11-CA18D5CF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02D981-1FB3-4A7F-A657-6D53B69B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879035-8CB0-4A7A-B5A4-6BB8277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霍青娥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D783AF-C622-4DC2-B6AF-6300F85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霍 青娥（かく せいが） / Kaku Seiga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45DEB5E-16A0-49B1-B13B-AC72A00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F9A739-EB84-44F0-830A-2E3C127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她是邪仙，是少有的活了一千年以上的仙人，因为思考和性格过于邪恶被断绝了成为天人的可能性。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94FDFA-15B7-4E96-B995-204A8A67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6A1687-203D-4FAF-BA10-E5058E5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邪仙 · 神灵庙的四面Boss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47C61B4-473B-47AA-B7F1-32D2E66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097C44-69E8-4E0B-BF3A-E4CC2776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C0A45B-4C22-40FC-BF8B-00D7AD26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24774F3-CF1E-4CF1-A8CF-837D121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13288D0-149B-4E66-AB9F-CED16E17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B2CC05-3A01-4BBD-9E02-739D0F4B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穿越墙壁程度的能力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F1DA9CF-0265-45E0-89F1-C5A289B9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6C49F05-57D5-4010-94BE-2CC3FE4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0B4E51-B340-4890-8729-F43D6804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526E591-5287-4A00-9311-AA917B46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09C36AF-2526-4469-B3D5-6C031E92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95C0F12-8580-41D6-9269-8A21CB7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D1C3D41-9BBB-4256-B428-47C64978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4010270-F205-4CD3-A188-4A6AB243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184996847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8124C-F0D5-4371-82B1-5D36A43F1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47fafdb74449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7FD89B5-F9DE-445D-A096-95B3F414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E0F7759-4BB6-4253-AC45-20FA92F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076C1C-7154-4809-B633-B5BB11A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80D915-EDEE-45D2-B0FC-25E3F805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苏我屠自古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B9485B-4C87-4CAD-A989-B6A2888C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蘇我 屠自古（そが の とじこ） / Soga no Toziko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2A1D883-7237-4B78-B4AF-B93743A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039396-7BC2-4288-9ADA-3943B54B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她是亡灵，因为抱有怨恨，性质是怨灵，她的能力也与此有关。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C93BEF-6F7A-4D6E-9A9C-39EBAAD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778D17-CA0B-472E-A931-DA7B29F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亡灵 · 神灵庙的五面道中Boss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5F0C94A-047F-4D64-84FD-06D626D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F3CB00-2349-4BAA-BA1D-11CDFE8D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0C58D3-7220-4194-8883-A4FF3DB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5276C9D-F17C-4780-A1F5-440B8B86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9981F6-0BB1-4C60-96F6-F6033B90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DD2ACF-470E-4737-A987-419BF1C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引发雷电程度的能力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5E16928-6ADC-42B6-A3F3-3559195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94B07F6-9900-45EF-B012-ECFC6BAB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630F8E6-F513-425C-BA0E-7580C70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0774ADF-4AAF-4A9A-9FEB-6A1D0D6F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59FAC54-1C5F-4CE0-AAD1-9CC112DF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44342F0-8456-48D7-9065-2A1F6504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052628C-D421-41D8-94F6-2645161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37D4451-B80B-4902-AC07-6A01380A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82993202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495A1-B7CA-42B1-BE7A-C78B8E474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392e7f17427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0EF4EA4-C400-4CFC-9904-081C003A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D6462D6-13B2-455B-81DD-96D5B92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376C6F-AD3D-4E99-8B20-84333B81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71287C-4B12-4478-B6F8-DE61BB85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物部布都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4E0DC9-5A05-4BE9-8CF6-28874C2E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 布都 / Mononobe no Futo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1275720-151E-4B05-8605-36A50CA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B980E2-4257-49F0-8FD5-93844893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她是古代日本豪族物部氏的成员，在苏我氏与物部氏的宗教战争中暗中穿针引线，侍奉圣德太子丰聪耳神子并随神子成为尸解仙。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29679D-2EE7-4AB0-A030-EC9CE4EF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7502CF-C7FD-40B0-97A1-D74C2BED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人类？（自称尸解仙的道士） · 神灵庙的五面Boss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0250E68-C948-481D-92B6-9229108B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2718BC-1039-49F3-9269-B696482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EBB11C-A657-4794-A241-26A2349F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AFF2E6D-B2C7-4D90-A038-D9CF676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C0DBC47-1598-4BCD-AFF7-0753D36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871042B-4459-49FC-ADB9-CE52987E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操纵风水程度的能力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1142E12-9236-4599-B100-2FB669C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FD5FA0-0116-4354-A993-CC4433A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FB9293-0592-40D1-997B-399CBEA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9402864-39B6-41C5-84DF-FC7DF86C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B320FF-BEF5-48A2-B754-2CEFCD93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CF39CCF-267A-4AC3-A713-EA15363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DF5B684-A623-44BB-8D2A-3376DCDF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262FA29-06A4-466E-AE63-2CB364D3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156839361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97FAB-5DF3-4EEB-84D5-31E08486B1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bfb84dc1d46b8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73F4F8D-7BB1-42A0-AF7F-95A0A0E7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0D784AE-2A12-4DBF-83C0-BA75228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1D4E89-6E70-4D4A-BABE-49A847F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D3175D-51B7-4A30-B899-9FDE05EC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丰聪耳神子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CC2246-EE8E-4AAB-9B02-29B06035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豊聡耳 神子（とよさとみみ の みこ） / Toyosatomimi no Miko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812115F-BA22-43FD-9403-83C8FA2F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133A5D-8EFC-4F67-94B6-38F39290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通过尸解与复活成为仙人的圣人，能同时听取十个人的讲话。她在幻想乡代表道教，也擅长笼络人心。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ECFB1C-C9CF-421A-92B0-22DF763A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97C030-5F41-417F-AB4C-E147F2D8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圣人／圣人（※尸解仙） · 神灵庙的六面Boss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17FA21D-2DAE-4725-9FE6-238E7E18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127DB4-5650-48D9-BB23-B0E919AB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083DE1-F8D1-4AFC-B544-D5A56F1D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神灵庙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C509D0B-5C5D-4FBD-8B70-11271B2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AB3587-31AC-448E-A101-C63EACA3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F893E80-B773-4A9D-B27E-5A419C0F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同时听十人讲话程度的能力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CCACB2C-F7D6-4D24-A0D0-18904688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5C3FF5-D5B6-4A03-8D78-B351D045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1F81E5-A060-4EF0-8F81-8082A904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5D895F1-8432-423C-94D7-992456A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383B7D5C-B89B-4581-8B36-F98CBFC7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18E59B3-7D78-47D1-AC6A-5F446A0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5CA7A90-8F79-465C-93FB-66FEF69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物部布都／苏我屠自古／霍青娥／圣白莲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260ABA03-2196-406B-B23D-03300A4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6E1AB6-F488-4E86-AC45-90940E16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174586410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8B536-4EA4-424C-812D-571947F093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d59bb966d439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8DAD339-F91F-40B8-9B12-D6BF2E73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97509B0-6AA6-47FE-81D4-6923C6D3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BD2191-40B2-4B10-88F7-034F3337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D2A437-37FA-475D-8A2A-02FE894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二岩猯藏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9797A7-830C-4200-ACCD-983F0C07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二ッ岩 マミゾウ / Hutatsuiwa Mamizou，Futatsuiwa Mamizou，Futatuiwa Mamizou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A9D6C27-09C8-424A-844F-4A41A498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A08AEF-DCA0-43E4-B577-0A32C048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从外面世界的佐渡来到幻想乡的妖怪狸。她擅长变化之术。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01F02F-27FF-4F9C-AA01-E993867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818276-749E-4860-903B-CEAD08BE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妖怪狸 · 神灵庙的EX面Boss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61FC01B-119E-435F-8619-6FE9463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4334B1-DF46-4A73-92D3-E1021A23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A2AED4-B302-48E9-AF4A-6415112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命莲寺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9A5AAD7-D41E-4213-B054-5EB10B49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8304D9-2F13-4CE5-A543-1431EBBF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DA1AF85-3DD4-47A3-8718-3090C677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变化事物程度的能力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B6C638F-9169-4CDC-960F-97D097ED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97A769-123F-473D-BBC5-FBC5C3FA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3E5E94C-2968-409E-BCEF-BAF3C635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A6A5279-C6C7-4253-BCE3-7FC571AF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60CB659-E2FE-4F21-8E4C-8F0E0619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30D9AB1-4A90-49DF-83A4-EB9972E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东方神灵庙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F1BEB8A-3139-4CB2-93CF-814C62E3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6A98A28-52E3-460A-AA1D-C140CB19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128929816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1E8DB-F9D9-436D-B5F3-C2DE77A19B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cc011709c407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1BB8EAA-878B-47B1-B91E-BCB12B6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4550B8E-AF66-4477-85F5-DC502B7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D603B50-270C-45C8-987C-F9CC588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EB2732C-A8EC-4429-9279-922DB82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秦心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3CDBD8-4FB2-4C98-A684-746B8F2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秦 こころ（はた の こころ） / Hata no Kokoro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14D1E42-0900-4E20-9ABE-E1B72C3A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B7490F-9181-4C1A-A8FC-0CEBA76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她是面灵气，是秦河胜使用的66个面具被长久放置后化成的付丧神。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9519A1C-90FD-45BE-B1EA-77B5DC5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8F69CC-4C1D-48FE-9078-4EDCEC4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面灵气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1D8B84A-827E-46BD-94D4-74F603F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ADE733-4D58-4CF7-B0EA-EBBE81AB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A76219-4E88-4349-A8BF-3F69445B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操纵感情程度的能力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285B106-C322-4CEC-80D3-DCB29D3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AB4A0B-FD10-49B7-ABCB-730EC039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45BD05-A044-42CC-A348-5CDD91B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F317D08-A51D-4B4E-94E8-99E9D0D3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01F354-677A-4BFD-887F-4DAF37DB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D981C0D-FF53-4B37-B619-40A9B5F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东方心绮楼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CDC9EE8-8E7B-4C28-A5E0-6EE3FF62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B42B0C6-3BF9-443A-A782-E8416C53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184948648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699CB-9F52-4228-896D-A83B21E50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40bf06f2343d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2857F2B-A5A7-4BEA-8702-F4F05F4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0953B3F-8CDA-4174-9AC1-FC2C6EC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1FA3E0-C4DD-45EB-9147-D7883ABF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C8F771-C6AA-4B1F-88C5-72F0125F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若鹭姬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263411-85B3-46E0-91C9-4F43FE47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わかさぎ姫（わかさぎひめ） / Wakasagihime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717A8E9-CEE0-4390-AE51-998C55E6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5A9D24-E8B9-4EB9-BDDA-8A6769FD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她是淡水中的人鱼，性格稳重，对人类也没有任何敌对心理，乃至于今泉影狼评价她“性格软弱到连个虫子都杀不死”。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228179-A8B7-4D95-B4A5-C5C4341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1DCCC0-4080-4BF3-8730-50C6833E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人鱼 · 辉针城的一面Boss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199F88A-37BD-4FF2-AEE0-DD61F943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F7BF6E-F60B-48A4-A953-E5E735D8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53AE58E-C8D3-4E63-AFEE-76CD51BA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在水中力量会增加程度的能力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80B1E6B-FA36-4900-982C-483E5E75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BE99D3-85E3-4A74-98C7-A40ACB6A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3D4B5D-8D61-4863-96D6-A3A0FF93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FF47429-6D4C-4F84-8990-F02ECA5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3FEF3E5-FE33-4CB1-A74C-A4AA8A3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F8ED38-D46F-4AC5-A847-0E77C46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FB17F85-9D68-4B03-9DA1-CE1546E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374F869-13E4-4EB0-BD82-C6B1355D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213197177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C04E6-DF77-4C78-91F8-DDD4CE115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83ca0dd9340a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3A0DE29-87CC-468B-8F2C-B69B25E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B9BBCC7C-ADDE-4810-9A71-0C319BFB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031E64-C487-431B-B183-76F7751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2CB52E-BE18-4B9B-AEC9-B4B1F212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赤蛮奇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B99D4E-2506-4EF1-B227-FC27D864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赤蛮奇（せきばんき） / Sekibanki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A23A5D0-097D-4F16-8ECC-F05D9775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429D28-1693-4057-B22E-0B7A740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她是辘轳首，但是是飞头类型还是伸长脖子类型的辘轳首并不确定，似乎都可以做到。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F7BBEB-6ACC-486A-8861-15DCEF31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46B2E3-E851-4014-B156-E716540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辘轳首 · 辉针城的二面Boss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D1C5E8A-20FE-4A27-851C-7C2B07F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B0DD21-C990-46E9-BD3E-E0ECB12B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6F05C4-DDD0-4DBE-BD60-14967E2D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9FB89C3-D09D-4286-883E-A9054FB9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4207B09-1AF7-47F0-BB50-A80F4E29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D31746-B2F9-45A6-A0AF-C4C20EA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让头飞出去程度的能力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778E47F-D9B7-47A0-9F1A-90E3C37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A854B2-163D-4BAE-A01C-78589FFE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E251FEF-B63D-4328-9375-F9E7CEC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2D82139-2BF5-49BC-8833-1B25341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4A44D06-41FC-4E3F-BF4F-28AE550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09D826-559F-4748-9F46-4A7B0CA4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896C1C3-6A43-4733-B4C0-F4A8ACB6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24F446A-2289-4B16-BB41-18E7EDD7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77852491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3454A-C41A-417F-BB02-9AD1A6B07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7065b4462475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BE9A880-9C57-4AC2-A91F-8094C62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400BAAB-DB81-4430-AABE-E3C031A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F6AF02-7F5B-47E0-A19D-8DD903DE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31707E-6962-4793-9F81-1047291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今泉影狼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5CE83A-3737-4C73-BC59-0265F631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今泉 影狼（いまいずみ かげろう） / Imaizumi Kagerou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DBDBD9B-521B-4FF1-8943-A122E017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38DB39-2C15-48B7-8372-1F522CAF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在迷途竹林独自生活的狼女，其原型是日本狼。她性格沉稳，即使在满月变成狼也能保持冷静。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44BAFE-31FA-4A7F-8319-263DADD1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019F9A-F6E0-489F-BA05-3542E26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狼女 · 辉针城的三面Boss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707437A-FBEC-4218-9211-43D7BEDE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28A019-068C-4901-9FCF-845634AE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CA7E35-A4E7-4415-BE26-23FE0B87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迷途竹林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EF9B84D-4D98-4615-A947-E871F525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8F2B4F-467A-46AF-B4EF-5DB3DB11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CEDB7A-9130-4BD7-A9C4-649AF174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在满月之夜变身为狼程度的能力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262E7D3-F779-41F9-ABF0-5F735549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8BEFF2-0F9E-46D3-A011-D24E0B52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A95AB1-2CB7-490A-98BD-525D7EB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FF92C5F-EFBC-4167-9CAA-E26C6740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DB2FDFE-672C-481B-AA0E-3D68090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BAE90E6-E646-4CED-AFD6-B8768074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0488FD54-80A0-4837-9C34-BC0686B2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CDCD51E-8299-4410-B038-C1FC8019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146306214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78450-9A33-4413-AB9D-66559095D7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8635a705347b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7EE8CA3-F3CA-4581-854A-E5F61C84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96C2D46-643F-4F03-BE8D-318FB7A0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FB7541-D1F0-42E1-98A7-6101D46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6024FA-B43F-4A89-B2F9-5FF3C200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九十九弁弁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069B96-2AAD-421D-8345-147E824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弁々 / Tsukumo Benben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1A35D71-7826-44CA-B36F-C9E7B839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2B9AFA-2835-43A4-810D-45A5312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她是在少名针妙丸万宝槌魔力的影响下新诞生的古琵琶的付丧神。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F08225-E955-4781-B783-27CC34FA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189988-40E8-4E9D-9644-283236F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D9DAE51-7CCD-45FE-8494-2B06416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2F5F41-B936-47F3-9FE3-71BA2CDE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98A0F1-27E9-4B6A-9AD3-10E79D5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自己发出声音并演奏程度的能力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4A0B171-DE78-4474-86D0-4D237C73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9D008B-B46B-4E5A-A4A4-96600470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F7C734-F520-44D8-A642-A686601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C992A52-8877-4956-856A-0471D43C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F9C60A-E7A1-440F-843A-13B426A0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0FADB4D-19C7-4449-8209-55E6C5F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CEE1BDC-9F51-4A70-B390-ED066D8C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E37BB8-5664-416D-826D-80233FD5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104839475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584F0-FF1C-4CF8-8177-1A7C88B52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698f62cc7470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0BA9C70-A0C1-4D1D-91F7-4AA607F3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AE207E3-DFB3-436A-B2E2-F650E50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1526B0-7D38-4ECE-AB60-4205B99B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60EF87-323E-49E9-954A-F2032C3D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九十九八桥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2FE36F-9C36-4DF2-B773-944C977A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九十九 八橋（つくも やつはし） / Tsukumo Yatsuhashi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5CFCE55-A66C-4030-9402-2080183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C4875E-9536-443D-9ED8-6AD5AEF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她是在少名针妙丸万宝槌魔力的影响下新诞生的古琴的付丧神。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59500D-B027-4712-93DD-B4183318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5639A5-B5AA-4513-8710-F5A5D768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0CC4B56-9EEB-4B52-98C4-7D69916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32B4A8-5FA6-4CFE-8896-ACFBFA4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C8E9BF-5426-41F5-9017-90C4FD0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自行发声演奏程度的能力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892AAF2-3CAB-411A-9E1F-8D928B55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C26C220-938B-422D-842F-AB973F30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71F4996-68DA-4F1C-9317-4F497683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C9BDA98-1377-4224-8A71-25083CC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8DB32B-AC87-43F4-B5BA-178E751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CE6625-CCE7-44D2-9C79-C1DF82AD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36A311C-4439-43BD-9F6B-E6DB46F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DE696C-9DCE-42F6-A0EC-6D1CC74E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156216048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D5590-E810-4E27-8C7D-9052F6D84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6804f7eb3406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5D8FADC-0774-420F-AE10-1B03166B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03698CC-11BA-469F-A4A9-9BFFF86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5DD5CF-E82B-4215-BEAA-ADC4232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FA887E-5F2F-4332-A802-1244D6D5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鬼人正邪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4DD21D-C550-43A7-9FE4-715C587D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鬼人 正邪（きじん せいじゃ） / Kijin Seija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40B187B-6889-49EF-9DC3-0F1242D8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E55549-D027-48D5-8E2C-0C657C0C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她是性格扭曲的天邪鬼，有着“为叛逆而叛逆”的天性，总想着和其他人相反的事情。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A2264B-DBBD-4B2D-AC86-771BDF1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9F77E1-D2A1-40DB-8F2B-02780129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天邪鬼 · 辉针城的五面Boss和六面道中Boss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6412730-8644-48D6-8DF1-1696036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9FB989-2FB4-4CD3-832F-F7DAF42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505AF6-99A6-4EBE-B2BF-CD9F6896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使任何事物翻转程度的能力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BBD8B09-FD55-4647-A673-DE18CCA5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0CB249-439C-4574-8E33-4A9FF6F2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6EE49D9-B96A-4D2C-AA65-868A77C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3806B3F-57E6-4D71-A901-1670395F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0DC365-6B00-4A82-B006-868CB9D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9FBE32F-8ED5-4117-A3E3-A9A6F2F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141E87B-B896-40D5-9A31-0ADE78F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14E994-B248-431F-B1C1-B00D0D0C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971121332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894A5-0821-4C48-9FC5-E52624989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264a370d54133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EA20D3B-48A5-40DC-8416-144E640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15ABC99-4FCE-407E-981F-0674F8B2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2E7A00-18BE-418F-A793-581E33E3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C1A746-68D7-4A64-B653-1C9FC59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少名针妙丸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39B1FB-3E3D-4956-BFB7-811CAA7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少名 針妙丸 / Sukuna Shinmyoumaru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385D4B0-4503-4FB2-8DA0-E9FC0534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CB6682-ED12-4CA7-8983-8F5878A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她是小人，是一寸法师的后裔，拥有万宝槌。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C5377C-4DBA-4BF1-98CA-EA6C6FC5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85EBB3-2C69-4F9C-A74C-1BD187D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小人 · 辉针城的六面Boss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00F84FC-226C-4790-9664-856A18D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051058-0FE9-48CC-A922-CCFE911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82FFBD-B54C-4E46-A648-A5233187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辉针城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6DEF761-9870-46E4-9A3B-2B2E1D9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AF203B-2AC6-42C5-BFFB-2BC66D5C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78785CA-1267-4FF9-A5AE-4F3F36F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使用万宝槌程度的能力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E956C1-124F-4117-9FE4-0F56567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D4628F-E9B1-4C56-AE01-6C228099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BF16AA8-D8BD-4831-AD1C-696B6740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9E1A849-70C6-4297-AD02-62A203C3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135D3AF-1B12-41DD-9BCA-56A7EAE1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CE16FD4-7B7B-4518-B8E0-CFE81163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677C470-F884-4739-8C2B-F3331FC3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72BAC77-7E9C-417B-BA38-53899FA6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373898213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A9402-223F-4FFF-A414-9D82BFEB79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980aa16ac469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274A4112-09F0-464B-AD03-07CBDD80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36D353F-1B0C-41CE-8DBE-7C9513E6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0BC3AC-945B-4398-97DF-32AB009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2A8C70-F904-44F7-B916-2A60D03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堀川雷鼓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A530F7-F3D4-40FC-BA20-C07F9D6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堀川 雷鼓 / Horikawa Raiko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73C1C30-7999-4606-BB61-344BD5C9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51C61C1-2191-4037-B45F-2776449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她是和太鼓的付丧神，本体是和太鼓，但如今附身在架子鼓上。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F28792-7D7E-44D5-8C8A-58A5575D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B34AA8-E84D-475E-A4F6-3A777B63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付丧神 · 辉针城的EX面BOSS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42251A7-DC0C-4E44-AEFB-0623B99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B76C72-7706-4E05-BDDC-CFD3480B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4C18101-1ACC-4FEB-93CE-489CF84C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使任何事物跟随节奏程度的能力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502FF76-9C6D-4835-A0FD-E89B6132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2D8CBD-4947-4414-AB25-067CC70A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042FCD4-B16B-4AD5-9C1F-201BBD14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46A6D44-54E3-48B4-93D6-9D9B9B55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6EFC023-CAEA-4B35-B112-2F1B5027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EE70A6C-3427-48EE-803B-9AC8BCCA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东方辉针城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EA9C6A6-BB74-4AD2-9D56-647F30E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682153-A8E8-4B96-A39D-BC41BFF2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115390408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C8F39-BF4C-43FD-B731-87AE17A8B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4c28cb5484d8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C724D5C-FE5F-49DF-890A-6663690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1B3AA37-2E31-472E-B5DE-0B514A4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F69B3E-C945-4453-B67B-3994EF82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VI · 神灵、辉针与都市传说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061D12-1B93-4BCB-8830-2953B9B8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茨木华扇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1567ED0-ABA0-47F6-B15A-1D83EFC8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茨木 華扇 / Ibaraki Kasen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74982FC-16A0-4015-970A-97E1110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B7B972-E8D8-4478-8DC4-0C7DF29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她是仙人，在东方茨歌仙第四十九话下中明确揭示了她也是鬼的事实。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CDF028-AD11-4C0A-8CDC-FEA7ED4D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9594AB-754E-403A-81D7-3CC75222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鬼（以仙人身份活动） · 以仙人身份活动的鬼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9A6134B-7B37-4DD2-AA41-D259CB43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F2A76A-F0A1-4633-8977-68CEA74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E821F6-5FB4-4B71-9CF8-18865A95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5AE6541-089D-44CA-B153-F3C6380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630758-F45C-4A0E-9735-573EC0D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B28A169-0601-4E31-9E3C-3D549E3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引导动物程度的能力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8D0B602-75E8-488B-8402-54778E1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213A51B-5863-4C74-B8BB-D3C74EC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983869E-EE9F-4692-BF5C-9F6ECA4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E795E86-CB5C-4AF7-AA31-C2DA2ED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3E09525-15B9-4AC8-80F7-CDF9722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98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9D5600E-2C17-441F-8C2E-A5601EE7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东方茨歌仙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F235B34-5017-4758-B34E-673CF12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A034965-8EB6-4F7E-97A3-55A93FF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2791184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aper">
            <a:extLst xmlns:a="http://schemas.openxmlformats.org/drawingml/2006/main">
              <a:ext uri="{FF2B5EF4-FFF2-40B4-BE49-F238E27FC236}">
                <a16:creationId xmlns:a16="http://schemas.microsoft.com/office/drawing/2014/main" id="{B78B192D-0D7F-4871-BE3D-7E09A7AB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B5FE0C-6E40-42DF-928F-329EE0B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A3674F-C1C4-479B-9449-27074BA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8BE73A-70A3-416F-B5A7-807645A0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4CD342-5069-43A9-AE0A-E8F477DD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A9A2F07D-B064-4F9F-948E-229A57C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B5E7B9-B2FB-4AED-B08E-F417C356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1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7D7169-1B77-41A7-AB3C-B13B4FE4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D4C5CE96-F7E5-4D6A-82EC-9001420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B892DB-71A1-4193-9368-63372D9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093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CF7FC11-E5CF-4D6F-A613-4059D545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627BB7-6976-43C1-A56D-531587F0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C22AC5-AEB2-429A-9418-CE3CBEA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AAF66F7-710E-4484-AFC3-A2DAA035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8707614B-10BC-4D54-8F46-9B0C2E64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205B572-CB01-442A-9339-013A864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1EFC0D0-5D39-4FB3-95F2-8A1FDBCB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30D0321E-758E-4E09-8BE4-FDFE1084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E77C84AD-07E4-497A-9668-2D2BAA5E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686C64F-110C-413E-B555-C7C87E2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9D2963E-A685-4BD9-B8F4-173B21A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C20AC56F-D107-424E-9D28-DEB52B9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6B07435-7CA0-4E33-9A54-8B526BF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2AC34E7-4FE0-41AE-94CC-D21C9C05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56E894A-547B-4700-999D-3F41D7E4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8E019E6B-688D-4402-AA3D-5BA9A643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E0AB7569-B4FA-4A39-B208-C43B3F0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98560BA-C656-4B69-9EC0-5B7097EE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CFCB3DE-4847-4A5A-9465-538DBAF8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269958AF-4FD8-43B2-9C5D-0A8A988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6427CEC6-C954-4EF9-9E04-275369A0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F891B7D-EC99-4820-80EC-81AA357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A92D4F5-1F40-42C2-A700-ED5BACE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A72699B2-AA39-458D-927B-CEEFB7C4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1F4D1012-CF99-48EC-B4A8-11C8B9A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5743183-8B6D-4455-8EBB-3BF45CE5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38BF93B-954A-4306-BCAE-80CB8E9A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A65103AB-2B16-4404-A286-16C8312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F9168CCB-CE03-46AA-A130-37B81AA4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5DA37CA-48D8-45CD-AE19-96E6B78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0F102A8-53BA-4A2F-8A66-40D04E9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B53328F5-929B-49A4-B32F-64861654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">
            <a:extLst xmlns:a="http://schemas.openxmlformats.org/drawingml/2006/main">
              <a:ext uri="{FF2B5EF4-FFF2-40B4-BE49-F238E27FC236}">
                <a16:creationId xmlns:a16="http://schemas.microsoft.com/office/drawing/2014/main" id="{31BE090F-1BDE-4B81-9BFC-5F4C6BF1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EA99004-0776-457F-85EC-7D7EF24A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1F637DF-4B92-475F-A1E7-A79815E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</a:t>
            </a:r>
          </a:p>
        </p:txBody>
      </p:sp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F5D25EFB-6E05-480D-A35E-02D354C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16D0FB-0EBF-4EDC-A354-1C96D71399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b453b4fbb4b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BCB3F0-C494-44DD-BEE8-8B250F0F1B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0a0617b3d4b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ECCDF1-B61E-4FA2-A247-725C8295B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5025c1e147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5D1AD0-9A22-4493-8B2F-413D38B53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03f3e036c4b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338BA7-725C-4E02-A469-CB1D35CD7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34648939040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50863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611F60-7922-49AC-938F-504EB7D2F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8baadaca742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8FA682-B9F6-4761-8191-9D07A0E2E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e2575fbb742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7B9F82-47BB-4078-B1B3-D72A1DA5E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6a970ddbc46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F15AB5-A9E5-442C-9CD4-06CE105CE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e0c97692649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3568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D936516B-DEAC-48DC-937E-0E8264CB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0A9F2C-C502-4F04-A6B5-E28AB81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B219245-BB13-4DD4-84B9-70084372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6BC10D7-F0B3-4FDD-A789-C2357E7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9C0421-9E52-4E65-B4E8-CA6B9D68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AF59526B-3B41-4EE7-9F58-F209ABAE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76C27A-A387-4464-A98A-E0C58B8C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2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A9F9C4-3550-4092-B7CF-0C3F196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4B92A8DA-1522-464D-A18C-030AF493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B00EC4-23E6-4DFB-B9AB-8ED70B7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094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6AF307B-E7BD-4DC7-A732-383D99C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1914E7-06BB-4E02-B36D-5114E939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295981-DBDE-484F-B94F-89E74BF1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B4D9031-2BB3-424E-A10C-B0375E00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899F9DC3-EA33-4CBB-90C9-3A250CC3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5BC9ADC-AA3E-49A0-A012-EBD29C09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ADE9D0A-9220-4CF9-B37B-83AB6CA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AC14289D-69A9-4915-B811-ADD4722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4158104D-AF68-4452-A726-B156D061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2700123-64D4-4BBB-903C-943EF237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638E157-24BA-4B95-B70E-8799070D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D403B40-AA68-4EB1-A528-26BBA08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F688B33D-7D04-409E-BFE0-E51DB799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E620133-A9DE-4F53-B156-7B8C74E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9361E7D-463B-4982-A646-DA1FFC51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E659C728-77A0-423D-B0EC-E75EAC1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F74FC8C7-DC2C-41C1-9588-784B1B76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8C37988-C2D2-424F-A741-E4CAC44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E9D8C53-A4DD-4668-A498-5C8BBF8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978B7674-B9DC-454E-A5AB-4A5E1E8D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F79C3C4-A84B-4E10-9E45-D56D3238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5775305-3E22-4DFA-A88A-07C881E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B154C78-7300-4421-B8EC-4AD640C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03D8C3E8-2848-4ED2-A9DE-DC50D7B2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062ACD16-02EC-4749-8031-5234A61E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1623F96-A9FF-44F6-A3FB-98D1E6F1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848AAC2-0FDA-42E5-8C28-01C689D8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41B0ECAF-F093-4871-B1BE-36867962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45B54F6F-6174-4019-9147-F5AD9F91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4292A00-E0C8-4981-A7F2-1600593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58EEFA0-0982-45C4-952F-C5A3AB00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6A5A88F1-EB25-4736-A4A1-A4E9AEF2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7B8F63-897C-481A-B06C-ACB2CA6863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91849d9f448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71B53A-8332-41D9-B56D-F1A6B39CA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99ace8ec545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6A2416-FCF1-4365-97EA-B76ED85CE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8fd3cf7c241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CB9D09-8316-4C7D-B814-857DBA52F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499872e3647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8E32AE-EEA6-4B93-A4E7-755389941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a4e51963547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0064CD-A75E-43DD-9656-98598E9D3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207cd453647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6BEA81-CF27-4A3F-8C40-06F9499DB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60363746a4c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046B82-ACC9-4F48-B675-A74813FD4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b43de5af244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40501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56016ED5-4371-408B-82F6-6334DC1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E3A708-CE4C-488A-8CC2-0DCFA1BB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3706A44-54BE-4A81-91A2-25A22A9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6939B83-3D05-4B71-9033-6BF9903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9ACF34-140A-4B43-A61D-AD1FE91B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A9DA5E7A-9962-45D9-8F7B-B860C24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D99847-AFC6-4125-ACE4-E25E26E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3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8CC81F-D09E-48FD-88B4-0E9EAE0F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3/5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30FFAB61-CA7F-4B5B-8C7D-6B0542A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6850B1-8C46-4569-B2BF-6D86F21D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095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D153727-358F-4BA1-9D51-00AE913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D3282C-CF83-4F8B-9348-24469702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6C095A-2563-49C6-8111-6369FD1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1828B8E-A8B7-4CE7-B00B-129A653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5A988DC3-D504-481A-A2A0-3573DD03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ED2C0B-8D7E-491E-988B-7A71640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3CDB72-CEA0-463C-B094-3C29AF2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B2BE31A0-0F87-433C-82F9-291B89E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535BBA74-D612-447B-B9C2-E8903FC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D161E3A-12F6-4534-A644-0091DDC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67BA34-5EDF-4C1E-A3F6-C3B9886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9E5D5384-FEAD-4686-A2FF-5D48016A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6868F6B-E449-42CC-B452-0E02593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DC5B83D-5DC3-4F85-98EF-EB7ADA00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4D37380-44A2-40F3-B831-323F5B8C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86C5EA93-8B08-41B6-8DA1-D21BE736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C68BAE69-0756-445C-8890-AE6B5F62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B2AE92E-7752-4626-B124-ADBF2CE2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3ADAD15-5EF8-433F-9127-2D9C92BF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3791A2AA-C7F7-4121-ACED-AA391BA9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06D952A-63CD-4FAB-81BA-584028E0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0415094-0C27-4FEF-AC37-444495C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D0E6D39-5A89-478B-9578-0029508A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D542C8F9-4CC9-44BD-A625-CBE53860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7EA9E2D6-FAD9-4462-AE83-1B5791D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6E14405-5DCD-460D-B569-A76D9F0F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746A628-8B2F-4E0F-9618-D805D987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C9DC96C9-C9BF-4C1D-8F45-044E0407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27DBF60F-DDAF-4CCD-9D49-0B189728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7ECC042-6545-4783-8086-2D99315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DAC64F4-A497-4329-BC4F-9C7D31A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38A38F63-C74C-485D-B120-002F13EC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275EEC-9A60-4872-9042-B5F9068D3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43aa203354b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8D383B-9598-4DD6-9865-A166AEBFBB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de39fa46346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548D44-73C9-4309-B816-832BADBCBF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f40f74ac643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9BDE3F-4BBD-4D01-B562-049A161F5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9cc3f15cd48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598B7-F575-437F-B03D-C781D7C3F5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1bd62119841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EF8F24-0964-4C8F-ABCA-4E98B5FC8B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e3fa8df8349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E97763-0B79-438C-9876-3F5435B13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59f179c944fe4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C71667-89F3-447D-80E6-3B034AC4B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886738e2a41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00247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64AF2EF9-11EC-49CC-BD9C-537A1D9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02384B8-216A-4577-A1E6-874DFE7D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9C7A7F-B0C7-41F7-832C-8F8EDC9E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50EBDA-5DDA-4997-B624-7D7F9C20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B8DF33-E072-4249-B0A7-0655328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53BD13C8-C41F-454A-96D1-3BEDA874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5966F1-5331-48B9-8F7A-860CA36D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4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BC6DB0-DFA1-4D40-88AD-FE92522D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4/5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B6E9877C-F6AA-4553-9CA2-DCE1D78E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06CED5-ECFB-4A63-8390-6CF5484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096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94AB09B-C514-4237-A83D-2F48614D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B1E7CD-37AC-4C51-A837-2D65C4F3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6527496-CD5B-45E3-A7CF-D829947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9B26C64-4C7B-446B-94A0-3242E567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26F821B5-B93D-41AF-B6EF-A6F7AFC6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650106-F4F1-46FC-B1D2-3154CC4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0A79A3-6BEA-46E1-9DE3-1DA08C8E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D64FE3F8-74B5-4F38-947F-E5A6ECA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AD631EB1-4DF2-462B-9BEC-8536DFD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3D47586-CF50-4374-B921-88793C2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3BE5998-8E3A-40CC-9EDB-7F4159AA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1BF08D1A-2B36-41F3-86E0-7FADB36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E024CA2-A92A-4E20-8614-440D19F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FB0D6BC-B9C9-4A4F-9C0F-C643708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97EABAE-9E2F-458A-8E90-B84AEB7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B1112142-C0B1-4240-AAAE-9E227E2B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61EB228E-E154-495E-9AC2-D3A4B0D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3137BC9-40DE-4267-BBE5-8FBCE8BB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2A47354-C2CB-410E-A244-1EC0E60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A9279334-E123-432D-A96C-3E0146F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E7E4F3F4-407E-437D-9DC1-14D2C94C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404121F-D5C7-4F41-A70C-F011FB8F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251F9AD-E43B-482F-92C5-43876839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6A05700-EB31-4F3C-AF6A-64188B2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6DD05877-8A9E-4E24-B568-47DE97E8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890EDA4-182F-4795-906A-146905A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D39A2F1-7B52-4BB7-8F97-7F71EC4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3416901E-16D9-4318-B11B-D7683E74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DCCB2ABE-D1C8-4E28-81D6-E399FA3F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9F00705-4CA6-4FB5-8C96-F93478B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6FF8580-0451-4AE2-AC81-74DE24E4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A56CD166-4AD9-408A-81E6-DA97E579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35EC18-CB92-4167-8C01-F53BDF6D7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db934278f4d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78C86F-CCFF-4B29-AAA1-0A6DD76F3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bfb8c891a4d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229844-1F92-47E1-84AC-6F0F3E281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b304d636146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A1A532-A2D3-46CB-B11C-7532935EC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33904bd574c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FB0DE8-B072-41FB-B2A8-7F3D14768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77c791e8742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2AB86A-66B8-406E-9EBC-29E4DCDCE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ee3df8f2c4105"/>
          <a:srcRect xmlns:a="http://schemas.openxmlformats.org/drawingml/2006/main" l="17000" t="0" r="13000" b="47500"/>
          <a:stretch xmlns:a="http://schemas.openxmlformats.org/drawingml/2006/main"/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38293A-ED39-4334-AEE4-672BFC76B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735212a754e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7894DE-93AB-4598-8930-CD5F29426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9d3bf019f45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6900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DED5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799A13D2-CD64-4CBE-BFA1-49EE3C71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95D487-F216-4BD0-AEB8-5CA239CD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566FE2F-147D-4DEA-943D-D1863DBB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76677E"/>
                </a:solidFill>
                <a:latin typeface="SimSun"/>
                <a:ea typeface="SimSun"/>
                <a:cs typeface="SimSun"/>
              </a:defRPr>
            </a:pPr>
            <a:r>
              <a:t>VII</a:t>
            </a:r>
            <a:br/>
            <a:r>
              <a:t>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1B0802-CD26-4574-B1D4-B267DFB5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44"/>
          </a:bodyPr>
          <a:lstStyle xmlns:a="http://schemas.openxmlformats.org/drawingml/2006/main">
            <a:def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C61983-678A-4EE7-8193-A6786184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绀珠传至兽王园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A3BE0EED-5AC6-43B5-8642-DD73A14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F7DD0D-A610-4A1B-B510-F784A10C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41名角色</a:t>
            </a:r>
            <a:br/>
            <a:r>
              <a:t>目录 5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4DE891-F174-4423-9165-0952F2A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5/5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22F358B9-D202-4E7C-BA52-7ADF8B1F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688914-FB91-4E56-81CC-45F20E5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097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0B7B987-40E5-4092-9D1F-A9B8853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AD895F-9758-40FC-89E4-608E0325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5A5894-4375-4F47-8AFE-406F0371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03CB978-2D8F-4934-B939-D3DC7FE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43BBB20-57A6-4E10-9DA7-34CDE6D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38B489-86D5-479B-9977-4950CF67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E3CBCA2-1C42-480C-9939-FC3A87F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4A1228B2-17C4-4C32-AE97-8263C666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C1F27542-91C8-43DE-8742-A91EB75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8F54096-3DDC-442D-9C90-B76B723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E7F03D-C931-4281-8510-616CC803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9875CAA7-F0EF-4389-8501-1203FE39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6D16A04-DD4D-4008-A656-442ABA4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F4AA82E-6B64-43AA-A3AF-CF0D28C2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54E519B-D77F-420E-BFCB-B9163A19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B2485571-60F4-4F93-9D6A-DB0F5CBC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07B208EE-62C0-4540-8AE0-DED0A6E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B7DE687-31F4-4EF4-966C-7FB8646C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C8EAB30-6C54-429C-BC88-4F34BF7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EF8E6D0B-51B8-4988-9A20-C3BCC98C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FCD7D1D1-9607-4EAF-869B-12DFAC6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B1F5D39C-B5FE-4B60-8096-343EBF3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7099D94-22A1-4B75-AB67-29C0604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5411ACE9-1BB9-461C-BE3B-9C4FD7CD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B9EB05D1-4854-43A9-8C7F-ED5596EE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FF53125-D91E-487E-A369-242B43E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FEF8DFB-33C3-4DAB-895D-8383543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E5582F72-8B44-4358-ABDE-8736518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8683489F-6CC0-43D4-BA1D-C8676982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6C08B62-80BB-46FB-B8B5-C79B420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BD0E038-A835-4BB5-9ADD-BBD9F3E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C4A0F985-1496-4330-A530-19E00C0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DD50D1-57D5-49CB-A2BE-9693198DB7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2437c4e8648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051C94-0FFA-4AD2-8DC8-E543735F5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4ebf77f724c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5FC2C1-F990-426B-9E0E-A6DE915FA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ce00c4e5949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842D0D-117F-4AF1-888A-966B2D9B06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efef015ca4b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5E2E1E-EFEA-4221-8411-100D061B3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17e6ddc6c4c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DDD799-9FEF-4092-A49D-9DE28A0C3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e1aec3a3f4a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A8FC0F-DF1A-4253-B5E1-1761B5407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c8f22945840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0C23EA-75BA-4A4E-BFCF-282BF5559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8cb49bfb4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3814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7102A-02AC-4854-BA86-03FC9663AD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5b04df2bf48e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37D8308-200D-4CDB-A3DD-0584BB88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3F87626-90CD-46B3-BF6E-F836DE2B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5348DD-86A6-4F74-B700-ED611770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5FF20E-28AD-449B-B023-F9935B9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宇佐见堇子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6AB316-DA24-4AF8-A888-409970CB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菫子（うさみ すみれこ） / Usami Sumireko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80C8B79-B60C-42A6-A5EB-21C7465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0F64E6-6656-4627-BBB7-7FB9AE8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她是外面世界的女高中生，深信自己和其他人类不是同一种族，也确实是真正的超能力者。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7C5D06-23AC-42E8-883D-8545B5E1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D3F001-2A67-4116-BB4D-07D3358D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女高中生／人类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53DE08E-69D6-4FD6-AACB-41C5D731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EF2FDD-F83E-4204-A28C-4892520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163D6D-E19A-46F5-BF71-A4DDEE5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FE00126-402A-48B0-83D5-80161A6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56DAE6-3618-4B47-8A04-63D42B93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EDBDE28-5706-4541-8758-858506F4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操纵超能力程度的能力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1C23AF6-944D-4642-A5EF-D9310BF5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3BF261-6D1E-4873-9EAA-3C3230B9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690DB2-1D77-4DB3-B98E-08D24821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94ADFAB-E604-475F-B50E-7DDAEA0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82814B-5DD7-4969-94A3-035BB0C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30A1293-E4FD-4453-B201-B435965B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东方深秘录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2B49A72-6D9E-48B1-9587-54738EE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D25AD6-C8F0-4792-A971-7AD58675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1769590752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B8DCD-3059-4703-A709-D80A0428B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8ecb7f343499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0B90DA7-9D10-4A31-B33E-43A9C8AE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3AFA8B2-D85E-452D-B557-773C5295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F47A36-65D4-4532-BD00-2EDF699C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3A95FC-92D1-4345-866A-4F13864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清兰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1B0EE3-5E02-445E-9C3E-094F9405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清蘭 / Seiran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2469866-5302-4AB2-81C8-7F96AA52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FB8E68-A341-4E96-B6F4-83527E81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她是月兔，曾是月之都的月兔士兵，现在则已叛逃至幻想乡并爱上了地上。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AD76D8-0CD1-4976-89E1-4CE496F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7BFA4B-ACCD-4C4B-BD92-0B2084C1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 · 绀珠传的一面Boss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9918FB6-83BF-42A9-BCFE-1F397F76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452E93-66EE-4BEA-B8E2-03FD685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6F9664-F0A3-407B-B910-943F96D2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F3E70A9-8893-4819-A551-FA946E9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DE134D-7B1C-4BE8-A652-0BEB70EC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BCAFDBE-25E1-40F6-9B8D-7C0DC23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从异次元发射子弹程度的能力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B35CDE9-4620-4682-B82F-5E7A0B5E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87B3B32-8D35-488D-B704-AA78D7B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4E4E23-72F5-4049-9242-29DA1DF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07E1C87-F673-4CB2-93A7-AFC1010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E1B39DF-899B-4183-80A2-264C15E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7B2F4FB-C399-4AFA-8C3E-E58F5C94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48A7008-FD58-47FA-8C11-3F98E5F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6D06083-72C8-4567-9B2D-48BB71D8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158510208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9AED5-8260-4B8E-93C5-E5B19B2A3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b51b8c5534e7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D0611F8-2B15-4B54-8193-43B666C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603686B-D3D1-404B-B8E7-6DA9B0D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F9A13D-F574-43D1-B26C-0D05272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21C2E0-7016-4127-B9E5-F7B8E4F6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铃瑚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BAE03E-4A29-4926-BF53-4AB3D6CC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鈴瑚（りんご） / Ringo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E73EAAB-65F1-4DF1-A384-AB3925E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451C19-40F0-4513-961F-E32B296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她是月兔，曾是月之都的月兔士兵，现在则已叛逃至幻想乡。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6DB42A-3EFC-48EA-9C42-D83C967A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42A663-B2EE-44BB-B68C-537D7A11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绀珠传的二面Boss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4AD5C98-BFF6-4797-8953-BAE64AAB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A6CC35-1CFE-4884-9D6B-B0337C2E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0860979-68FF-4216-B421-75D96612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BB03849-2934-44CB-A914-9C9B1BF7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FE7CA4-F444-431F-BF44-C9CAAB62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68F99A-38A0-48FF-8A63-EF8D6CFE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吃团子越多变得越强程度的能力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FE6EBE7-8DAF-4883-81B9-95899BB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390E9F5-C524-48F1-A615-8B506651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E94E953-7C90-4492-90D5-8DBC5721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406CFF5-5A47-4D64-8994-B7058DC3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0CCFA36-C003-49D4-A9E6-41D684A5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E69A064-F0E6-4CFF-8392-E7A6227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4B5A07B-49BC-4690-A166-EB2F539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C842886-A532-450F-9FD5-FD08FE0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8395443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63CB5-ED09-4F1B-A8DD-57DD12F79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f92db206e4b0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DC55B5E-331C-4DED-852C-753D9D1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B12BC44-89B1-406F-A88F-A2ABADCA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B33923-5368-497A-BB14-08C895E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65C171-DFC8-413E-97EC-5709291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哆来咪·苏伊特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52CE42-159A-4C60-A852-09591C5C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ドレミー・スイート / Doremy Sweet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1709D12-4A92-4954-9606-982B32C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C32B9B-75C1-43A4-AEF3-2DF6387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她是貘妖怪，爱做白日梦并支配着梦境世界的妖怪。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6FABEE-A8BE-436E-A625-1E467944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784C00-09A3-4954-BC02-CBF040F2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貘 · 绀珠传的三面Boss和EX面道中Boss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4479F3F-E135-4389-B6E4-943DA231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7AB581-8A8C-446A-A36E-8F74623D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9680DA-8A76-453A-993F-9724305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梦境世界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B8CE408-0875-47ED-BE8D-6F884FFE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016D334-2E02-4A3A-BB57-82DC3E0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88A703B-74E3-4779-84E2-3E9FB43E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支配梦境程度的能力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331519D-D33D-4852-A49E-7628681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F4DFA9-C1B8-43F4-A33B-94A3797B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7623FC-C5B5-4449-BBB5-E7FC818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3F996AF-D030-4D3F-9BE7-BDBD8DE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FA301A-FFF2-4B88-A1A3-D6939F9F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A7301C9-7E64-41C6-A3E4-2C167DA6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4E6EFD6-0D1D-48E9-8531-757B8428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3539395-3DD2-4DF9-8AF2-B9A6FD51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01078852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C874F-06DC-4A62-A81F-8A347DAE87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c6d589c28469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701AAB7-8D4D-4F97-8724-28A3ACC6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DE6E90B-7ADE-4147-845C-5238337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DF0D62-F9A6-4D71-A987-CC4D94B5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CFDF36-C103-4BDA-9B3B-B314D69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稀神探女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DFA8CD-143D-41F8-99C0-42029E18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稀神 サグメ / Kisin Sagume，Kishin Sagume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4CA8911-3279-4075-AA49-C16F55B2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326B13-FDF5-4064-8063-1E4D6CD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她是月之民，虽然算是神灵，但是其性质非鬼非神亦非精灵，是天邪鬼的一种，也是位居天邪鬼之上的神灵。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F8D407-53B8-4C8A-985A-C7AEFBA4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162750-F277-4ECF-A414-30CA541D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月之民 · 绀珠传的四面Boss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A838E5A-06E2-4BD5-81F9-844CF15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80BD2C-2F2D-4DAF-A7D7-8EED710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63E904-5E65-443C-8A99-484345F0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0AC89DE-3A62-4456-A7ED-2345AAF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10D4576-A220-4AE2-B46D-E5923C02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88E389-18B2-4D4A-975A-6B33234F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从口中说出便可使事态逆转程度的能力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ABDC6A3-5D61-4531-ABEF-BD52E980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DD2677-B430-446F-BB74-3EBC944B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37A2A35-6B18-47BC-94E8-325C5F2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60B1DD1-12AC-44AF-A5B0-8A2EEC3E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3E4CF3E-2351-412C-AE9A-28FF4276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0531797-35ED-410C-873E-E05D7EBF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4D0BCAC-EDF8-4D19-AC28-3501807E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7F97B1A-2C3B-4B77-9BE5-EB10529F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83713888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BF676-F119-4AE4-850F-042AD6EE3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b22b110fe4da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52FC210-73F4-4C93-A800-90D64F7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E087B61-E803-4470-8202-44A724DF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26E0EA-B959-4B6F-AA91-365422EA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046A76-190C-404C-A1A4-B36FA648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克劳恩皮丝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34F7C5-2A21-4072-B755-5974331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クラウンピース / Clownpiece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D0A039D-5311-4E1C-83DA-71C53B3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1C586C-3CB7-4751-8014-16794A7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来自地狱的妖精，能用火把使人陷入疯狂。后来到幻想乡生活，与光之三妖精一起行动。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5DB13F-3FED-4901-A09F-3FDFFA9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92EF79-3C82-46A7-B973-5DA47692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绀珠传的五面Boss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21595ED-883D-4D32-99AB-301AAB7F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13FC92-DCF9-436A-B8BB-297C574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F4F81D-2CA1-4D5A-9646-CCAED77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D004724-33EA-490C-8E0C-0A141169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D7EEE7-0FCD-45BC-8AAC-74F538D5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3AE3C4-51F1-4C0F-9486-E0990D8D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使人发狂程度的能力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627ECB68-BF65-479D-8E28-2072505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5C49CE-8A59-4E52-ACB1-3E2997F2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70A438-0508-4C02-9900-199EE6C5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40213AF-34AA-4E03-8090-9F0BB3C9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6ECC67-BDC6-48AF-9365-D330389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4CFECDE-ECA8-437E-9BB6-3460A347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D69EECC-0680-4D55-8E90-CCD59BF0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A5E372-1E81-424D-88A2-979B44DA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59259005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D01E7-A6DF-4172-90D6-53695767E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505789d6742a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549FF2E-E3A1-4556-9860-0E3DDFF6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F8AE089-4D44-4EC5-845B-9AAFA0A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2B3566-D49B-41F1-91DA-3D843AF3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39117E-2223-4E40-9267-82CDDF0D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纯狐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0DDBAF-E3FF-4F0E-BC72-954A0E92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純狐（じゅんこ） / Junko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27FDA80-A08A-4624-8F0B-241EC673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DE0410-6AAF-4DDA-907F-D0345C17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她是神灵，自称“仙灵”，是被怨恨纯化的灵，彻底纯化的复仇化身。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00682E-4756-4712-B12E-82A8B4D3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C798A0-A1A8-489C-9C04-94131CC8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神灵 · 绀珠传的六、EX面Boss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8BA03CE-D4FD-4F66-9A3C-7AACC1A8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C2C0F3-4D46-403C-A722-0197830C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84C810-4DF7-4E96-9B2C-4A9E1A8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纯化程度的能力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B225125-EB67-4465-8DB1-101A08A1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F4D3030-0EFE-4CA9-BCAD-B4B5B2C6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47323BB-5328-4375-B172-8A1CDA89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D38047D-57D4-48FB-A2E0-D5BEBE33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24B631-0CE1-49A2-9BDF-4041D12B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70F2CDC-EE4F-49C8-BE97-8ADD733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135757-62B2-4735-A925-1584D773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46C8DC-2073-4F72-8CA6-39CE9DA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54262276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48351-F18C-4BE1-AF44-A036F99ED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049e9ebf2466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02C698F-E36B-4DB8-B2E7-D73667F5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CAFEF55-3E9E-41D4-8BF4-77B7EDB9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555867-8487-4717-A8B3-7C7E7E57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BD4970-4AB2-4D91-995C-E3D28430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赫卡提亚·拉碧斯拉祖利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38EDC5-3C52-45E2-8A28-E5AD8004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ヘカーティア・ラピスラズリ / Hecatia Lapislazuli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6762FA5-6E7A-4681-8306-5EF5377D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738D81-E9EA-46CA-87DF-B0785B6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她是拥有三副身体，司掌月球、地球、异界三界地狱的神明。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42B199-180A-43DD-AFC4-1BD88ECD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EBF97B-8BFF-4856-A862-5DFD087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绀珠传的EX面BOSS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8F848DD-FE93-4E70-8870-369410D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D57400-A997-4655-94A0-7E2B88A5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C85C60-CB7F-42E0-A3F8-9F63248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月球／地球／异界的地狱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344B9B9-B30A-498C-BACD-A27A201B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9708A4-482F-497A-BE07-96144D7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CA392C-53AB-4B48-8241-DB339F9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拥有三个身体程度的能力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3524E65-8CF6-47C2-AAE9-228CEE6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A66596C-7EA9-4286-8986-58AFB92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2851B9-392E-4977-A8BA-D1227276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37C6002-F7E2-4345-9C51-DC90B2CD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9C13AFF-4C6A-498D-A4BC-620F1E5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433B8DF-A520-404D-B946-2274874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东方绀珠传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2355E70-5C04-4FBB-83AF-22A6AC4D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71DB13C-FCD3-4602-8FBE-0A6FD905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180010909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2887F-75E9-4570-B445-10AAC4C36D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6472174ec4780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94DD8FA-8FB0-42F0-A97E-DE1D16A3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52320A1-5710-4A77-82D6-B3DE76BB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832833-6FD1-446F-9E41-AF611617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70B6B5-E033-4CD7-A033-928B04C5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依神女苑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F9DBA1-8EF7-4497-9D4E-A18CB22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女苑（よりがみ じょおん） / Yorigami Jyoon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AC29056-9013-4497-852C-469C6A77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2A9155-012D-42F9-843C-DA81AE99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她是疫病神，很容易被人喜欢上，但结果往往会给周遭招来不幸和怨恨。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C91931-6307-4E82-9924-EEBC0762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E15848-B866-4AE6-8A3B-5CC0DAB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疫病神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0E08DD0-E99A-4A56-A623-486CC62A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3BF91EA-7992-4559-8C51-F2DE0AAB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E6EDF4-BB9F-4393-83C7-3D55D4D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使人消耗财产程度的能力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C8595F8-BBC2-497B-BB25-2B028C24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0AA94BB-E705-404E-B4C9-A542BB3E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F196F7-B98E-4A4D-B950-6C3E732A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AA2DBC8-A870-4BAE-BFE7-BC060366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581AF13-9029-4322-9DF5-80E15383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D019A7-809C-4445-B91D-0AD7DD92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2364122-F94D-4A0A-A278-90D1ACA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6D7E870-AD66-4324-AA3A-FF331C7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148146665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DAD97-F5AC-419B-9F3D-3FAB5F664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f553d4ffe43b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C20D282-CA29-4447-B2DB-FEB4FE8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ED59424-D113-442A-9E30-2E2B1E20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B830D4-752D-40E2-ABB4-A7CC0DE7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E95713-A497-4644-9E4F-44530F6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依神紫苑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EC957E-D9EA-42DE-9F5E-0F0B172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依神 紫苑（よりがみ しおん） / Yorigami Shion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2E1FDE7-F843-4D92-A48D-D5E8AB3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53079B-68BA-4526-8CAD-B0C83B1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她是贫穷神，因此被所有人讨厌，但实际上她是借由让他人陷入贫穷，来保护他人免受财祸之苦的守护神。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F59AFD-7125-45CD-B958-75292EB0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2AC467-C7F5-4C5D-97BE-008B83E4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贫穷神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AE328D2-C860-46CA-BE06-88154570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D7CE463-8A7A-42A8-94E6-7F2BE89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008DA5-8E73-4F3F-8ED8-B215FE6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向包含自己的一切对象降下不幸程度的能力 让一切陷入不幸程度的能力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8685A19-1257-43AA-A209-ECB38FA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087722C-D4B5-4647-B406-232E2EA8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4E8909-4C06-4B7F-BE8E-A47482BE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4E711A3-720D-4822-BEE5-1DF9D9BF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6802D7-6D0F-48B1-99BA-DB19BB71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9DAA926-C561-4A95-BF0F-0661BCBC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东方凭依华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B11880C-59D6-4552-AF45-A1A2A1B3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F089C82-CC12-47DD-97DF-D9C2AAD4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51757117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CF12F-2F1B-45E6-910F-3BE71EE01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98fa22c0b4de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5B5422A-6BFB-4E97-858D-A42363D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C64A9B5-AA4A-40A8-B2C1-064010A4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90D71CD-F9E6-4B04-B856-5F94F51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33208D-03C4-40DE-95C5-6D2B7BE6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爱塔妮缇拉尔瓦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3DD2C9-7F8E-4E41-B2F6-BC6BBD5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エタニティラルバ / Eternity Larva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1C65DB2-4A84-4B2F-A4D0-2BB0644B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9108EF-CFC7-4503-88F4-F8C3704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她是凤蝶的妖精，但摩多罗隐岐奈认为她也许不是凤蝶的妖精而是常夜神。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72B5D5-6114-4F60-B69C-0A9CF1EC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D6427B-3ABB-44F3-B55C-ADE30B6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妖精 · 天空璋的一面Boss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E0D0A68-FFF8-48DE-A225-F07923F6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A4432B-DE2A-4897-8873-8C27AD97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3AE6AA-9239-4697-92B0-D930015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散播鳞粉程度的能力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643D3DF-2E83-4673-A8E7-0CDF23C2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1724BF-883F-45E6-949B-F9EFF11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6C0B6B-82E2-4B61-BF98-DD729F66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E211A8C-D6AD-46C2-ACB8-F4455E2A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21C97F-850C-45A4-8F5D-35329B1B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092E6A-BE3D-4954-9F68-800C66D9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CC78EFC-32A1-4F20-A4B0-CCDF3FDA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58E93A-885E-479C-9989-4E72A29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38435505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3AE86-6223-4451-96CB-12ADF87BA4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1addeed144cbe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42B5EA0-C9D9-46D1-BB71-9E48D5E2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EECCD57-9F07-432E-B662-ADB24898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BBA074-01D1-4FE7-8976-4926D35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7A89FD-E9D8-46A1-877D-08BFD2C2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坂田合欢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65EAE2-0EFA-4351-AAFE-5AE2667C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坂田 ネムノ（さかた ねむの） / Sakata Nemuno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D0B49C0-44AF-4338-95C9-51347B2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1ABA33-21E4-4EE3-BC5A-23A9CA9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她是山姥，这一种族与其他种族达成互不侵犯的约定，独自生活在各自的圣域里。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A1790F-1445-473D-8F30-7CA655A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36D806-CE7F-486A-8C46-E9E5366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天空璋的二面Boss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0F8D1AF-C076-4948-89CC-14F4C0A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CB72B4-A355-4213-81B7-788D791B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61DBE7F-6DB6-4B77-8B8E-0047EFA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30B9293-F94B-412D-BDEB-33713B14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EDC3B2-D98F-4BEB-A5E6-40F82EE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2E6B356-9E90-40F8-BE31-188A91E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F92C77F-214B-4D0B-BB51-F9F82135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52CBA0B-7A40-47DB-A56A-81296D3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720039-704B-4058-9C0B-7F6E9086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AF57525-872C-416F-A432-DFC39EE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C482F0-9249-40D4-B0C2-B9C9839F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161BE5-EDDD-4EBA-A5AA-E853EB4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9887443-97E7-4540-878C-E2ECD9BB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5FE46EF-9613-478F-916C-B9E1A270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86797602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5BAAD-D05D-46DC-BD84-FA3665B0F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5b418371b482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BDF5626-979E-4F8A-B8FB-940519D2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E794DF7-27BE-42F3-90E1-F4B69248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229EE0-F192-45B3-B22C-7942F204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C092A4-B52F-44E2-BADE-F471C35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高丽野阿吽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9D2888-4FCB-4CD3-970E-825C5BD7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高麗野 あうん / Komano Aunn，Komano Aun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12F0B48-2F4A-49ED-B5F5-F997FB37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C41ACF-F815-41E2-B83D-F51A0E3D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她是狛犬，不过其实她同时拥有狮子和狛犬两种性质，是二位一体的神兽。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F031D4-E2FA-464F-B9DE-428A6B6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957DC0-C9BA-4C3B-9A73-EC84E90A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狛犬 · 天空璋的三面Boss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1120F77-6134-474E-A8A8-229E3F23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157D72-5186-49BE-BEEA-46B69FD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CAC6E4-C3DD-4F79-A5F2-802B86F1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791980A-A38F-4BAC-A2F8-EC38A40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E435B0-609D-4553-8B0F-E72C7D67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BF8E325-6F61-48AC-ACA9-8B8A81C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发现神佛程度的能力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1EAE25A-616F-4487-94F5-1D58F7E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99B8A0-61E0-4408-B505-34DCE49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BE2299-7435-465F-A59E-5CE8F37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FD5FC98-8965-43F5-A92A-0DD65032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047E072-2844-4302-8405-B7BDCC1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A56028F-6B37-4711-B213-B2A189B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94F052C-4B8D-455A-AA65-2AAF03F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E2CE08B-F358-4FC4-B862-70FA4EE9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378467015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C6CCD-F97A-4EC5-9C8A-52DE20D90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220f1655344f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DA9BC92-641A-4A8F-8B88-49013C5E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767CD9D-593B-4FE4-ADC1-9C41125A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559D6F-E381-4515-8F18-91778B62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A7C331-39E8-41B2-A013-3CE0B6F2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矢田寺成美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361AF5-0CB2-4522-A635-47680E2B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矢田寺 成美（やたでら なるみ） / Yatadera Narumi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6F23973E-63AD-45B4-B00D-B9B24C7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EF563A-D4A5-4491-A139-08DF372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她是在魔法森林的魔力驱动下得到生命的地藏像，属于一种魔法使。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F0B1F6-D2EE-4827-B3D2-BD6B6D00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D9DA8C-76B7-41D3-BEE8-59359322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魔法使（地藏） · 天空璋的四面Boss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5AE43AD-B302-43B4-88AC-745D8B6C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C517F7-6E45-4572-8879-83F34AD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CFD5CAB-1A32-49BB-BF4A-85DB8E3C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BB3338C-D8F7-4AD6-9591-24EC86F2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0CB75AA-61AD-472D-83AF-517F22A1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E22AAE-6899-4476-8541-BAE1149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5947696-2CA4-428A-BB98-5F402492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BAA448-34CC-4E70-BD04-5AE9B031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61E0678-CEFF-40C3-B6E3-762CDDD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71514B0-133D-43D8-A074-1D228B0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3C2CC10-1915-4A30-A0F6-68B43035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5078FCF-37B7-483A-BE67-BE65082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D8AD482-3B1D-4B3E-B24A-CBC36905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34CCF9F-A227-4D03-8919-A92138E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92848720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02C52-CBF8-40CC-B5DC-BD0C0F66F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cfaf1ac264b1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8776705-76F6-4C61-A02B-BA0A35B1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742B0EB-3D54-41E4-9B00-C61770CA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8D5D6F-A935-4872-AB39-995027C0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9F8861-600F-4A5F-9ADE-6020106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丁礼田舞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A8D595-E7BF-47B7-ACB5-C977E3E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丁礼田 舞 / Teireida Mai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217C8D8-9E4C-4F91-9A88-2180D32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BB2B8A-3F64-451F-99CA-E9305EA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3AC0A3-C6A9-4D63-9BD4-E83CD5E4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FCEB5C-015F-41E5-A094-421E979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天空璋的四面、EX面道中Boss和五面Boss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F63EF27-E179-44BC-915A-727B46F9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17A09E-F06D-4507-9458-4B648397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5B0834-5612-477E-A975-ADB634C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551402F-7CBF-42E0-A1BA-23CEFA4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7926C5-CBFC-48E7-B397-BEF3D2FD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A5C14E2-3332-4ED4-8843-DBABB9A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诱导生命力程度的能力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8C3075B-9579-4A06-938C-56F9A3F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DB38DE-BC36-48FD-8F7F-63B968C1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1F7B0B-0214-4313-A2CD-E3F73482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8725FD8-634C-4430-84F5-11CE8A4E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8112CC6-68BB-4E54-BCBE-41989E0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B41E210-EEF1-4457-B4CD-409B9242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F39083D-3DCD-4CEB-83B5-2A3B767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74AC98-B89F-45E3-9688-F024C574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54885324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466CA-493F-47B9-8FDF-16F26DB26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b0ecf76d1467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F7DCBC2-452B-4484-A101-3373C5A3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4FF2691-8AFA-46B4-BAAB-C1BB721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5122E2-5903-48ED-80AB-26C2D482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4904C2-FE46-421D-AC9E-92211AB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尔子田里乃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32013E-D464-4032-BB8A-F6289BD2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爾子田 里乃（にしだ さとの） / Nishida Satono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86650B7-37A7-4783-A948-ED13975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73D709-CE4C-4664-AA53-2542068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她原先是普通人类的孩子，现已不算是人类。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F2B21F-17B4-4747-B493-2C2851C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17BE65-E26D-41DA-A90C-2AE20F0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人类（？） · 天空璋的五面Boss和EX面道中Boss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C96DE95-9D1E-49C0-8F54-4FEE3B30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F06419-9E16-4B61-860E-EBE7B7E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A44514-84FB-4AA7-80B7-EB8E2E6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DF4E715-2BC7-400B-B7EB-FD5A208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F51162-13BD-4B26-9884-4E960464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30EF0F-D416-4062-839C-13E4053A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通过在背后起舞来诱导出精神力程度的能力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93611FF-5127-4A64-A76F-EAB3C4D0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0320D4B-AB42-4292-95EC-563DBD4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B7EB344-33FC-4496-88D5-18786CF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5F9AF41-6D03-457C-B08B-565A19F1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26C83CE-6533-49BA-9185-97A91F4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3B799BB-8A9C-4CC8-8EAC-F54B3B6C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87919B1-1462-411A-8DDC-759FF1D9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A7D1CB2-29C6-49CF-88B4-AB34BC61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1112584735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C167D-B3B6-44A2-90A2-0EB7557C9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d0478e45b4ed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447E15C-592F-41CA-B5AB-4EAD0E53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35100EF-980E-43C4-804D-55AA98A2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B67674-4F1B-42B8-B233-C66E3DC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0EA765-AE10-4256-A647-F146F02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摩多罗隐岐奈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B5DA73-914F-44E9-A43A-A6839D9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摩多羅 隠岐奈（またら おきな） / Matara Okina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32D372C-749C-425D-9756-0763BBE6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D6D376-3F3E-4B7D-8782-49C548B7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拥有多重神格的秘神，也是幻想乡的贤者之一。她通过背后的门与后户之国行动。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D17771-6948-4BC8-B82B-EC55948A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7C2E5E-9E66-4894-A04C-13787481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秘神 · 天空璋的六、EX面Boss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44F66B6-6C94-4BCB-8154-B7A9120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83CA9C-7EED-4B3E-B013-FDF0C90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232467-CF92-4E95-B740-0608891E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后户之国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4E5EFE5-8115-4729-B4B1-6D78129F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03DF2A-CAE5-4311-9284-15F4E91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3E4A62-344F-477E-87C9-E78862A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在万物背上制作门扉程度的能力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715E439-0EE3-4AF7-A4B9-3F8F8A0A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0FCB93C-DF68-4F66-B52A-FF33946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42E46D1-26C5-4D6B-B96C-15A413A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1892FD2-FDC6-436B-AFA9-07D083F5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A800D69-A490-4939-AD9E-5E36CC96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987F1A-7A0E-443B-A85A-4992E0BC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东方天空璋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37F580C-1BE7-4B14-9863-C6D23EC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81CE30F-C5B9-4EB8-9EB5-9E069E8F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451828328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D997A-0C77-4651-BCA0-2AC52C7228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0057a185b4726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10A366D-42F8-40A1-AF75-D64C7896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4026050-D24E-4094-B1CE-EFE89C22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785541-7D66-4D78-83B6-CC9CACB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BF73E0-AF72-43B9-AF1F-BC44A7C2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戎璎花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16A608-82A9-4392-A9FA-81B99DAB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戎 瓔花 / Ebisu Eika / Ebisu Youka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DDBEFB5-12C0-4709-8652-3A244EA4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1C68A6-231B-41D7-AE5C-E8FBF47B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她是水子之灵，是赛之河原水子们的领袖与偶像，也是一位福神。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E61BCC-739E-4B9F-A471-8EADE82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71E26A-502C-4132-AEDB-3909C54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水子之灵 · 鬼形兽的一面Boss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B566B9F-1A50-4139-9F05-6E1FBE1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C403B6-64AA-4E91-915F-BB71963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61187D-BCD7-4EAB-95E8-303974FF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赛之河原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2738CCCB-D8AB-45CF-B1C3-C3D27CA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4BA303-444B-4A3D-9EFF-F88B471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4146BE-EBF8-4DA9-9397-BAC3A1D4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擅长垒石程度的能力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2BA8719-28B5-4D36-A86F-2E666624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5EF3E85-1CF2-42DF-95CA-7DC46645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990795-48D6-42EC-A03D-CB631DFD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17A542DE-70AC-419E-AC5A-7050FCD9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587BC69-BC69-427B-9D7D-26366D4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E345D05-37FF-4ACE-B3D0-13ED241A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51CA4125-CA08-43A9-B545-C34E57DC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3CF690F-6DE5-40D4-8FBF-003EF89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204909206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529EF-007B-4698-B239-566F49F24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c8eab9a174d5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A1F1DB0-7608-4A88-A3EF-9C01C784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24EE973-A72B-48D5-B84F-66EE834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7BF61B-EB9F-41B0-B818-C9545D63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2ED394F-1FDC-4DB0-A27B-A9CBFE6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牛崎润美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4962BDF-F78D-4B89-9256-FF43D4B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牛崎 潤美 / Ushizaki Urumi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AEA1CFC-E1F0-4B70-A512-1017B00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7EDD13-BDA6-4353-9459-2BFA40D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她是牛鬼，本是一种利用人类的善意袭击人类的可怕的鬼，但如今她已不再袭击人类。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D17834-D540-426C-B078-CFAA627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327EE0-DAB3-43C6-9D42-ACBD2AE8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牛鬼 · 鬼形兽的二面Boss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C5BAB0E-2951-4184-8637-1DA6CDB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C882F5-88A1-46DD-91C3-AED48E6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4D5186-9330-4F6C-AD60-9BAF8B0D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三途河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4B89A6F-2C90-4046-BD53-34B79B8E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4B8061-794A-413B-9350-E9520063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F7FFF6-9597-4713-B8A7-F666A423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改变身边物品重量程度的能力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FA09C5F-DE11-4CB4-B9E5-5DB34B2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060DDC4-C4B7-4C81-AACB-BE19528C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DDB841F-F1F3-4544-A059-F928BB15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1F6AA93-A5CD-4327-A25A-2986A21F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460E15-ABFE-45A1-B03B-66CBE196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657752-4E2B-46FA-8133-5213AC1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DC09D1A-DBC7-44F7-AE31-3072A7AC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2A3A7B6-9398-407E-8782-6BCF089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611060632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3E57D-E5C9-445D-8496-5954E6418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8f2e521e640fd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5D40422-43EC-49D3-84BB-EA6898F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5C6DB9F-6BE3-4A96-9C48-810CAA3F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0DF2E6-9AAB-4760-8522-50B579FE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4723A3-F583-410A-8916-852F0A9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庭渡久侘歌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5C7DEB-3E40-47DD-BC49-A1C0F7F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庭渡 久侘歌（にわたり くたか） / Niwatari Kutaka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79DA7B0-DF1B-4C06-89AE-E994E2CD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B8B35F-F6CD-44B4-AD17-28E32509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她是野生鸡的神明——二羽渡神，是一位彬彬有礼、为人公正、优先平等与利他精神的神明。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9E4A5F9-C316-45CD-9524-D210DFE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6788AC-D3F8-43C3-AF10-631BC80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神明／八百万之神 · 鬼形兽的三面Boss和EX面道中Boss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7FAA162-025F-425E-9B69-A3D32FDB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F36C4D-0D0C-4094-B7A9-F6F7E23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776402-E128-4784-BFCE-B54F648A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治愈喉疾程度的能力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F0D189F-2093-4453-952E-795CAA8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245726-D278-430D-A1AE-30C01AFE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917795-231C-4B07-965F-525B80A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42A3238-469D-4570-A8C7-262A5EE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A19027-1D79-4428-9D75-C1D88C2C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56BB463-2456-4007-8508-D515143C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53987A44-0B0D-4EF8-875F-1D0302A7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4B00819-4843-465E-8678-42A42AB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1944740818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B9DD0-4A85-4051-8D61-2FC32AD0E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098f80fd34ebf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13E3844-BB15-4D5F-A483-73FF3E0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FDE61611-CF72-4657-A833-BFA34A6F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7F211F-F966-4277-A84D-0FE9CB8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95AA77-D295-4BFC-B50F-832CE9B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吉吊八千慧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E20FED-BB46-4196-A9E6-69BB6FD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吉弔 八千慧 / Kitcho Yachie，Kitchou Yachie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E982D37-5170-405F-BD67-26D6E524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844AAB-3F10-4F6B-89CD-D4A89D3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她是吉吊的动物灵，是擅长奇袭作战的动物灵组织“鬼杰组”的组长。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68428B-242D-4735-A988-14B3A3F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3933FC-2FE0-45F6-9460-92FB9F4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吉吊 · 鬼杰组组长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F5DB5A5-A221-4412-AD27-B9EBBA5F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F02052-2708-44DD-8C79-73D4F76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8F40DDC-3854-4543-83B3-00CC73C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105CB59-CB10-40F5-930B-AB758A38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82FC6D-55F4-4BBB-9605-C043D39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E844812-CAF6-4102-820E-A000339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令对手失去反抗意志程度的能力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4990B04-6367-449D-9D3B-10722B1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67D6DAF-C367-410B-9ADE-B6DD6962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DA6E33-3554-4F0A-929B-7C6070EC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07D35C5-D232-4749-89B5-8E7B34CF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3D51343-94C9-4968-9280-CE5D092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8664788-95E0-4916-97A5-EE96454D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22ED518-4731-471E-A1FB-EC074A61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1779FFB-3F68-4A5C-8C6C-7CD9A679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260433720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33003-387E-45D1-87F6-AD70BC843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369db84a8475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209ACD3-3D5B-44CF-B497-60DF48A4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5DACFEC-EB29-4984-B111-080039C1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DE00AC-3136-4570-B13F-BD044130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F70ABF-D22F-471B-B5B8-468E6E4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杖刀偶磨弓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FFB90B-512F-4D0A-9DEA-85715F9B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杖刀偶 磨弓（じょうとうぐう まゆみ） / Joutougu Mayumi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898135B-DE8D-48CF-B2EA-086E1BBB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FB8880-C0BA-4934-BB43-B27EFE30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她是埴安神袿姬制造的埴轮之一，是袿姬制作的埴轮兵团的首长。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5A23E7-B2F5-4EF1-8748-2D090B57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AC56CC-48D0-43B7-BC21-FC420BB6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埴轮 · 埴轮兵团首长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19903BE-F06C-45A4-8B2C-A433DBEB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24B064-D65C-4603-B732-F4DB81C5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BAFC2C-5AA7-4BC1-B3A6-099838F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509EBA1-2C81-4B8D-A691-B3171C2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6E919D-600A-4D4C-B90A-A0330C5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4CEF7EE-0240-47DC-9F67-A48AE8E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让忠心直接化为实力程度的能力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3ED7241-A18B-4D56-8DDC-8B5D7E80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2AC79E-A092-4B9F-BF0B-FD9CDFE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D81C7E-3345-45D2-9A03-C5E2A704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C8972779-853D-4487-883C-13C5B789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AD7132F-6B45-4242-95BF-B8ED5341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B96D2AA-B4BD-4EB7-9737-B4DA6A09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3562D1A7-056D-4C6E-8244-C4B0B4FD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1EF9215-492E-4EF4-B6EF-D073FDAC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21547312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1DEE1-51DF-450D-856E-C15465FCC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56f1b506c4778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FEF5EB2-0326-4BDC-B2F3-E303816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797A143-BE9C-416A-B7C6-F5894526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2D67235-E555-47C1-A8C6-8DBC97B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9FF3B9-E303-4AC2-91DF-F4434D5D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埴安神袿姬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8FA607-4A5D-4FD8-8EC2-25EF30E0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埴安神 袿姫 / Haniyasushin Keiki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84E4E8A-FB4E-4B2B-BFB9-49A81D7B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43FD37-F1E9-4037-AC78-839A6951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她是畜生界灵长园人类灵抱着起死回生之念召唤来的神明。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CCC693-7ABD-4F17-A60C-F46DAB4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7CFF3F-A7F6-4214-8B3C-5E886434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C79128E-9262-4014-A97A-3C462844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490593-F45B-45F1-8C5D-E1EB110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6152CE-E158-4195-A763-26411B5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灵长园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8AE8952-7AC7-441B-9CC0-75BAA92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65A562-71F3-4B8C-88C3-82192A5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8285A1-9A1A-4E7E-AFF3-7D1596E7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创造偶像程度的能力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82ADC47-F148-417E-B118-16BCFEBB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DE7BE9-3FBB-40A7-A018-8ECD0CE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67A3C5-7454-4964-B44D-A1776FC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3C68AA03-D03A-4095-B91C-0EBA3E7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1776AF4-F436-4A59-950E-E8DD82CD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5DBCEE-A740-4F07-87F0-82A2D860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2EFDF37-59C4-438B-9F68-6F54BFA4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1E51CCB-1556-4D28-9510-6B6C1032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654287691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84191-2AAD-4D2D-8E83-57D7E2FBA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ad4001c6b48eb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36514CB-C51B-401E-BE17-E79AFD85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DDF84C4-2724-44DA-A21D-A8F98545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EAEA95-C3C6-406A-8975-30D0918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AC4BF79-9ED7-4620-B577-6B9A77A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骊驹早鬼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F3CB20-46C1-4B24-85E1-8298800F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驪駒 早鬼（くろこま さき） / Kurokoma Saki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DFF7A03-84BD-4F78-8B30-6243584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808F23-A08C-4367-ADBC-61CF15BA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畜生界组织劲牙组的组长，是骊驹的动物灵。她拥有强健的脚力，尊重强者，也希望自己变得更强。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9D8FF6-C901-4AEA-921E-828CD6C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3BF5E1-AC10-40E0-88E7-759F704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骊驹／妖兽（骊驹） · 劲牙组组长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63D92BE-EEBB-4490-933F-738A2F0E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A559E4-3B87-4A79-B380-D4500F24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92259B-3B5F-4A47-9FCA-45F042E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2E68FB6-A880-47CB-9A0B-029E4327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F58B5B-F17B-4B0B-99EB-A529D64E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B58948-EB3E-4E77-AF91-5F9CAF4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拥有无双脚力程度的能力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252BC2D3-DBDA-4C6E-BF91-005FCCA0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B1F815-B46F-4CA5-A1A9-EFF9822C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8D599FA-E41B-403A-9B1A-3CA4E30F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559D65E-0475-4ED9-BF48-85CC2798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E07454-0CF6-406B-846E-9A08EE02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D1D02E0-94A7-4A78-B448-813A88AD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东方鬼形兽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E9806A1-9F9B-4862-A2AD-E7B1FB9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F4296CC-3760-492C-8E1E-B505ABA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847063856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B71B6-E698-417F-AAE6-728E00C32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e9222a3b1469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CEF0C02-1D2E-44D0-88E2-A0DCB38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E7B2B5EA-617F-4E5E-8590-9190357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FE801D-EE04-4635-A304-2B4AA67C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F69963-06FB-4FC2-9FC1-A41F210A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饕餮尤魔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A18422-4AB5-4247-8A87-E4B4CB5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尤魔 / Toutetsu Yuma，Toutetu Yuma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BAD0160-DFE6-40FA-B7EE-28067A5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BC449A-A266-49A9-9BA3-20E1D21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形似小羊的神兽，担任畜生界组织刚欲同盟的盟主。她能吸收各种事物，并将其化为自己的力量。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AE0152-561A-4A89-AF99-F4A32C8A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0414EF-6345-4131-8C27-7EA0DAF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饕餮 · 刚欲同盟盟主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734832D-6276-4A67-B37D-806453DA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E477F9-520D-470C-8295-59108AD6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F2E706-457B-4C96-A8C5-0D4F1CA5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72DC9DD-C23D-4B17-9665-EDB88E9E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160355C-5F48-4CAE-903C-2C01F558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424A46-903E-48C9-A948-FE08A3F7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什么都能吸收程度的能力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3AAE80A-7219-4C8D-B616-52AD875F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C5BD10-88D7-4582-B7F6-2D44612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D83E77-9F0D-4A2B-B451-CC7331F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7C1B180-A6C0-4CD8-B52E-DA8E9ED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334AB35-B557-4CE2-9A8E-CDB93CC2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1CBE2A-A1F2-4BB6-9CC7-FB6D6614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东方刚欲异闻 · 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7C34595-E177-4447-A2DD-E7F3B7C6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F9CBA5B-8A8C-4450-AF3E-01114405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646902371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AD829-0F1F-4D88-934F-208B51442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6e17105c84bd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DB56BBF-80C9-4C12-AB20-F561F81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65ACE61-8D27-4F08-B6C3-DD5A3CA9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9EC04F1-3147-4E3E-9215-8B3D95FC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3A3A68-2183-4699-BFC9-0B391B5A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豪德寺三花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2F61C2-2E04-4B91-82FA-528F520C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豪徳寺 ミケ（ごうとくじ みけ） / Goutokuzi Mike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E2BD4A7-F758-42D7-8A3C-C6E40713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EC7F6E-8708-4545-A01A-BC7ED5F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离开招财猫社会的三花猫。她因毛色受到排挤，后来在妖怪之山开始了悠然自得的生活。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906571-A5ED-4F3C-B1B9-8114820A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DC6560-405B-4648-98DD-3817D7FC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招财猫 · 虹龙洞的一面Boss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48444B4-E89B-4D03-99BB-80DD144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DE01CC-C49A-4FD8-B9C6-7AF6E17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9F3788-1DFE-4686-8D7D-8453CCF3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妖怪之山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B81DD8C-9B8B-463C-BE6C-0E1E087F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A2357FA-D21B-4FC4-9C27-96878A52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884341C-8530-4CD1-8F80-031AB6F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招财或揽客程度的能力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74E31CC-95D2-4806-A826-4B05322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E62027-0556-4C67-A962-FCC789FB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862984-35F5-4D1A-9469-FF6D2676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B27F3BC-216E-4375-959C-1DDD569A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5B1E54-5D88-4C89-A5D8-7C9EF284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CF5D33D-3792-497B-B3ED-8E607CE0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EEF6F3A-6A82-4F32-91F6-4EFE0D3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1A9243F-DC33-4098-A000-F6FD368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43194176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F0F44-1B1B-4CCE-A5C8-D188588751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c2790d73d402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4A993B5-8530-45AE-927F-F64E7AE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25452B1-7EAE-451D-8E64-4BD8971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2BD6A2-3A36-482C-9A26-05346F6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BDCFA0-7F40-4AFC-B72E-BEAF648F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山城高岭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37B315-363B-413B-9DED-7822A3E5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山城 たかね / Yamashiro Takane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4507584-4CFC-4D57-9DB5-09DFE19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9130E4-8F9D-4C14-AFB1-1EEC1FD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山童中的领袖人物，头脑灵活，说话方式比其他山童更文明。她与同族研究经济，构筑了复杂的金钱系统。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F577D2-8BE5-4C35-AB77-CB99F3C5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9844F2-A56A-4B5F-8A94-2E58A8A9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山童 · 山童的领袖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17260F4-417D-4F77-8286-87C466D5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9CAB874-F94B-43E0-A283-1ABE0B9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517B2CE-B883-497A-9A45-25676C1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秘天崖／山童社会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C987ABB-26FF-4D1E-AC55-62765ED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2CE384-C8C0-4D95-915A-8E3D3F4A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12D70A-9DAA-4C5C-9666-10734A48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操纵森林之气程度的能力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D32120B-8688-4911-8030-D176596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268F397-224F-48C7-A148-7EAEB53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F899EF-FDBD-4603-B6BA-0F101618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4ED15B4-1182-4363-AC9B-E2F9F494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D89DC7-8968-46ED-AED2-B4451E9D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21977E7-E3C1-4BA9-9334-04981FF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4D7F5D4-99BE-43DA-8703-C836E66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47D0EDF-8624-49FA-ADC4-506B4DF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42185339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3A0EF-A90B-419C-993D-D6037A475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8d55d33934ff5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80E6C13F-D395-472D-8961-E1C48867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0E56165-8BF7-4C2B-A8F9-2E0E3668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BDB78A-1B6B-4EBD-AA4F-A60D692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B3A9CF-2139-4D75-8D39-5DF89498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驹草山如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B5500F-2328-4F96-9D21-97DE942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駒草 山如（こまくさ さんにょ） / Komakusa Sannyo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4366B7C-FA0B-4B41-BD81-64FBEDEB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BB6335-2E72-47CD-813E-FE1ACE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她是山女郎，嗜烟又好赌，在妖怪之山开办了一家赌场，是个三分老成十分颓废的妖怪。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D3E912C-66C0-4F72-B34C-8F7AB753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80B5CF-2539-46CF-BF02-37D8318E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山女郎 · 赌场经营者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F7597C1-9EDB-4D8C-B733-A9B55AAD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47A4B0-02EB-4D8A-BE34-1446F42C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5E9D72E-6478-4858-9835-5DB8B5F4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以烟草之烟操纵精神程度的能力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6476734-2EF6-4DB2-98F8-07DA91A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15DCB9-44C1-45CB-8CC8-5F86762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FD9C02-4820-4F37-9B0A-3712ADC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3713ED8-B2CC-4512-B28B-AB037D1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E4B1A10-3660-4F6C-81FB-B238772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EEDC56C-F576-4428-83D2-3D2E0A32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C9D952E-AC72-400C-B739-2626674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F98989B-85B3-4BEB-BFA6-02F57126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17477850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5DE4E-242F-4816-99C2-D81CEFCB7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ccb51697645d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EAF71F6-905D-4CB8-84D7-DC8730A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5FF13FF-342D-4BD7-9FF0-3DA8F379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330FA33-0901-42E2-AF5A-3EB1E399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9530E3-8109-4388-9153-80C5683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玉造魅须丸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3D5483-6C36-4989-AB5D-6B2770FB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玉造 魅須丸 / Tamatsukuri Misumaru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9A6A1F0-8D3B-4812-BF89-60D0E57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3AC302-4B2F-4584-B1F2-33F0A4AD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她是从古代的矿物制造勾玉的神秘神明，精通矿物知识，了解矿石的传说、因果关系与魔力。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E5C27F-993B-4F34-9713-6568D90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1335BC-C20C-4249-8398-1EEF9BC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虹龙洞的四面Boss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1CD57E2-F81A-416F-B3E0-D9DA61C9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FF02121-E6E2-40DD-ACA5-76C57E1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54C0CC-635E-40CD-83ED-A0C1C59F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制作勾玉程度的能力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3C4F95E-A4E5-44B3-ABFC-B70E47B4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F11F46-816B-479A-A104-8ED8434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6E6B37-8675-4302-BAD4-69F9A3F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E29EA06-2B53-4D9E-970D-B79D1F17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E48A7D-5004-4852-97D0-81E67B7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10CB1AC-8486-47BA-A96F-6A9D142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A301210-25CB-483F-A254-6DA0FE3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58E9299-8425-4148-BF9B-3F2877B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2038111955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BC7F3-8592-4F90-8B47-5239DAAD1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635139a17405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B0EAC25-4EF3-4B91-A624-ECA00AD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4636A2F-40D2-4A74-9459-BD5851E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BD7A27-6CD1-4726-AD6C-AAEA30B3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56FB6C-A3E1-4ECC-9089-58D6ABAA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菅牧典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EDF34D-99FA-4CC1-BEDE-18129DA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菅牧 典（くだまき つかさ） / Kudamaki Tsukasa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58348C08-3A46-4D5F-BED9-18B1C2C9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94DD5C-F3DD-498E-AC9D-9BEB65BD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她是管狐，是八面玲珑的狡猾妖怪，能使听从她的建议的人得到一时金钱上的恩惠和最终的毁灭性结局。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6E2256-5B2F-4039-8BF5-F7C306E2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0E1E3F-ABA4-44CE-AB69-DAB1297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管狐 · 虹龙洞的五面、六面、EX面道中Boss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3668BA22-F6FA-4BCA-8378-45800FC2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14D316-5C4F-44CF-8AFD-510B9153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2A4B28-4E42-4EB7-9426-C3131DC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抓住灵魂弱点乘虚而入程度的能力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D5C5364C-6FF6-4295-8FCC-59E55AF9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CBE05FD-BAB8-4D3B-A128-2697B8D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B6E3AF-FA8A-42D0-A0C5-71132BB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6A502E1-F138-42D5-BA8C-631A13B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02B7ED-E2B3-4228-887F-398B0536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BE85E7-3787-4D77-809A-955A3EB2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0503A13-BDE5-4300-911B-F5AD2EF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966BF7B-1388-495D-8E3D-25DCC93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13287894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28196-34D3-469A-B0E2-FDF04EB4F0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536454fc24105"/>
          <a:srcRect xmlns:a="http://schemas.openxmlformats.org/drawingml/2006/main" l="0" t="851" r="0" b="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4E9EFAF-4A14-414E-B281-EECD3C69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4E1493CB-0760-46EE-959B-4D81E606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9CD4B3-D063-4898-81F5-FCE70967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86FBAC-AA59-400C-8C45-CA1ED70D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饭纲丸龙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A90465-E097-42AB-8623-5A78AF6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飯綱丸 龍 / Iizunamaru Megumu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4E3DDE6-D080-47DC-B0FE-378BDC0B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15374C-8C44-4B53-B0D2-817EE769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她是大天狗，是天狗社会的管理者，天狗们的领导，鸦天狗的老大。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8D6342-8370-4001-9EF6-CCC134D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A5EA3F-D24E-49B9-B101-DB41763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大天狗 · 天狗社会的管理者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17FF138-1CE6-4110-B236-3DD2FDE4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D8D570-35E2-41C4-91A1-E1BAB96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4ACC64D-2737-41E7-AFBF-1F2E725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天狗社会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9D5E9D1-3926-49A4-9683-A0070FF4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9FF266-7719-446F-88DE-083F198D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F3D5EC-DF23-41D5-9671-B85DFDC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操纵星空程度的能力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02816C6-45B6-4B35-B30F-90EEB10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0D9102E-3D4D-46F0-99F8-72E41F2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B971E8-FEAC-422E-B766-F5950B3D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9E1FE22-7D78-4936-B405-86B57E4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5237772-98CE-43E6-B0C1-5461B22D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F55C7E-7BC0-4668-A45B-C0576B0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81CAEB5-6E20-4955-80D1-2CE9B993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35B4268-73D4-4FFF-943D-AD3C96D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87161806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757B5-EB2D-494A-80DB-F70EA9940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b362aedc0406e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EF4744D-81B5-4325-870A-F3B4B040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8FF9D2C-3C70-4752-9959-E62F7ADF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C06BE5-5C7B-4A3F-B684-8BFA83F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7ABDF7-3928-4C17-B34A-6211EF8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天弓千亦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D7E719-203F-40F3-BEE0-42645CC5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天弓 千亦（てんきゅう ちまた） / Tenkyu Chimata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C21C0B61-D969-4B84-A480-3E51DDD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E4B3D0-8D9D-4202-A8C4-50F4B2F5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她是司掌集市交易的神明，是集市之神和交易之神。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56FAD0-4906-431A-ACE9-3210A83F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8E916F-1E1A-4D44-A72B-9786EFBC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神明 · 虹龙洞的六面Boss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3DA3A44-9161-4F12-8286-C920002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467EF6-4CDA-4733-B0A9-7E44188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14CFA5-6A1E-4DDF-82BC-1E40932F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集市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8828FAF-DC77-4D85-8FCA-EA0D0858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543572-EB64-4A9F-A212-63352CF1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76E647-14C4-4B10-8A56-5E821BBC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失去所有权程度的能力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94A962C0-E4E6-40A7-80E7-C9761A8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A23A0D-911A-4966-935A-0B19ADC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3845AB4-06A0-43C2-84B4-8CF7C1B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9DFC5A19-7221-43FE-AD2B-CE180850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3F9400-C70E-411B-BA16-893BFD7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1C4A03-70D0-420B-918F-BCBD94FE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2E927C0-8FD3-4955-BF0C-55843F70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6E61C24-5FFC-4B1D-85D4-FE3CC5F2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574702500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B5CFB-B04B-46C7-94FE-71514BF9C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342f774be4155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D20A668-65A9-4E72-AE21-F0568A1F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B66905B-82EB-47A2-AF27-B607FB2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6D2EC2D-B4A8-4EFD-9C86-122FF325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E758E3-2AF1-4907-A57D-4BE520FD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姬虫百百世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90CFFD-ACA3-416B-A7D3-EC81E4A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姫虫 百々世（ひめむし ももよ） / Himemushi Momoyo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73CD94C-C33A-486C-AC23-C4E713D2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FAC8DE-E07E-4AA4-B8F1-F4CDCC59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她的种族大蜈蚣拥有丑恶的外形和令人不快的毒液，是很受人厌恶和畏惧的妖怪。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484450-C63C-4814-9857-5E5D4FEF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B892CB-A3A0-4028-8DC0-75D4E74A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大蜈蚣 · 虹龙洞的EX面Boss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B61D41E-3D5E-4857-BE85-475CCEB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D45E7DF-9DAF-4A75-88EC-D91434A2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4135CB-69AB-4C30-96C9-548A6A34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虹龙洞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2C33DE2-D615-4AFC-AC94-B07D2524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A33492-12CE-4E9B-8CBA-75313BDB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6BE635-8902-44D9-8E34-7BF7891F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噬龙程度的能力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7969A732-FCD3-4AD5-8210-1CEC9591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83F142-3826-4252-9F63-4832AD1E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910B34-BD42-4E1B-9AEB-0975AFE6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D8F478C-22BA-47E5-8113-24E9BC4B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D490E56-F7D5-4873-A371-DDE047F7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BBE626-194B-4877-A53B-CD1B6E9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东方虹龙洞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DD31091-5C92-4A06-B577-3FE36D70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977FC1F-A8CD-4F49-8241-CF4DFB5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2035766480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4B9C6-D41C-4423-986D-C316CD7E05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0258d42ea42a3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260D8D2-9514-4DB4-9636-584AE378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14F3AED-1716-4030-B5E4-57FE9239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A5B9C8-6014-4A78-82E2-2643ADA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E8ACB9C-CDAE-4B7B-9A31-F90CD5EB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孙美天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9DFFBA-4474-4340-9136-462A932E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孫 美天（そん びてん） / Son Biten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8D6302CE-FAF9-4F26-A71E-567A05B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C0322F-BE1D-4596-AF83-A03255F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原本是被猴山驱逐的孤猴，后来成为猿神。她在《东方兽王园》中加入吉吊八千慧领导的鬼杰组。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7004DD-6341-4346-B903-AD6FFF9B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4A39EA-F94E-48D3-A50C-807BF979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猿神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85BC0A82-7867-4D8B-A914-F91F9DD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D4C684-F6FE-4810-AA72-3EB82780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3A5203-5B9A-48D4-BFEC-AAAB18F6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鬼杰组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CDF8944-114B-4585-BB3D-9C451FB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A817E08-ED31-4D13-B2A1-E5254F5C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916430-61F7-4074-A05A-E9415D82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操纵野生猿猴程度的能力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53021E6-D7B2-4298-AF05-A097D58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A206E47-627E-41A7-8155-EB326173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4367EA-77EE-4490-B6CF-06F69352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07C9D7A-BA8A-438B-AF90-A7806DBA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F086018-4941-405A-A681-F4ABA1DF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2DC58C-63C0-49F8-AD11-7F36B51A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A9FC92E5-1149-48FA-8FA3-1B51769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D99CE1A-55F9-4231-B7BF-B9E85CF6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1353355286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7A1EE-B7B9-4BDA-8600-B4332E839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7eba2f7594b6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921E3C5-A062-4AB8-92FF-7B04F7E4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76C1132-2E66-4B22-BD50-DB9DD25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3B8AE2-EC5A-4E5E-8DD1-E819616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6EBB40-8B6A-41D5-A67A-1D97723B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三头慧之子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89B6B8-6308-405F-8890-0E732D5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三頭 慧ノ子 / Mitsugashira Enoko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4F11499-372F-404A-B18B-6474225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950269-6579-47F3-8BD2-E75E51C4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不死的山犬，因吞食日白残无的血肉而获得不老不死。后来在残无宝珠的作用下成为妖兽。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0334FB-56F9-479E-99A0-D452F966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5EA910-0F1A-483B-BCAB-127A95B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不死的山犬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0678854A-736E-44BB-B623-0354C0A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F7B178-8BA8-4F4A-B233-B01530B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08043C-1513-4AB5-9C9B-BB2E91D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劲牙组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87042D7-65D5-41D9-AF44-1E78F184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EA95B6-77AC-4492-92D8-F47C541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E8AD31A-110D-4020-AF89-8D8640D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操纵陷阱程度的能力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7DF26F9-1E70-4C7C-81D3-0B0C756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29DBE4-E01B-47EF-9B7E-F5B0712F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8C59111-3395-47F9-A33D-BC3E7370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DF0DAB6-6E50-4F95-9BC6-C8D4B3F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E335185-A7F4-4A50-BAD0-3C6688A2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34C15C3-F73C-43BA-AFD5-27B234A5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6101E75-0235-4CF8-9491-6C0FC18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D89E2B4-6B83-44B0-8BE3-8B72DF27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27301745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D0748-3F06-4815-BAD2-7A72D1FBFA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95c8d20a042c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A23C284A-BFB7-4353-BA57-310D03B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CC320855-E0B8-417F-845C-3D1CD6B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817379-136F-42CA-A02A-3ECF9027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267458-2A5F-4AA2-952A-6446F65A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天火人血枪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FDFE91-1AFB-4401-800F-A6CD5445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 ちやり（テンカジン ちやり） / Tenkajin Chiyari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4188B4E9-44BE-411E-B401-962845E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C42964-23FC-4CEA-8111-651EC209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她是天火人，身缠火焰与血液、原形不明的被诅咒的妖怪。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CA0CF5-FCEC-4EE9-A1ED-52B12F2C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931259-F1B0-4976-8D7A-A9C4E14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天火人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1749D33-42D6-4445-8758-0BF7E1AD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43E9E7-10FA-4E2E-9884-41DF35C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294734-DD59-4E94-9095-0F3B23F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刚欲同盟／旧血池地狱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FA296992-10BC-4D83-9DA6-FD51C489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B5F7A8-347A-44EE-BCC9-3B76DAC0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D2AEDD7-2299-4C89-8A7E-1482908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操纵血与火程度的能力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BD40997-956F-4768-91FA-62ED63EA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3B020CA-4DA7-49F9-9A10-C555A93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1C5EBD-FEA5-4354-8030-E14A8761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D8B4D0AD-689E-4116-B9DB-E45072C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CAD9A2B-1D95-4EDD-BE6C-C670AB11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F2A4DFC-08D2-47B8-977E-61C2307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A1452A5-36EF-4727-A7DC-045155D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6099021-8926-4472-8945-7B27A553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132338127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73C9D-1F76-4E4F-9A22-6F933AA94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35fa817e34d80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70E7878-DC28-4485-BF3E-7C9553A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5E1B6D5-6BAD-4DAB-8645-7F4CA7F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DD3452-27F1-404E-8A45-F1A3E97E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7AA272-10F9-4F49-B013-D6805F3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豫母都日狭美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340073-163F-4F9F-BA0F-345EEEC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豫母都 日狭美 / Yomotsu Hisami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A127C31-1FD5-4AB5-A4BE-8E9A4B95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735C4B-FD70-4B02-98FE-657D00C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她是黄泉丑女，会用甜言蜜语将不慎接近地狱的倒霉蛋拖入地狱，以此获得报酬。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C2BE90-4CFE-4F03-A58C-F32F3C0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A94EBF-B0E2-457A-BB73-11DD01E1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黄泉丑女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82AF1CA-4A8D-4E59-9FAB-D319059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F109631-A1ED-421C-98F9-4CC99365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020F98-5700-4D95-9F71-64F4F70E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C00BB88-0E2E-4F91-937B-58DB815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0980C7F-2782-431D-A574-BDF3B3A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E7821B8-6D85-4F39-8098-DE27433B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绝不放走目标程度的能力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A551C0C-B044-4592-83F2-BCF9BC1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32C615-345F-4A06-8D4B-47BE3BE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62B3DF-B396-43BD-A789-0FBCC25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E93A07A-72AF-41D9-B0B0-0A4E9F67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A1D44D9-87FB-4F80-AFAB-E7C5A74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2D80EA5-C873-4164-AA09-84477F7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4CB829C-1109-4EAC-857B-E7D7876C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89AC5ED-C15C-470E-818B-F535D58D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394897554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E5FC7-4943-4BC3-AD02-02A6B5965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60268b1b64ab6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31FD080-CF25-479B-9579-CB433FA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680AAAD-33A2-4DFB-B34B-ACC42C3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3F5AAB8-A273-44F8-8BA1-29CEABA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A15968-633B-49EA-9F4A-5D8C946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日白残无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12F336-F6AC-40BB-B9E7-8A415D2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日白 残無（にっぱく ざんむ） / Nippaku Zanmu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BCCCC68D-7617-4292-AEB6-8BFBC5A0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466D3D-EBC4-414F-88BC-048B2C7D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她曾经是背离了世间一切道义的破戒僧，因为吸收了妖兽的灵，她失去了人类之身。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AE49BE-97F9-4A82-A19B-A988720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7AC6B55-887E-4EC8-B44F-2F20454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人鬼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95FF4CA6-328E-4479-904C-DA347801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E337DA-BFB0-425B-8438-5394506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A1F9CC-FECB-41B8-AE8F-2FE4B30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地狱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01FBB69-A76A-4C17-8E28-8ABFF01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02C6A2-7637-4955-BC5C-16164BA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FD8F73D-F077-474E-8199-2AD0D9C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操纵虚无程度的能力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4944697-E9F6-41E6-BEAB-43BDFF2E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5E2B09-2A83-4ADD-A690-D39CDF8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5C48A14-F24A-4765-B00F-FD208357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E7EADDC-2949-4740-AEFA-71AF84A5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8EC30A8-B9DB-488F-80FD-CF755B87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5BEB0D2-1835-472E-AA5D-0D1C6BC9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东方兽王园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77885DF-9924-425E-92B1-D55E8B84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6C5C96-CEA6-48F4-B20E-5A733EE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81193814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30E0B-970D-4DFB-A22F-2358E1A34C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dcf10cca479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F925B807-4C4F-47AC-945E-A690464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EC2E787-C865-40C4-A933-F17548F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25F877-E632-41CC-ABCC-9CC5637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21BED4-B160-4D60-878F-5388D5C4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绵月丰姬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490669-749F-46B1-9F5C-543325C2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豊姫（わたつき の とよひめ） / Watatsuki no Toyohime，Watatsuki Toyohime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ABE145BD-3A8D-4D7D-BC69-7F4149D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95FF33-2E6F-4E02-8EC7-A0B5CF5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她与妹妹绵月依姬同为月之公主和月球的防卫队的首领，该防卫队由不到十只月兔组成，被称呼为“月之使者”。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ABF2C6-EE4A-4DDE-8BAA-8AEABD35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039E95-9DB8-4C82-A849-D10B2E6E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月人／月之民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1CEC4CA-443D-4A4B-BDE1-21F0413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35A938-2686-4645-A88B-EB8C8A3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13D1F5-6224-4A14-87A1-3B9B25EA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22A0822-46FC-44D3-89AC-0EB8975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0977C5-6D22-42E0-ABB6-3FD8B58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6916C3-E7EC-4E46-9BB8-3A8216FA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连接山海程度的能力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D9F40E38-3926-484E-8758-5D790ABE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C8AE08D-217A-4D61-9CA2-4E18E37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03DEFB-B254-4AEE-9D8A-AB10974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95A1839-FFC4-4DCB-93CD-D71BD30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D68687-668E-485F-B365-129E9FE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8D7B2A7-A96F-4A35-8AA3-DFD9EFB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 · 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0814F81-DF70-47B4-9A30-4E53F0B7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7029902-53AA-44FC-B720-448CD9C7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97400307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B420D-1B48-4B3D-B79A-36D4BF6A63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8a498dee0410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5F1D526-5246-4F35-9D9E-24CC9007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6C192A7-837A-4B13-B857-5B9E8D5A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6F1AFD-2C1B-44DD-80B7-D44E1A8C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E9E6E2-2DE5-4250-85C9-F1E86FD9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绵月依姬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82F181-1FD5-4AC2-82CD-42A60F9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綿月 依姫（わたつき の よりひめ） / Watatsuki no Yorihime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F50013A-E83A-42C5-90A1-F837F9A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7A0DFF-BD68-4A0B-ADF8-7E670C2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她与姐姐绵月丰姬同为月之公主和月球的防卫队的首领，该防卫队由不到十只月兔组成，被称呼为“月之使者”。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B17B34-314B-4835-9445-3776968C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858A7F-61C0-4660-BC20-BEB8A04A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月人 · 月之公主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BFDA618F-0CD7-43C7-827F-C11B79C1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3C3B199-C401-4086-94F0-16A58EA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45BBA9-5C2B-4CB4-9A69-602097FF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4768A35C-E2DD-4596-8136-4A7B4E2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4DACE2-9C77-423A-98A7-63375B0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154499-E2BC-49DC-8DFF-DA79C6D1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能够召唤神灵程度的能力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3BAE129D-9DD6-4951-8B2B-4ECDD79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AFBF19-00AD-414C-9212-7EABFF0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9BECA31-711E-4D97-AA82-657140C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82675E81-E74D-4517-A435-3708FA2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DA3E458-5F00-42B7-9F4A-EE7AD3F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0B7DCCA-C570-4CA2-931C-1360B86C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F28BCCA-B0CF-4008-83FD-9B62CD4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074A13-2410-4F0E-AEF6-B38CE3A7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860637626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C9147-4A74-4523-A5FE-FE245AA8D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92870fd71412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E4C7F9BB-3AC5-422A-9F87-D896837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AEB886F4-BCAE-419F-9FE7-6D6CEF9B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B02C47-1F47-4EE9-A63A-926DF31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VII · 月都、四季与兽之国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8AC31F-3EBF-40F1-9635-9089743A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本居小铃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0CB5B6-C648-456C-8140-A13C0EDE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本居 小鈴（もとおり こすず） / Motoori Kosuzu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740BC4B-9A9F-4313-8331-EB64378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2D92E8-49AA-4762-B426-6CE67FA2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她是人类村落中的借书屋铃奈庵的店主女儿兼店员，主要负责书籍的出租和贩售工作。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46E1E7-7DA3-46C5-B3F3-867D52A1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AF18C2-084E-4C64-9733-93B2F84E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铃奈庵店员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DA4D3F7-DA31-429B-A4EF-B679AC2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EB53DE-2164-4381-91FD-8263D15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779607-5F10-422C-A725-E14E5E1D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铃奈庵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DDB2AF8-70C7-4F67-8330-8A3B6305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0BC5BA-C483-4070-BE52-F2FBB378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12D9AC-11CA-4D74-B178-0C5889C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读懂任何文字程度的能力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E5B0517F-8DA4-4D4F-B419-1456FE1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5E21207-C1A5-453A-BE4F-EABCDB7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CC72B8-6531-4F26-BB81-83EA7FDE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EC03DC8-D186-48CC-81DE-38DB058C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4D94E6-75D6-4686-9136-4112870C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6677E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D07E0D8-3781-4BB7-AB1E-1F711DFE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EA9D2AE-815E-4B11-A244-DDDEFEB7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7826F3A-6613-4C64-B012-B12E22C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704882488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per">
            <a:extLst xmlns:a="http://schemas.openxmlformats.org/drawingml/2006/main">
              <a:ext uri="{FF2B5EF4-FFF2-40B4-BE49-F238E27FC236}">
                <a16:creationId xmlns:a16="http://schemas.microsoft.com/office/drawing/2014/main" id="{657CE038-0DD0-4E91-A370-DBF82EC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42D93D-D448-4FF9-BCCD-D135053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80DEEBE-13B1-482C-B222-C4A6792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24E726-5715-4276-B13C-9F8ACE6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9BF5CF-E8CF-40C6-98E7-ABCFB58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20B8DBC3-C177-46E7-8551-6752E50D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EEBEEE-44E9-472E-8413-A8749420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1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74396F-4D8E-4366-BC1C-37B0C115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1/2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6022895D-9186-4D48-969F-3A95DDE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89A31F-B7EE-4B00-858F-665CD67A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139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2D0F35A-1049-49CE-9C7B-8A8A97FD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9C590A-8E5F-4BFC-836A-0BC0BE07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1AA9AF6-9CBC-49A7-A3B7-B0ADF85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9C000E3A-E1B4-4808-99E5-E45B2893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35DB124E-5B8E-4CA5-9FD0-AC3E83FA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64638F-11A2-470E-9FAF-CC6D6AAA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72B9EE0-7928-4215-9066-0406D4E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A532DC49-5D95-493A-BA66-15FE45F3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5F5D15C9-D6ED-4CBC-AF62-845F535C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3B207D0-63F6-40E3-B8A6-1A4D9069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7BCB272-1FFF-4C44-8AF1-674CACD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5B78FA8C-9858-4908-BD30-241389B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22AABC9E-B51F-4D3E-AE77-0DFBD31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C20216D-1837-4EC6-AF7E-98FA0692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FD0F64B-AB59-4C4A-B345-30DE6A1F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AD7FFF02-CFD4-452C-86EC-7E240B88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0FB632F0-90AF-4D02-A4A8-9FE73033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C3E7286-7FDA-4FBE-B962-50790ED1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6E04A23-C826-4879-B76E-1DD1BB37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3A06D00D-0658-439C-AF4A-8E0FE1B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3FD04866-7D04-4C68-BA43-5F42EA3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47FA896-85E3-4F8E-ACDE-BD1161E6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6A96AA9-9169-40CD-9457-07B159C4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BE4ECCBD-1643-4CD9-8C60-E0DB8BE8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3BDB9B3C-2B2E-4652-B7E1-556D4DF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0A78FD5-2586-4DC4-AEA5-1F5CCE9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4DB7C4F-C176-4529-82FA-C9DDA69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502C62FB-B3AE-47A6-882D-4E586ED0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per">
            <a:extLst xmlns:a="http://schemas.openxmlformats.org/drawingml/2006/main">
              <a:ext uri="{FF2B5EF4-FFF2-40B4-BE49-F238E27FC236}">
                <a16:creationId xmlns:a16="http://schemas.microsoft.com/office/drawing/2014/main" id="{DFBD18D8-939D-4331-9837-26B273F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6C62FA9-EDDC-483F-8E03-BA5CCF3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FFFF89C-0090-4AAB-8F1D-2791F7F1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</a:t>
            </a:r>
          </a:p>
        </p:txBody>
      </p:sp>
      <p:sp>
        <p:nvSpPr>
          <p:cNvPr id="42" name="paper">
            <a:extLst xmlns:a="http://schemas.openxmlformats.org/drawingml/2006/main">
              <a:ext uri="{FF2B5EF4-FFF2-40B4-BE49-F238E27FC236}">
                <a16:creationId xmlns:a16="http://schemas.microsoft.com/office/drawing/2014/main" id="{8CE81461-04AF-45E2-873D-BB7563EC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962A05-4753-4C17-BD42-F9C0014A0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ec1ef3c8f4b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F86E78-3666-4CD0-A68A-C62191188A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ffd5c4b9945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CD860A-1CB4-4CD2-BC4D-D22EF898B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6757f9dfd47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0802DD-81FC-4EB5-8222-3511B85D5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783d9a79746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83993-92E2-49BC-A94E-8D84E0B954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2c7b7338647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68E699-5A1C-4D6A-BA23-C7A3A2033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3ed72e8e947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D966B5-CED0-4D7C-BD73-7A121B1478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b93708c0f42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6887E3-3A33-4BC0-8A6F-6BD11E582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e932888c542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576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7641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E8DA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per">
            <a:extLst xmlns:a="http://schemas.openxmlformats.org/drawingml/2006/main">
              <a:ext uri="{FF2B5EF4-FFF2-40B4-BE49-F238E27FC236}">
                <a16:creationId xmlns:a16="http://schemas.microsoft.com/office/drawing/2014/main" id="{B098B3F4-10E1-495F-9B3D-25BD8C3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F3F523B-91C4-4761-BA0F-32AE52AE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幻想乡博物志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777FC3C-A884-4607-8526-CF909404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905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109"/>
          </a:bodyPr>
          <a:lstStyle xmlns:a="http://schemas.openxmlformats.org/drawingml/2006/main">
            <a:def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defPPr>
            <a:lvl1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1pPr>
            <a:lvl2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2pPr>
            <a:lvl3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3pPr>
            <a:lvl4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4pPr>
            <a:lvl5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5pPr>
            <a:lvl6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6pPr>
            <a:lvl7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7pPr>
            <a:lvl8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8pPr>
            <a:lvl9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A6813A"/>
                </a:solidFill>
                <a:latin typeface="SimSun"/>
                <a:ea typeface="SimSun"/>
                <a:cs typeface="SimSun"/>
              </a:defRPr>
            </a:pPr>
            <a:r>
              <a:t>VIII</a:t>
            </a:r>
            <a:br/>
            <a: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162C34-42D4-4AD7-A801-A2AB34A3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152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18"/>
          </a:bodyPr>
          <a:lstStyle xmlns:a="http://schemas.openxmlformats.org/drawingml/2006/main">
            <a:def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2B8EBD-0B29-409B-87DF-C73648E2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114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出版物核心角色 · 锦上京 · 幻想乡内外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77B53FE3-FCFC-4AFC-9A3E-27C57E7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F8B294-316C-48A7-AC4F-5A79065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57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15名角色</a:t>
            </a:r>
            <a:br/>
            <a:r>
              <a:t>目录 2 /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6793CC-C746-4D02-8B9C-38118602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本卷角色 2/2</a:t>
            </a:r>
          </a:p>
        </p:txBody>
      </p:sp>
      <p:sp>
        <p:nvSpPr>
          <p:cNvPr id="9" name="paper">
            <a:extLst xmlns:a="http://schemas.openxmlformats.org/drawingml/2006/main">
              <a:ext uri="{FF2B5EF4-FFF2-40B4-BE49-F238E27FC236}">
                <a16:creationId xmlns:a16="http://schemas.microsoft.com/office/drawing/2014/main" id="{6E8688ED-8E4C-4774-BBB6-1A6D46A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097B21-0012-4BB8-9682-FB0F08AC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198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140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EF76A51A-A099-4E60-AB05-B4C8464D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A6C742-41D0-4E8A-BC13-BF62815D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57E097-2409-4100-A586-1A69A3DA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BD4AD91-A4B8-40ED-AC3D-083DF386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">
            <a:extLst xmlns:a="http://schemas.openxmlformats.org/drawingml/2006/main">
              <a:ext uri="{FF2B5EF4-FFF2-40B4-BE49-F238E27FC236}">
                <a16:creationId xmlns:a16="http://schemas.microsoft.com/office/drawing/2014/main" id="{467B1C05-EEF5-4B68-B1C1-4B9A971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FB7493A-DFEB-4C71-A525-28F64582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EC199EB-12A9-4C75-91D0-EEAB4FF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</a:t>
            </a:r>
          </a:p>
        </p:txBody>
      </p:sp>
      <p:sp>
        <p:nvSpPr>
          <p:cNvPr id="18" name="paper">
            <a:extLst xmlns:a="http://schemas.openxmlformats.org/drawingml/2006/main">
              <a:ext uri="{FF2B5EF4-FFF2-40B4-BE49-F238E27FC236}">
                <a16:creationId xmlns:a16="http://schemas.microsoft.com/office/drawing/2014/main" id="{7FB010EE-981F-4FE2-BC36-853ABDEE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per">
            <a:extLst xmlns:a="http://schemas.openxmlformats.org/drawingml/2006/main">
              <a:ext uri="{FF2B5EF4-FFF2-40B4-BE49-F238E27FC236}">
                <a16:creationId xmlns:a16="http://schemas.microsoft.com/office/drawing/2014/main" id="{97923EEB-8291-4D78-808D-7B1AED8A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59583FE-B5C4-4765-942A-989A94C3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D29890-75FC-410F-AD41-C435F91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</a:t>
            </a:r>
          </a:p>
        </p:txBody>
      </p:sp>
      <p:sp>
        <p:nvSpPr>
          <p:cNvPr id="22" name="paper">
            <a:extLst xmlns:a="http://schemas.openxmlformats.org/drawingml/2006/main">
              <a:ext uri="{FF2B5EF4-FFF2-40B4-BE49-F238E27FC236}">
                <a16:creationId xmlns:a16="http://schemas.microsoft.com/office/drawing/2014/main" id="{EA2BC19C-8326-47EB-8FFD-F2F6DA7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7B03ED0C-F9B1-4081-9DB9-5752D9D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501298A-B95C-4958-B898-BFC5DA91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E1AAA61-067A-445E-B83B-9827307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</a:t>
            </a:r>
          </a:p>
        </p:txBody>
      </p:sp>
      <p:sp>
        <p:nvSpPr>
          <p:cNvPr id="26" name="paper">
            <a:extLst xmlns:a="http://schemas.openxmlformats.org/drawingml/2006/main">
              <a:ext uri="{FF2B5EF4-FFF2-40B4-BE49-F238E27FC236}">
                <a16:creationId xmlns:a16="http://schemas.microsoft.com/office/drawing/2014/main" id="{D631EBA2-017F-4FBE-87EC-37524DBD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per">
            <a:extLst xmlns:a="http://schemas.openxmlformats.org/drawingml/2006/main">
              <a:ext uri="{FF2B5EF4-FFF2-40B4-BE49-F238E27FC236}">
                <a16:creationId xmlns:a16="http://schemas.microsoft.com/office/drawing/2014/main" id="{C8F5C858-7754-4B64-B695-A36DB263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87F087C-9670-4022-A28E-EE0A9B1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858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2C048D2-97A9-4E9B-AFE4-F3C8F639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</a:t>
            </a:r>
          </a:p>
        </p:txBody>
      </p:sp>
      <p:sp>
        <p:nvSpPr>
          <p:cNvPr id="30" name="paper">
            <a:extLst xmlns:a="http://schemas.openxmlformats.org/drawingml/2006/main">
              <a:ext uri="{FF2B5EF4-FFF2-40B4-BE49-F238E27FC236}">
                <a16:creationId xmlns:a16="http://schemas.microsoft.com/office/drawing/2014/main" id="{43DB6584-D13F-466A-8379-DED04FC2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per">
            <a:extLst xmlns:a="http://schemas.openxmlformats.org/drawingml/2006/main">
              <a:ext uri="{FF2B5EF4-FFF2-40B4-BE49-F238E27FC236}">
                <a16:creationId xmlns:a16="http://schemas.microsoft.com/office/drawing/2014/main" id="{1F732B3A-CE99-4645-85A6-C54026F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0789A91-D47A-4A0E-A9B4-D9666C1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CD9A92E-71E6-4B45-9012-29F4CC8F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34" name="paper">
            <a:extLst xmlns:a="http://schemas.openxmlformats.org/drawingml/2006/main">
              <a:ext uri="{FF2B5EF4-FFF2-40B4-BE49-F238E27FC236}">
                <a16:creationId xmlns:a16="http://schemas.microsoft.com/office/drawing/2014/main" id="{27BE7074-A286-4B0C-BE92-CE50397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per">
            <a:extLst xmlns:a="http://schemas.openxmlformats.org/drawingml/2006/main">
              <a:ext uri="{FF2B5EF4-FFF2-40B4-BE49-F238E27FC236}">
                <a16:creationId xmlns:a16="http://schemas.microsoft.com/office/drawing/2014/main" id="{ED9D8597-E67C-43FA-9BA8-4CF0E1EE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9525">
            <a:solidFill>
              <a:srgbClr val="C7B38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8DCFFC6-DC34-4DA2-B560-0338B10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>
            <a:def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FD45347-4B7C-4D9A-BED2-7256C4F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</a:t>
            </a:r>
          </a:p>
        </p:txBody>
      </p:sp>
      <p:sp>
        <p:nvSpPr>
          <p:cNvPr id="38" name="paper">
            <a:extLst xmlns:a="http://schemas.openxmlformats.org/drawingml/2006/main">
              <a:ext uri="{FF2B5EF4-FFF2-40B4-BE49-F238E27FC236}">
                <a16:creationId xmlns:a16="http://schemas.microsoft.com/office/drawing/2014/main" id="{DAAEACDE-E2AC-4CE8-B5AC-940201B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674E13-54EF-4B84-BE70-7C041362B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794ae319641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F099F1-F88E-4DBD-8B77-9828F4896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e9cfff0fe4f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D1CAD8-E513-44B6-9D5D-4D9EF3334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d9a273f1b49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0289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1534F5-8479-4C60-91FA-727EB2DD2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bef7b55b84e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0576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B4790C-8C05-41BC-AC11-4AA41AB67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ad5238d1b4d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715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1314B9-8BBC-4EEB-BC46-70C25F1DF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b3d8b9f104a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2000250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BA608A-80FB-4146-B5B6-DED299E55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9217b9b294c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028950"/>
            <a:ext cx="742950" cy="74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1728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7B1C6-66A3-4375-B2A8-0AFE0453D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ce905c73541a8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428B2247-542A-4D79-97F2-936F05A5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83EDC87B-44D3-486B-BEC2-8FD53843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E7F5C7-2E67-41BA-9C9F-49181FD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E0FA41-8046-47BC-94C2-210E0F4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奥野田美宵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EBFCD5-5D3E-467D-BBEA-97B4E52D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奥野田 美宵 / Okunoda Miyoi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384B2B9E-764C-40CF-A31C-93A6B9A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8FA9BD-4E86-4D76-93E4-8C26CE7B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她是人类村落的酒馆“鲵吞亭”的店花，自称住在店内、实际上也正是如此的座敷童子，但她自认为所住的家在伊吹瓢里。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C0B9CF-27C4-403B-8048-2ACF063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C5D61D-3ADD-4628-AC7B-A0CD7A73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座敷童子 · 鲵吞亭的店员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72222C21-6CC6-4787-A7E4-90C9902E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063776-380E-4F0C-9EA4-2A49CAB7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4EE64F-99BB-4DFD-BAD2-C1D6ED09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鲵吞亭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774C664-BD11-4ACE-970D-66BE257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4FDCE7-0DEA-42D3-ABA2-EC22A878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0F96B7-FE3B-46D8-A60E-03CF315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操纵记忆程度的能力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5C8F787-1263-4690-9D3C-CC4057E2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563E90-4F1F-4B33-A4F9-8DBB23DB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771B98F-23C2-4707-9D62-528781BB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97E3780-83BB-4269-88A0-03A2395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15BA2A-6500-40A6-AE53-80F07BA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6645154-3882-4CDA-B9E9-B6ABC17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东方醉蝶华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EBC3F12F-5BFF-4770-8C0B-E1606353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2B172CF-7231-4E93-B6E3-DBF9B16C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63876857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F20EDC-EA0B-44BC-AEBA-80BD63C85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e6663163d4fef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CBA0018-A72C-4D6D-9300-04A8E45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910E179-D770-47B2-B8EE-8887FE4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AC4B95-99AB-4042-91B8-7FBDB59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A15643-A456-4D6C-9674-45029AB3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宫出口瑞灵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6F268C-0F5F-42C0-8F16-AC34683C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宮出口 瑞霊 / Miyadeguchi Mizuchi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D0EF0EDC-BB05-4DA7-812E-5F1AB2F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E2FA9D-44B5-46D4-97A5-F04CE68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与《东方智灵奇传》的怨灵事件有关的复仇者。サンサーラ篇开始后，由博丽神社管理。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852271-CCE7-4E1F-823B-AC93BF4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EFB589-5D2F-45E5-8182-3673BDCC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怨灵 · 《智灵奇传》的怨灵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AEB231BA-0CB2-40C9-AE5B-E087841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437411-13F3-4358-BC21-14FF437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DC105D-8E40-42AC-AC1D-D9C9BAE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博丽神社（サンサーラ篇）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36FA1B70-1F25-4E5A-A27D-5531545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42F254-F478-4669-82FD-DE52FBA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16753D-EEA7-4BD0-81E4-DAC9967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附身程度的能力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E2067A2-83B9-40E3-96CB-4B1A446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DAE7E2-8F79-4A59-A75B-6A8DEA63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E58784C-2154-43B2-85FE-0957BD4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4EBD05E-F658-408F-B889-73AF051F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DDF6474-DC71-4CC3-8031-66BCE07C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E5C335-BB61-4EB9-8148-D990024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东方智灵奇传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8CE44081-6746-4380-A181-53D63D8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2F689F8-32DD-497F-AD98-33766D8C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147739803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F3FA1-C944-416D-93F6-D00304926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3882d9b474c9c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0AEB954E-D3C2-49D5-9A94-DC38772D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DE478933-E47C-4974-A9F4-CDDB6D8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98DDB0-F160-41CD-9F74-2BFF17B5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2588C7-AE64-49EE-AF55-3FCE06C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森近霖之助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7E87FA-2A9A-4FD3-9905-2502D70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森近 霖之助 / Morichika Rinnosuke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958DA95-41EA-4569-94DD-9ECC487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4D7B54-53E3-430A-B956-396DF5E4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香霖堂的店主，是人类与妖怪的混血。能够知道道具的名称与用途，却不一定知道正确使用方法。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75B1AE-8F16-45DA-B8E4-20516A46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AABC186-9450-4D6F-8F7E-18BA4933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半人半妖 · 香霖堂店主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3A51D90-2AA8-4363-B6B8-D222A60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33F197-8692-4CC6-963C-05B3BB6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722D32-3989-45B9-B3BA-8ADFAD1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香霖堂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0D5B225C-C985-4E84-9BFE-10C4DED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A18A0A-CA78-4239-A9D6-F782F66E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25EE3B0-6F55-4760-B49D-7D22A0E3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知晓道具名称与用途程度的能力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4B44F79-B368-447B-A9FE-B4C81436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F684BD-D3C9-45FC-8DB1-2CE9531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632EC3-617C-47A4-991E-75578BAE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东方香霖堂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BC0E3DD-1A08-4699-B801-D19303EA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4CCFE0E-079B-4BD1-9E7A-6A28024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0A15E49-87B2-4820-9870-F45F2665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0FC465-E1E8-4EEE-A2FB-672B6E2C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D79347C2-8838-4275-88DB-C2C6BD65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DF9B5F1-DD74-436D-986C-02173780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70870422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448DB-293B-4E4D-A1ED-34488F95A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5908ac643480b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30FC6DBB-3732-4CA6-B963-33EB603B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5BDCC010-1A3C-49B1-A4A7-C46E4246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329F6A-83EE-40AE-ACBE-B9B0AF2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43749D-0428-4F16-8C1A-A847FA6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稗田阿求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392738-528A-44A7-B73D-78790106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 阿求（ひえだ の あきゅう） / Hieda no Akyuu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9FB99FE2-CCC8-4DC5-9F45-1195A21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7822655-68F4-4FE7-B620-DFE3F8EA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第九代御阿礼之子，也是《幻想乡缘起》的编纂者。她居住在人类村落，拥有过目不忘的能力。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6F840B-4F6F-417C-B94C-3FACA29A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487293-B06D-4736-8769-01788CB8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《幻想乡缘起》编纂者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FA943D25-3A70-47D1-B47E-06AB10E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7CF902-520C-4C7B-965E-C2AC7C4C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89C6A1-1915-48C9-8F88-9D1D1296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稗田邸／人类村落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753EBD9-41F4-4074-B2F8-8F39AD5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D05CB6-142D-4D61-B39D-922917C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3A87A8-C932-48FC-BA60-CAFF56C0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过目不忘程度的能力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94EFA43-3D11-4936-8433-33F5FF88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13269F-ED5C-4242-8FEC-5948A3D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427D7C-123A-4EFC-9BD8-B2749652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幺乐团的历史1（封面及附带文档）；东方求闻史纪（正式人物介绍）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E01C48BA-0EC7-4017-A791-C827F87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ABECB4-D338-4F32-9FE0-BFEF9A33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3316EF7-A97B-49D3-B2E7-C5C4C84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幺乐团的历史1 · 东方求闻史纪 · 东方求闻口授 · 东方铃奈庵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427CFABA-07AF-4203-9C7F-AAEF30F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4B7B5FA-7594-4311-AF94-A027FC7D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212269866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E61CD-6CD7-45E3-987B-5CDE86DF4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00e915b5140a5"/>
          <a:srcRect xmlns:a="http://schemas.openxmlformats.org/drawingml/2006/main" l="0" t="8081" r="0" b="8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7F45C6D6-3D04-4F7E-B771-13E5E862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1BA83AA-2C41-4622-A4DC-8789EE10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4E7CB0-C138-4C4D-B2D9-88341C9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208175-F3D5-4955-B481-CD261CE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雾雨魔理沙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E58C38-D5D0-419B-A141-525CCC74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霧雨 魔理沙 / Kirisame Marisa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44F9C05-07A7-4BE9-AEB8-5F01BF20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A1F694-F640-4A78-BE62-966B39E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生活在魔法森林的人类魔法使。她容易亲近、富有人情味，也有争强好胜、不愿服输的一面。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905221-4D83-4760-9660-DB4B5A1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FB968E-3902-478C-90B9-2F8125A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魔法使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8E5ECC8-A5AC-4BDF-B773-9EFE1C8F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175B34F-34C8-4A65-A4C1-9BD344F6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910CA6-4264-403C-B8F2-D233D222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魔法森林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1FA5DD3-857E-4EFB-823D-F830978F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6A7198-3508-4C9E-944E-AB88A89B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93DBAB-E193-4BA4-961A-8EB9F0E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使用魔法程度的能力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0B8E44C-4496-48AA-9BC7-DB93A8D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24F63B2-3349-42F9-BAE7-6AF6E743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B3E6CD-5F57-4F3C-889A-341AC8C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东方封魔录（系列）；东方红魔乡（Windows）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174BDA2-D2F6-4EF5-AFB9-6B0E13EB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1374C81D-068A-4506-9FD2-63FA0DBB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400DB5-EE19-4AC1-AFCC-152AF40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513944-904E-41F9-AE7C-A0EDBDD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博丽灵梦／爱丽丝／帕秋莉／森近霖之助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A01BC166-AE03-459C-A97E-81FA480F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E9EAD13-6CD3-49EA-9C82-2549ACA8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1148462398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36D6F-9ED6-42A3-8A02-6DBFDC7C9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e844ff55b4a0d"/>
          <a:srcRect xmlns:a="http://schemas.openxmlformats.org/drawingml/2006/main" l="0" t="10697" r="0" b="10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B948FE1-4A42-4781-BE2E-480B9E7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932FB33-F474-4149-9A67-2D21C4F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812007-37DE-4705-B14D-DAAD11F7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59DE25-E51A-4129-B48B-ACC4BEFA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博丽灵梦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B30010-50A4-401C-97A4-27379804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博麗 霊夢（はくれい れいむ） / Hakurei Reimu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FB6840A7-E677-48D9-825A-B462F2F2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86E6AF-BE12-46BA-82FF-4FCF46DD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博丽神社的巫女，负责退治妖怪与解决异变。她凭借直觉行动，与幻想乡的许多人类和妖怪保持往来。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D26D62-454F-45A2-8B69-52DCC982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D0E7BA-9F3D-4E7D-9506-995A0397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博丽巫女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14325C13-48D0-4BBF-BE9B-6C5F23CE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9E93C8-1B3A-40BB-8F92-D2BB0173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BF4CCF-CD02-4E85-9B13-C09C206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博丽神社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1DEA621B-1AF5-459F-98CA-C50237C6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64BF37-B50D-4F04-90A3-F0FDACA0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1F99938-BA0E-48D8-A20C-B1B8338B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主要是在空中飞翔程度的能力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4F4D4BFB-5A4B-470B-83AA-363B6838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59A6F3-3A6B-4FA6-A8CC-5D4BC65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5FCDE9E-1F5C-46DA-9AC8-9F7F3DA9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东方灵异传（系列）；东方红魔乡（Windows）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CDD4B78-EECA-47FB-8C2A-C0C09C0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per">
            <a:extLst xmlns:a="http://schemas.openxmlformats.org/drawingml/2006/main">
              <a:ext uri="{FF2B5EF4-FFF2-40B4-BE49-F238E27FC236}">
                <a16:creationId xmlns:a16="http://schemas.microsoft.com/office/drawing/2014/main" id="{FBEB7801-F77F-4F96-BC7E-A1D918E0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33975"/>
            <a:ext cx="645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B25399A-895A-4D00-A3AA-35154AF5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人物关联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EFACF64-1935-42DC-BD17-D414FB5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62600"/>
            <a:ext cx="6134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雾雨魔理沙／八云紫／历代异变发起者</a:t>
            </a:r>
          </a:p>
        </p:txBody>
      </p:sp>
      <p:sp>
        <p:nvSpPr>
          <p:cNvPr id="24" name="paper">
            <a:extLst xmlns:a="http://schemas.openxmlformats.org/drawingml/2006/main">
              <a:ext uri="{FF2B5EF4-FFF2-40B4-BE49-F238E27FC236}">
                <a16:creationId xmlns:a16="http://schemas.microsoft.com/office/drawing/2014/main" id="{F1D0C50E-B9B4-4841-A3A8-F69D44E6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E953F82-A383-48AA-AE57-FA15FD83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166185830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08032-3C59-4185-9B3E-E705FCFFE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bbc9d42fc41f9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56B5286A-9AB8-4ED9-95A8-728CB5BE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DA8B81D-F6E8-4E6B-9B78-24C1C70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393A68-6A9E-43D1-BBF4-FAE7E1A0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279137-9C6D-4FDC-9C19-F9B5AB3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尘塚姥芽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6AF870-661B-4C8A-A5A4-F323A40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塵塚 ウバメ / Chirizuka Ubame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97A181C-A057-4FD6-A498-08060013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746145-2B47-46FF-BACC-02880C3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她是山姥，作为山姥之王管理和守护着圣域。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45B3C6-A516-4B3D-A1EA-722E0AA0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28612B-A601-47BB-A323-010974F2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山姥 · 守护圣域的山姥之长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BC96964-693C-420F-937B-1B968C60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A44C25-7BE0-41AD-A1AF-2F24E696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12AC9F-A7D4-467C-824F-14AEE19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41F8AE6-6E35-4973-96F2-F23D090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49245B7-FA89-4D0C-B70A-6133642D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DD585D-8ABB-48F4-9940-AC2D8E4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破坏圣域程度的能力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A75286D-0A7B-4803-A01E-E1CF2DB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29B449-C0D2-43E9-8CF9-43E8F6A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D5554A9-F403-4909-B012-9DB9B554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A03187B4-449E-47F4-B0AC-6697DCBA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EC59D5F-C057-4C4F-8132-1BF86717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0A69A51-85E4-48BF-A351-A16308C1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CEDEEBBB-85A8-4433-AA24-224D925D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F3F814-0602-4232-A32B-00C55F25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100485834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E126E-285F-4A39-9849-69E435570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2d7523a54101"/>
          <a:srcRect xmlns:a="http://schemas.openxmlformats.org/drawingml/2006/main" l="0" t="2031" r="0" b="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6FC6BD5-BBB2-4088-9824-9C136A36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E7BC279-00D5-4573-956E-BCA7BEF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9DB226-6E8A-43CC-9632-5D717DD8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2385AB-03F2-44E1-B1A7-A4F74558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封兽魑魅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25590C-7F5A-4A19-B2C7-C8D09D3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封獣 チミ（ほうじゅう ちみ） / Houju Chimi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C67F717-F244-483A-A6AE-8DA91DF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320920-207E-47AD-B2D1-B0D892B5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她是魑魅，通常被认为是某种长耳妖兽的原形不明的妖怪，但她实际上是名为妖怪的概念诞生之前便已存在的古老物怪。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F915EE-9A81-4F15-ACAE-CDAD1026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653CF9-3027-474B-BD40-C4AA981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魑魅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C8774F0B-00EA-41F5-9C7F-ABEB4DA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3A4189-FB00-4B2E-A6D7-18CA5CA8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DDBF386-9BE8-4F33-AE99-64BAF4A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F8DD432-3389-4E0F-8A26-BD21BA40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8B9934-257E-4CA5-B776-3E714A4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100566-4A12-4E3B-8AFA-7A2F94F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操纵山河之气程度的能力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C3CF0403-8551-4BDA-8A51-692A6D2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D732E1-7CB3-494A-96B1-832D71A6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819597-2ADA-451D-BDE3-90348287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02AED8C7-939C-4918-9B10-E86BC7D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796AD9-B848-4782-82A7-B417853A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4CC30E5-BDB1-47D8-A0F5-17A5039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F878C28-E980-4DD1-BF85-038B6DE8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68B8D6A-70E5-453C-8A60-C8506157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17925592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8C827-9D95-4173-8226-CBD5F3794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f3f822e394124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7EA4A98-13C4-47E4-9AA5-6028815C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6BC06CD1-CC9A-4196-9875-32DDBF3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B1755F-DD78-42D6-8D04-C44D9EE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B864D3-CC48-4B0E-8A62-1239E5D9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道神驯子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002B6A-4756-47E3-A203-B4A7FE7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道神 馴子 / Michigami Nareko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90F9F23-2BDA-4F8E-97BC-A5D14B7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C3F1AA-13CD-46A9-A338-06CC35A1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她是道祖神，道祖神是以守护人类为使命的民间信仰的神明，能阻碍恶神和疫病的进入途径，此外还司掌亲事和出产。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9847E4-EDC5-4774-833D-A9E7EDBA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527200-C324-4B82-AE7E-20288AC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道祖神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545A6A2E-1A9B-42A8-9BF9-53596838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E7DD4F-16FB-41F8-AE84-19DF1719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773538-F9DF-45D3-BDFE-B0373AD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圣域地下的祭坛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B5697601-A3FA-4932-8238-DF148B64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EA89BF-F2A0-4818-827C-88A8C4F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45E101-23D6-48A1-9672-5337CFC7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挡道拦路程度的能力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2F69FB8-9387-4F3F-B623-2BA4831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324DCD-AE70-4D71-B32D-D89D9FE3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B88C16C-EE80-42A7-8DCB-9A64685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BDEF23C-ABF2-4AB8-9451-173598FA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79F7489-9606-4CA3-AFDF-EC360BD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3CE11AF-8B42-4046-AAA9-D01948E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6D29BC92-8100-4BC2-A1B5-64E57DB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5030570-F23E-41D6-93FD-1D932FF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28989855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923EC-BED8-4579-B79C-44F754584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238c3415b479a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B0FF9047-ECBD-4034-8CFA-71538A13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25192837-6F39-4BA1-A13D-A178D21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52BB63-59DA-4992-B7C2-839FF8B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E53D26-6E9E-4581-AF2D-40FF8D82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维缦·浅间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C86B2B-B055-4619-B95B-5E4BF8B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ユイマン・浅間（ゆいまん あさま） / Yuiman Asama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12B2CCA6-98E8-44B7-88E2-A99F9C66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E731F0-17EF-48DF-9312-58D068F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她是古神人，曾是名为维缦的国度的公主，被赋予了与月之民同等的神格，如今则被束缚在浅间净秽山中为月之民工作。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DCE873-954E-47D2-8E26-0CE1E9EB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155948-0F84-4B68-AC1F-5FC2B958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古神人 · 锦上京的四面Boss和EX面道中Boss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401C6319-26D1-417C-9EED-1C878B3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795EA1-DA79-437D-B629-14E7BF5B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AFB4C6-1DF5-4CB2-AC71-95FD572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8243340F-4B52-467C-9B5F-C435CECB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C4B2DB-C77B-4FB8-B63C-C776F8E9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4C155E-B2D0-433E-B0A9-F5A6FF4E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驱蛇噬物并使其转生程度的能力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57E5DE63-2DCE-4037-B8DA-FDD98DAA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7368934-473B-450F-AD82-5A2E4434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893284A-5E70-4A49-B8F3-859F40C9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66703797-FED3-4560-8F42-E1648239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18E105E-849B-4052-A3DA-82B1B7D3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AF560E1-EE56-45B2-9528-BAB8C262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DE203983-3DB8-4BCC-A4CA-406549E3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25591D3-A572-4E4B-B0E0-7D4CB26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286391573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BA8AA-8AB5-4258-BF59-D0CCB0288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a30e96ca04d82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96A63BEA-423A-416A-8B95-4ECC33EF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A4969C7-4C4D-4C9F-8E0D-150BAA3F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FA319A-1FA5-43DF-9BC1-C9DE16E8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BE7016-FA8C-4151-A739-8A5F3EA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磐永阿梨夜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73BB29-DFBC-4EFC-8613-C6D9BD3C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磐永 阿梨夜（いわなが ありや） / Iwanaga Ariya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27C42E4-7229-4E12-B12A-FF75D97D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6A70D5-ADFF-4180-B676-835573D3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她是石之女神，被月之民连带着浅间净秽山封印在地底深处。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517AD2-63B5-4F6D-A3A4-A1FBA73F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153609B-71F3-4A1F-A44F-C7D67938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石之女神 · 锦上京的六面Boss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6EBAE81-2612-4A00-9F6F-14D203F0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8815E1-B29A-4C59-A4A5-F29FB43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B51C4F-F25C-435A-948B-4BB8975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浅间净秽山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6BE63A47-A616-472F-939D-BD862300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DA68B5-48D4-4282-A675-17DE1884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7E5712-029A-487E-A675-1753476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阻止变化程度的能力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FAAB7409-8422-423E-B73D-BA7A99D4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CA6F94-4144-4350-B5FC-F3920169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2404980-3709-4E63-BC29-6B533EFC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4A6758C5-63C9-4F6C-9D75-3BF9C431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6165A4-780F-4D48-B117-EE050909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9F3FF31-DEC7-440E-B244-7DF63D47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BE9BE7D3-2575-4D9B-BD2A-97BE819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0943D18-436D-46DF-B030-5EBE7B1E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769299921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FCEBC-98B5-47A2-9A8F-8B92C90FD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1763d49ca4741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D60119B8-23F5-4F7A-844E-7A92F086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0FA0E500-408B-473A-B694-08F89884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D96EBA-AA14-4243-924B-D2FB22F5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EAC6AF-2012-47E2-BDD1-AA51ED72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渡里贝子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16FCF5-D5B6-40FA-A36C-8175540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渡里 ニナ / Watari Nina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30E8448-6D76-4C19-AB7C-9035CA6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D86991-2332-402B-9A07-44F11DBF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她是蜃，是在信息海洋中呱呱坠地的、新生的贝类妖怪。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82578A-84DA-4F6B-BCF6-D254B031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3EBA47-ED37-4F9A-877C-3B0B3C43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蜃 · 锦上京的EX面Boss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D0C315E1-48CA-4F32-8F6E-3F72B52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040B68-6A7E-4759-AC4C-5F2976F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DEC34B-F16C-4779-9AD3-6E291FAF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化石森林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C2B03D6F-DF9E-4E43-8849-C2ED2464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BC73672-4AE5-4EA2-9C11-60EC2D3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E549DAD-CF6F-45CC-A6E7-5BCC4994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展现海市蜃楼程度的能力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050EA0CD-DC32-44E2-BE24-79461D8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0268068-B41B-49EB-8661-9C657864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B9774A-FE43-4D92-8D66-AB402B7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BB5C8AAD-C3CD-4CED-B6C9-C820DF20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F9D897C-5398-4A00-922F-33367571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FE56455-705B-42C6-8E93-60F52BD5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东方锦上京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D06C0AD-BE08-4B06-8FD0-576485C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2D17C1B-5928-45EC-93B3-BD2FEFDA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947570303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43360-A6F1-40F0-AEA1-9EEDE3FE2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51676c72848e9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6B96AE86-4955-41AB-B8AF-6DA237B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320BC3C5-9813-404E-B5B5-A75F89E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C34D3B-BEF3-433D-9E02-C8548EA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9620CB-39B2-4F04-9151-320269D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宇佐见莲子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CAA99D-A062-4650-9B59-F9E5602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宇佐見 蓮子（うさみ れんこ） / Usami Renko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EFB31847-D82D-44F1-BF44-2FF4510D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547101-9CD9-42E9-A211-F5F5D5C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073FB4-90FB-441E-83EE-64B831C1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586ACC-0C49-47E9-9DE5-9C8298F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5582512-0D52-499F-B729-DEFF424A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4688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14AD47-86E8-4CC9-AD43-0F5E251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1363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B08893-F80E-4B6D-8524-D7F686C1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2313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AD3ACCFF-94CC-4561-B50F-FEA9990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B4D504F-5312-4B75-A0E4-FD6D88FC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B70050A-AD8D-474C-8C0E-3F61D45E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2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看见星星便知晓目前的时间，看见月亮便知晓目前的所在地的能力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A49BC68F-F47C-4D24-9D7E-E0AC49B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9113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CDDD751-6AC3-4943-B1A7-033C6817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95788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99AA549-19EA-4AE8-AA2F-E99C21AB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6738"/>
            <a:ext cx="5162550" cy="442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274AF3A2-FD2D-4596-8AA2-957242E1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4FBDDF8-6A87-4F88-8BAC-55E0E90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419DE0-D254-41CB-BE32-F9ACAF51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80535E9-71A6-4D6D-85CD-674E627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B7FCCC8-B5C3-4481-9404-0733ECE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1088513315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72981-8187-4C1B-98A4-2DF264B71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08d867f4b47ec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14039D1B-15EA-4296-BEF6-8B57773F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139A6524-ADE5-4760-9BC7-7B8D4E9D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B1E011-06C8-4E17-98A4-41F49EF7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1A05FB-4885-4FDA-AC1A-E96AFA5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玛艾露贝莉·赫恩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7FA3B2-5792-4AF4-A42D-77055388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マエリベリー・ハーン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764C2644-A8F0-4CB1-A766-668436D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F378C9-D7C4-4E36-B9AA-B6F79CD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她是近未来的女大学生，是灵异社团“秘封俱乐部”的成员之一。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C49940-27B5-4139-AA71-4546D8E0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D1CD51-3D4F-49DF-995C-7D783E24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人类 · 秘封俱乐部成员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66DEFDED-ABB0-4703-BEB7-D15BC7F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E5FAEB-66F1-4CFC-856E-3D39FCFA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C7DFA0-5D90-4AF1-B25F-B3FD028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外面世界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5D93279-BC0D-45F0-B780-5DF8F22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C7B2EA-EEAB-4F0C-9E10-2BAAC506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5A84AA-79A7-4444-91BF-4364B7F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148E31B1-72A4-4619-A5F3-2543C49D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4A006B-EF38-4A05-BEE4-FE07FD8F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1256B9-857B-4641-909A-0CFF85E2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莲台野夜行 · 灵长新益京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745B8FF2-5C21-456C-B299-0E4026E9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D543106-0778-4CEF-AF94-71AE3106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1552367687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B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6E565-6A8D-41B9-B154-F0EB640E2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8a2f358f2448b"/>
          <a:srcRect xmlns:a="http://schemas.openxmlformats.org/drawingml/2006/main" l="6004" t="0" r="60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95250"/>
            <a:ext cx="4476750" cy="5867400"/>
          </a:xfrm>
          <a:prstGeom xmlns:a="http://schemas.openxmlformats.org/drawingml/2006/main" prst="rect">
            <a:avLst/>
          </a:prstGeom>
        </p:spPr>
      </p:pic>
      <p:sp>
        <p:nvSpPr>
          <p:cNvPr id="2" name="paper">
            <a:extLst xmlns:a="http://schemas.openxmlformats.org/drawingml/2006/main">
              <a:ext uri="{FF2B5EF4-FFF2-40B4-BE49-F238E27FC236}">
                <a16:creationId xmlns:a16="http://schemas.microsoft.com/office/drawing/2014/main" id="{CFB61AD1-2DB3-4A80-8E09-8DBC342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per">
            <a:extLst xmlns:a="http://schemas.openxmlformats.org/drawingml/2006/main">
              <a:ext uri="{FF2B5EF4-FFF2-40B4-BE49-F238E27FC236}">
                <a16:creationId xmlns:a16="http://schemas.microsoft.com/office/drawing/2014/main" id="{73A753BD-4E15-492B-9D55-F52B6E3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83DCA6C-FB92-433E-971F-55269B80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VIII · 书籍、秘封与主角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87196A-5671-4333-BF74-E71FDBB3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1025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defPPr>
            <a:lvl1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1pPr>
            <a:lvl2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2pPr>
            <a:lvl3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3pPr>
            <a:lvl4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4pPr>
            <a:lvl5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5pPr>
            <a:lvl6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6pPr>
            <a:lvl7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7pPr>
            <a:lvl8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8pPr>
            <a:lvl9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400" b="1">
                <a:solidFill>
                  <a:srgbClr val="211913"/>
                </a:solidFill>
                <a:latin typeface="SimSun"/>
                <a:ea typeface="SimSun"/>
                <a:cs typeface="SimSun"/>
              </a:defRPr>
            </a:pPr>
            <a:r>
              <a:t>Reisen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3F9EB6-F67E-4E3B-9D4A-C8919460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3825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レイセン / Reisen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28E11248-F390-4BCB-B661-C236E47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13EB6B-13D5-42BF-B2D3-2B2E9F7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43075"/>
            <a:ext cx="64579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她是月兔，曾经以捣年糕为工作，现在则成为了月球的防卫队“月之使者”的一员。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75DE61-D5F2-4536-97FC-68D517A9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种族／身份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148120-2231-4449-A4CF-A53E9DBF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月兔／妖兽 · 月之使者的一员</a:t>
            </a:r>
          </a:p>
        </p:txBody>
      </p:sp>
      <p:sp>
        <p:nvSpPr>
          <p:cNvPr id="11" name="paper">
            <a:extLst xmlns:a="http://schemas.openxmlformats.org/drawingml/2006/main">
              <a:ext uri="{FF2B5EF4-FFF2-40B4-BE49-F238E27FC236}">
                <a16:creationId xmlns:a16="http://schemas.microsoft.com/office/drawing/2014/main" id="{28B8BC9C-BDA9-48BD-B961-760EE54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04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BA1084-4DE1-4810-84CA-261D48B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居所／势力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CA31F0-5A26-456D-8C4A-13A7F6BF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月之都／绵月家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EE4C80A0-BE88-4371-8557-CCBBB40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433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90A165-0F10-42DE-8913-CA0033FA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1181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首次登场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FECFE41-FBFE-4AF0-8C76-2F8D49E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162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866BCDF2-BF76-4E47-94C7-FB16067A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6B6B0D-3EC6-4E25-A53B-F655ECC9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91125"/>
            <a:ext cx="1181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6813A"/>
                </a:solidFill>
                <a:latin typeface="Microsoft YaHei"/>
                <a:ea typeface="Microsoft YaHei"/>
                <a:cs typeface="Microsoft YaHei"/>
              </a:defRPr>
            </a:pPr>
            <a:r>
              <a:t>作品线索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055BDF9-8DAE-40BA-8BD3-579B0420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16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东方儚月抄</a:t>
            </a:r>
          </a:p>
        </p:txBody>
      </p:sp>
      <p:sp>
        <p:nvSpPr>
          <p:cNvPr id="20" name="paper">
            <a:extLst xmlns:a="http://schemas.openxmlformats.org/drawingml/2006/main">
              <a:ext uri="{FF2B5EF4-FFF2-40B4-BE49-F238E27FC236}">
                <a16:creationId xmlns:a16="http://schemas.microsoft.com/office/drawing/2014/main" id="{F76F7347-61C2-407B-8EE6-47774B5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3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5D0383C-443A-4ED1-8ACB-81D6CE9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A4036"/>
                </a:solidFill>
                <a:latin typeface="Microsoft YaHei"/>
                <a:ea typeface="Microsoft YaHei"/>
                <a:cs typeface="Microsoft YaHei"/>
              </a:defRPr>
            </a:pPr>
            <a: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1646705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2026-10-17T09:55:23.3120000Z</dcterms:created>
  <dcterms:modified xsi:type="dcterms:W3CDTF">2026-10-17T09:55:23.3130000Z</dcterms:modified>
</coreProperties>
</file>