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864a8a00cb4394" /><Relationship Type="http://schemas.openxmlformats.org/officeDocument/2006/relationships/extended-properties" Target="/docProps/app.xml" Id="Rfb2d23607d7f4cde" /><Relationship Type="http://schemas.openxmlformats.org/officeDocument/2006/relationships/officeDocument" Target="/ppt/presentation.xml" Id="R6bb46454781f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267ae8721495a"/>
  </p:sldMasterIdLst>
  <p:notesMasterIdLst>
    <p:notesMasterId xmlns:r="http://schemas.openxmlformats.org/officeDocument/2006/relationships" r:id="R7a10dcb513c94e33"/>
  </p:notesMasterIdLst>
  <p:sldIdLst>
    <p:sldId xmlns:r="http://schemas.openxmlformats.org/officeDocument/2006/relationships" id="256" r:id="Rfeb4478c822440df"/>
    <p:sldId xmlns:r="http://schemas.openxmlformats.org/officeDocument/2006/relationships" id="257" r:id="Rd9428e464ced4648"/>
    <p:sldId xmlns:r="http://schemas.openxmlformats.org/officeDocument/2006/relationships" id="258" r:id="R298d00191a3048c1"/>
    <p:sldId xmlns:r="http://schemas.openxmlformats.org/officeDocument/2006/relationships" id="259" r:id="R0e892e9277764a0c"/>
    <p:sldId xmlns:r="http://schemas.openxmlformats.org/officeDocument/2006/relationships" id="260" r:id="R104bca6e616e4dec"/>
    <p:sldId xmlns:r="http://schemas.openxmlformats.org/officeDocument/2006/relationships" id="261" r:id="R1f970d67bdb14ef5"/>
    <p:sldId xmlns:r="http://schemas.openxmlformats.org/officeDocument/2006/relationships" id="262" r:id="R905c1e767ea745a7"/>
    <p:sldId xmlns:r="http://schemas.openxmlformats.org/officeDocument/2006/relationships" id="263" r:id="R12a1e113c8fb4233"/>
    <p:sldId xmlns:r="http://schemas.openxmlformats.org/officeDocument/2006/relationships" id="264" r:id="Rb043cc3f0b0844e8"/>
    <p:sldId xmlns:r="http://schemas.openxmlformats.org/officeDocument/2006/relationships" id="265" r:id="R82f775eb13154aac"/>
    <p:sldId xmlns:r="http://schemas.openxmlformats.org/officeDocument/2006/relationships" id="266" r:id="R4be9c68a7fc7410a"/>
    <p:sldId xmlns:r="http://schemas.openxmlformats.org/officeDocument/2006/relationships" id="267" r:id="R206483abc56b4989"/>
    <p:sldId xmlns:r="http://schemas.openxmlformats.org/officeDocument/2006/relationships" id="268" r:id="R90847b41d0f949dd"/>
    <p:sldId xmlns:r="http://schemas.openxmlformats.org/officeDocument/2006/relationships" id="269" r:id="R1ab73e5149fa49af"/>
    <p:sldId xmlns:r="http://schemas.openxmlformats.org/officeDocument/2006/relationships" id="270" r:id="R191db898964f4aee"/>
    <p:sldId xmlns:r="http://schemas.openxmlformats.org/officeDocument/2006/relationships" id="271" r:id="Recaf5509b7d74092"/>
    <p:sldId xmlns:r="http://schemas.openxmlformats.org/officeDocument/2006/relationships" id="272" r:id="R3eb222db8e404ee6"/>
    <p:sldId xmlns:r="http://schemas.openxmlformats.org/officeDocument/2006/relationships" id="273" r:id="Rfaf8e94de87b49c7"/>
    <p:sldId xmlns:r="http://schemas.openxmlformats.org/officeDocument/2006/relationships" id="274" r:id="Rcd4bdfd7e9b24c0a"/>
    <p:sldId xmlns:r="http://schemas.openxmlformats.org/officeDocument/2006/relationships" id="275" r:id="R82020099ca6743db"/>
    <p:sldId xmlns:r="http://schemas.openxmlformats.org/officeDocument/2006/relationships" id="276" r:id="R2f1413dc90314aad"/>
    <p:sldId xmlns:r="http://schemas.openxmlformats.org/officeDocument/2006/relationships" id="277" r:id="Rc15e45d1b62b4f7c"/>
    <p:sldId xmlns:r="http://schemas.openxmlformats.org/officeDocument/2006/relationships" id="278" r:id="Rc7c6415368fa49d4"/>
    <p:sldId xmlns:r="http://schemas.openxmlformats.org/officeDocument/2006/relationships" id="279" r:id="R604f60df81b14058"/>
    <p:sldId xmlns:r="http://schemas.openxmlformats.org/officeDocument/2006/relationships" id="280" r:id="R7ddfbbab3b664759"/>
    <p:sldId xmlns:r="http://schemas.openxmlformats.org/officeDocument/2006/relationships" id="281" r:id="R07f1af8cfb2541ca"/>
    <p:sldId xmlns:r="http://schemas.openxmlformats.org/officeDocument/2006/relationships" id="282" r:id="R6fd67402a2b64dd4"/>
    <p:sldId xmlns:r="http://schemas.openxmlformats.org/officeDocument/2006/relationships" id="283" r:id="Re7a18f6651ae43ec"/>
    <p:sldId xmlns:r="http://schemas.openxmlformats.org/officeDocument/2006/relationships" id="284" r:id="R406c953160ac4ed2"/>
    <p:sldId xmlns:r="http://schemas.openxmlformats.org/officeDocument/2006/relationships" id="285" r:id="Rfb16673bd4834eb7"/>
    <p:sldId xmlns:r="http://schemas.openxmlformats.org/officeDocument/2006/relationships" id="286" r:id="R54ec936754644284"/>
    <p:sldId xmlns:r="http://schemas.openxmlformats.org/officeDocument/2006/relationships" id="287" r:id="R21ea96c0d6fa46a1"/>
    <p:sldId xmlns:r="http://schemas.openxmlformats.org/officeDocument/2006/relationships" id="288" r:id="R9fd47d7df0064dce"/>
    <p:sldId xmlns:r="http://schemas.openxmlformats.org/officeDocument/2006/relationships" id="289" r:id="R8596f70b9ac14f77"/>
    <p:sldId xmlns:r="http://schemas.openxmlformats.org/officeDocument/2006/relationships" id="290" r:id="R7fc8c7b65e584461"/>
    <p:sldId xmlns:r="http://schemas.openxmlformats.org/officeDocument/2006/relationships" id="291" r:id="R72c5e5b921bd401b"/>
    <p:sldId xmlns:r="http://schemas.openxmlformats.org/officeDocument/2006/relationships" id="292" r:id="R0dff3ac5ebad465e"/>
    <p:sldId xmlns:r="http://schemas.openxmlformats.org/officeDocument/2006/relationships" id="293" r:id="R0f1322daed3c412f"/>
    <p:sldId xmlns:r="http://schemas.openxmlformats.org/officeDocument/2006/relationships" id="294" r:id="R9a9720260c6c4fd3"/>
    <p:sldId xmlns:r="http://schemas.openxmlformats.org/officeDocument/2006/relationships" id="295" r:id="Rabf62bd8a8734a18"/>
    <p:sldId xmlns:r="http://schemas.openxmlformats.org/officeDocument/2006/relationships" id="296" r:id="Rca8dd2b450c84695"/>
    <p:sldId xmlns:r="http://schemas.openxmlformats.org/officeDocument/2006/relationships" id="297" r:id="Rdcbe30a474994c02"/>
    <p:sldId xmlns:r="http://schemas.openxmlformats.org/officeDocument/2006/relationships" id="298" r:id="R0e51cfa086b44588"/>
    <p:sldId xmlns:r="http://schemas.openxmlformats.org/officeDocument/2006/relationships" id="299" r:id="Rdccb196f31c441cd"/>
    <p:sldId xmlns:r="http://schemas.openxmlformats.org/officeDocument/2006/relationships" id="300" r:id="Rf41859310473485c"/>
    <p:sldId xmlns:r="http://schemas.openxmlformats.org/officeDocument/2006/relationships" id="301" r:id="R54896e85aa8548bc"/>
    <p:sldId xmlns:r="http://schemas.openxmlformats.org/officeDocument/2006/relationships" id="302" r:id="R997682d73f1249a7"/>
    <p:sldId xmlns:r="http://schemas.openxmlformats.org/officeDocument/2006/relationships" id="303" r:id="R1d6e620d1a974ca6"/>
    <p:sldId xmlns:r="http://schemas.openxmlformats.org/officeDocument/2006/relationships" id="304" r:id="R83e36f0354df4184"/>
    <p:sldId xmlns:r="http://schemas.openxmlformats.org/officeDocument/2006/relationships" id="305" r:id="Rc8cd43f8e66b4baf"/>
    <p:sldId xmlns:r="http://schemas.openxmlformats.org/officeDocument/2006/relationships" id="306" r:id="R706cb6bb904c4d54"/>
    <p:sldId xmlns:r="http://schemas.openxmlformats.org/officeDocument/2006/relationships" id="307" r:id="R8f4e01c9579f48bb"/>
    <p:sldId xmlns:r="http://schemas.openxmlformats.org/officeDocument/2006/relationships" id="308" r:id="Rdd6d4542f0ca4ab1"/>
    <p:sldId xmlns:r="http://schemas.openxmlformats.org/officeDocument/2006/relationships" id="309" r:id="Rd17892d25d7b46e6"/>
    <p:sldId xmlns:r="http://schemas.openxmlformats.org/officeDocument/2006/relationships" id="310" r:id="Rb2b958c54eb442da"/>
    <p:sldId xmlns:r="http://schemas.openxmlformats.org/officeDocument/2006/relationships" id="311" r:id="Rd13461ef6e5a4776"/>
    <p:sldId xmlns:r="http://schemas.openxmlformats.org/officeDocument/2006/relationships" id="312" r:id="R817e1c21dd2740d1"/>
    <p:sldId xmlns:r="http://schemas.openxmlformats.org/officeDocument/2006/relationships" id="313" r:id="R4a44efb6d6ca4bcf"/>
    <p:sldId xmlns:r="http://schemas.openxmlformats.org/officeDocument/2006/relationships" id="314" r:id="Rebf649290e5f41a7"/>
    <p:sldId xmlns:r="http://schemas.openxmlformats.org/officeDocument/2006/relationships" id="315" r:id="Ra554c91d14284cd4"/>
    <p:sldId xmlns:r="http://schemas.openxmlformats.org/officeDocument/2006/relationships" id="316" r:id="R3b98e34401b64693"/>
    <p:sldId xmlns:r="http://schemas.openxmlformats.org/officeDocument/2006/relationships" id="317" r:id="R940b20141e764414"/>
    <p:sldId xmlns:r="http://schemas.openxmlformats.org/officeDocument/2006/relationships" id="318" r:id="R2d59c5a9c83d4d2f"/>
    <p:sldId xmlns:r="http://schemas.openxmlformats.org/officeDocument/2006/relationships" id="319" r:id="R65d47fe26990462e"/>
    <p:sldId xmlns:r="http://schemas.openxmlformats.org/officeDocument/2006/relationships" id="320" r:id="Raae4922c05fd4218"/>
    <p:sldId xmlns:r="http://schemas.openxmlformats.org/officeDocument/2006/relationships" id="321" r:id="R31b2006f5b0e47f3"/>
    <p:sldId xmlns:r="http://schemas.openxmlformats.org/officeDocument/2006/relationships" id="322" r:id="R2b7ab682e175404a"/>
    <p:sldId xmlns:r="http://schemas.openxmlformats.org/officeDocument/2006/relationships" id="323" r:id="R4607899ae0fb453e"/>
    <p:sldId xmlns:r="http://schemas.openxmlformats.org/officeDocument/2006/relationships" id="324" r:id="R60abd1891a734c9d"/>
    <p:sldId xmlns:r="http://schemas.openxmlformats.org/officeDocument/2006/relationships" id="325" r:id="Reb9952d59b1c4848"/>
    <p:sldId xmlns:r="http://schemas.openxmlformats.org/officeDocument/2006/relationships" id="326" r:id="R4adef640fd01464d"/>
    <p:sldId xmlns:r="http://schemas.openxmlformats.org/officeDocument/2006/relationships" id="327" r:id="R186210b340b64599"/>
    <p:sldId xmlns:r="http://schemas.openxmlformats.org/officeDocument/2006/relationships" id="328" r:id="R9957ba101b954906"/>
    <p:sldId xmlns:r="http://schemas.openxmlformats.org/officeDocument/2006/relationships" id="329" r:id="R5f917615a3a64765"/>
    <p:sldId xmlns:r="http://schemas.openxmlformats.org/officeDocument/2006/relationships" id="330" r:id="R80a595f766aa4f66"/>
    <p:sldId xmlns:r="http://schemas.openxmlformats.org/officeDocument/2006/relationships" id="331" r:id="Rb34b69f41e134b3c"/>
    <p:sldId xmlns:r="http://schemas.openxmlformats.org/officeDocument/2006/relationships" id="332" r:id="Rb666d80beb484cca"/>
    <p:sldId xmlns:r="http://schemas.openxmlformats.org/officeDocument/2006/relationships" id="333" r:id="Rd7e613997600498a"/>
    <p:sldId xmlns:r="http://schemas.openxmlformats.org/officeDocument/2006/relationships" id="334" r:id="R29f4324c83704e6c"/>
    <p:sldId xmlns:r="http://schemas.openxmlformats.org/officeDocument/2006/relationships" id="335" r:id="Rf49ea4b2918d4621"/>
    <p:sldId xmlns:r="http://schemas.openxmlformats.org/officeDocument/2006/relationships" id="336" r:id="R7190e795046b4d74"/>
    <p:sldId xmlns:r="http://schemas.openxmlformats.org/officeDocument/2006/relationships" id="337" r:id="R52ddb569710c47e7"/>
    <p:sldId xmlns:r="http://schemas.openxmlformats.org/officeDocument/2006/relationships" id="338" r:id="R26e6be147a164b88"/>
    <p:sldId xmlns:r="http://schemas.openxmlformats.org/officeDocument/2006/relationships" id="339" r:id="Rb0316cd3abe44b2c"/>
    <p:sldId xmlns:r="http://schemas.openxmlformats.org/officeDocument/2006/relationships" id="340" r:id="R90f9c39443ef4425"/>
    <p:sldId xmlns:r="http://schemas.openxmlformats.org/officeDocument/2006/relationships" id="341" r:id="R6e38414ed1964218"/>
    <p:sldId xmlns:r="http://schemas.openxmlformats.org/officeDocument/2006/relationships" id="342" r:id="R9346e67d8ca44070"/>
    <p:sldId xmlns:r="http://schemas.openxmlformats.org/officeDocument/2006/relationships" id="343" r:id="R643ef96bafac433f"/>
    <p:sldId xmlns:r="http://schemas.openxmlformats.org/officeDocument/2006/relationships" id="344" r:id="Rbe9b91b7112c4e13"/>
    <p:sldId xmlns:r="http://schemas.openxmlformats.org/officeDocument/2006/relationships" id="345" r:id="Rd6c9da977b834b8e"/>
    <p:sldId xmlns:r="http://schemas.openxmlformats.org/officeDocument/2006/relationships" id="346" r:id="R43d0311559054316"/>
    <p:sldId xmlns:r="http://schemas.openxmlformats.org/officeDocument/2006/relationships" id="347" r:id="R54f454b1d8f44dc2"/>
    <p:sldId xmlns:r="http://schemas.openxmlformats.org/officeDocument/2006/relationships" id="348" r:id="Rc7d5cac4d645484a"/>
    <p:sldId xmlns:r="http://schemas.openxmlformats.org/officeDocument/2006/relationships" id="349" r:id="R1e406b15e5f94b75"/>
    <p:sldId xmlns:r="http://schemas.openxmlformats.org/officeDocument/2006/relationships" id="350" r:id="Rf7db46d54a7344bf"/>
    <p:sldId xmlns:r="http://schemas.openxmlformats.org/officeDocument/2006/relationships" id="351" r:id="Rb75d4d1755af4aec"/>
    <p:sldId xmlns:r="http://schemas.openxmlformats.org/officeDocument/2006/relationships" id="352" r:id="R92b2dc5fda6143f4"/>
    <p:sldId xmlns:r="http://schemas.openxmlformats.org/officeDocument/2006/relationships" id="353" r:id="Re27a1576b4cf4d00"/>
    <p:sldId xmlns:r="http://schemas.openxmlformats.org/officeDocument/2006/relationships" id="354" r:id="Red13b595aa1c438d"/>
    <p:sldId xmlns:r="http://schemas.openxmlformats.org/officeDocument/2006/relationships" id="355" r:id="Re0a08f5e628d44fa"/>
    <p:sldId xmlns:r="http://schemas.openxmlformats.org/officeDocument/2006/relationships" id="356" r:id="Rd28e395479e94675"/>
    <p:sldId xmlns:r="http://schemas.openxmlformats.org/officeDocument/2006/relationships" id="357" r:id="R6934cf5d96714f9b"/>
    <p:sldId xmlns:r="http://schemas.openxmlformats.org/officeDocument/2006/relationships" id="358" r:id="R191bae3a522445f1"/>
    <p:sldId xmlns:r="http://schemas.openxmlformats.org/officeDocument/2006/relationships" id="359" r:id="R5583e2c3b64041b7"/>
    <p:sldId xmlns:r="http://schemas.openxmlformats.org/officeDocument/2006/relationships" id="360" r:id="Rc708842ff0654bdd"/>
    <p:sldId xmlns:r="http://schemas.openxmlformats.org/officeDocument/2006/relationships" id="361" r:id="R2bb312747a1743c7"/>
    <p:sldId xmlns:r="http://schemas.openxmlformats.org/officeDocument/2006/relationships" id="362" r:id="Re36bf3ed0bbe458a"/>
    <p:sldId xmlns:r="http://schemas.openxmlformats.org/officeDocument/2006/relationships" id="363" r:id="Ra258560cf6494a98"/>
    <p:sldId xmlns:r="http://schemas.openxmlformats.org/officeDocument/2006/relationships" id="364" r:id="Rd6132e738fc04866"/>
    <p:sldId xmlns:r="http://schemas.openxmlformats.org/officeDocument/2006/relationships" id="365" r:id="Rf3fae6b120394d60"/>
    <p:sldId xmlns:r="http://schemas.openxmlformats.org/officeDocument/2006/relationships" id="366" r:id="Rfd5c7f9c84804d5d"/>
    <p:sldId xmlns:r="http://schemas.openxmlformats.org/officeDocument/2006/relationships" id="367" r:id="Ra0646bb2d8db4d20"/>
    <p:sldId xmlns:r="http://schemas.openxmlformats.org/officeDocument/2006/relationships" id="368" r:id="R309697db09aa4af1"/>
    <p:sldId xmlns:r="http://schemas.openxmlformats.org/officeDocument/2006/relationships" id="369" r:id="R86abc6cd5d884ca9"/>
    <p:sldId xmlns:r="http://schemas.openxmlformats.org/officeDocument/2006/relationships" id="370" r:id="Rbeab0f95093e440d"/>
    <p:sldId xmlns:r="http://schemas.openxmlformats.org/officeDocument/2006/relationships" id="371" r:id="R4bafd39e2eb34225"/>
    <p:sldId xmlns:r="http://schemas.openxmlformats.org/officeDocument/2006/relationships" id="372" r:id="R8e771524c22b4509"/>
    <p:sldId xmlns:r="http://schemas.openxmlformats.org/officeDocument/2006/relationships" id="373" r:id="Rf9e7c8f5d7f549e1"/>
    <p:sldId xmlns:r="http://schemas.openxmlformats.org/officeDocument/2006/relationships" id="374" r:id="R3622dec83aa84f59"/>
    <p:sldId xmlns:r="http://schemas.openxmlformats.org/officeDocument/2006/relationships" id="375" r:id="R99899aeba4c043f5"/>
    <p:sldId xmlns:r="http://schemas.openxmlformats.org/officeDocument/2006/relationships" id="376" r:id="R0f74b06cdda74a12"/>
    <p:sldId xmlns:r="http://schemas.openxmlformats.org/officeDocument/2006/relationships" id="377" r:id="Rd62c97c8377e49ca"/>
    <p:sldId xmlns:r="http://schemas.openxmlformats.org/officeDocument/2006/relationships" id="378" r:id="Rf26e6a0541834d78"/>
    <p:sldId xmlns:r="http://schemas.openxmlformats.org/officeDocument/2006/relationships" id="379" r:id="Rd47f1cab71ab45ec"/>
    <p:sldId xmlns:r="http://schemas.openxmlformats.org/officeDocument/2006/relationships" id="380" r:id="Rc35ab6c749d74c25"/>
    <p:sldId xmlns:r="http://schemas.openxmlformats.org/officeDocument/2006/relationships" id="381" r:id="R3beb11945ea54976"/>
    <p:sldId xmlns:r="http://schemas.openxmlformats.org/officeDocument/2006/relationships" id="382" r:id="R679fcd9a9f4d4acd"/>
    <p:sldId xmlns:r="http://schemas.openxmlformats.org/officeDocument/2006/relationships" id="383" r:id="Ra6691b6246134a30"/>
    <p:sldId xmlns:r="http://schemas.openxmlformats.org/officeDocument/2006/relationships" id="384" r:id="R04d8f59583254b1d"/>
    <p:sldId xmlns:r="http://schemas.openxmlformats.org/officeDocument/2006/relationships" id="385" r:id="R94d5f914260e40f9"/>
    <p:sldId xmlns:r="http://schemas.openxmlformats.org/officeDocument/2006/relationships" id="386" r:id="Rd2ec23f8eebc4702"/>
    <p:sldId xmlns:r="http://schemas.openxmlformats.org/officeDocument/2006/relationships" id="387" r:id="Rbc30604ee6124692"/>
    <p:sldId xmlns:r="http://schemas.openxmlformats.org/officeDocument/2006/relationships" id="388" r:id="R557684db53cb4f99"/>
    <p:sldId xmlns:r="http://schemas.openxmlformats.org/officeDocument/2006/relationships" id="389" r:id="Rd103aa602529415b"/>
    <p:sldId xmlns:r="http://schemas.openxmlformats.org/officeDocument/2006/relationships" id="390" r:id="R4750f4a0a3e64782"/>
    <p:sldId xmlns:r="http://schemas.openxmlformats.org/officeDocument/2006/relationships" id="391" r:id="R775daa912b4a433d"/>
    <p:sldId xmlns:r="http://schemas.openxmlformats.org/officeDocument/2006/relationships" id="392" r:id="R29240bd42cc94154"/>
    <p:sldId xmlns:r="http://schemas.openxmlformats.org/officeDocument/2006/relationships" id="393" r:id="R6931ab8e891449a8"/>
    <p:sldId xmlns:r="http://schemas.openxmlformats.org/officeDocument/2006/relationships" id="394" r:id="R0a58a286065840b3"/>
    <p:sldId xmlns:r="http://schemas.openxmlformats.org/officeDocument/2006/relationships" id="395" r:id="R3373280fd7464830"/>
    <p:sldId xmlns:r="http://schemas.openxmlformats.org/officeDocument/2006/relationships" id="396" r:id="Rd540506dda5044fd"/>
    <p:sldId xmlns:r="http://schemas.openxmlformats.org/officeDocument/2006/relationships" id="397" r:id="R6929a7259db64bd2"/>
    <p:sldId xmlns:r="http://schemas.openxmlformats.org/officeDocument/2006/relationships" id="398" r:id="R73bb3c89788e4fbf"/>
    <p:sldId xmlns:r="http://schemas.openxmlformats.org/officeDocument/2006/relationships" id="399" r:id="R78723d61e474404b"/>
    <p:sldId xmlns:r="http://schemas.openxmlformats.org/officeDocument/2006/relationships" id="400" r:id="Rf1b575036c3d4c13"/>
    <p:sldId xmlns:r="http://schemas.openxmlformats.org/officeDocument/2006/relationships" id="401" r:id="Ra94c20f556d14e35"/>
    <p:sldId xmlns:r="http://schemas.openxmlformats.org/officeDocument/2006/relationships" id="402" r:id="R1cec4963e4e547f2"/>
    <p:sldId xmlns:r="http://schemas.openxmlformats.org/officeDocument/2006/relationships" id="403" r:id="R80ca829138a44b20"/>
    <p:sldId xmlns:r="http://schemas.openxmlformats.org/officeDocument/2006/relationships" id="404" r:id="R6cc52365c00c4523"/>
    <p:sldId xmlns:r="http://schemas.openxmlformats.org/officeDocument/2006/relationships" id="405" r:id="Rcb37b57ad0b740f0"/>
    <p:sldId xmlns:r="http://schemas.openxmlformats.org/officeDocument/2006/relationships" id="406" r:id="R669a5d12211349e5"/>
    <p:sldId xmlns:r="http://schemas.openxmlformats.org/officeDocument/2006/relationships" id="407" r:id="Rd139bdf968cc4fdc"/>
    <p:sldId xmlns:r="http://schemas.openxmlformats.org/officeDocument/2006/relationships" id="408" r:id="Rc44ed8f0b2a94ecf"/>
    <p:sldId xmlns:r="http://schemas.openxmlformats.org/officeDocument/2006/relationships" id="409" r:id="Rf21eb875dc2b41ef"/>
    <p:sldId xmlns:r="http://schemas.openxmlformats.org/officeDocument/2006/relationships" id="410" r:id="R6fb0ffe5f9194d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c57194361345aa" /><Relationship Type="http://schemas.openxmlformats.org/officeDocument/2006/relationships/slideMaster" Target="/ppt/slideMasters/slideMaster1.xml" Id="Re4b267ae8721495a" /><Relationship Type="http://schemas.openxmlformats.org/officeDocument/2006/relationships/notesMaster" Target="/ppt/notesMasters/notesMaster1.xml" Id="R7a10dcb513c94e33" /><Relationship Type="http://schemas.openxmlformats.org/officeDocument/2006/relationships/presProps" Target="/ppt/presProps.xml" Id="R1accd45ce58f4d4b" /><Relationship Type="http://schemas.openxmlformats.org/officeDocument/2006/relationships/tableStyles" Target="/ppt/tableStyles.xml" Id="R0d563b20eb9b49de" /><Relationship Type="http://schemas.openxmlformats.org/officeDocument/2006/relationships/slide" Target="/ppt/slides/slide1.xml" Id="Rfeb4478c822440df" /><Relationship Type="http://schemas.openxmlformats.org/officeDocument/2006/relationships/slide" Target="/ppt/slides/slide2.xml" Id="Rd9428e464ced4648" /><Relationship Type="http://schemas.openxmlformats.org/officeDocument/2006/relationships/slide" Target="/ppt/slides/slide3.xml" Id="R298d00191a3048c1" /><Relationship Type="http://schemas.openxmlformats.org/officeDocument/2006/relationships/slide" Target="/ppt/slides/slide4.xml" Id="R0e892e9277764a0c" /><Relationship Type="http://schemas.openxmlformats.org/officeDocument/2006/relationships/slide" Target="/ppt/slides/slide5.xml" Id="R104bca6e616e4dec" /><Relationship Type="http://schemas.openxmlformats.org/officeDocument/2006/relationships/slide" Target="/ppt/slides/slide6.xml" Id="R1f970d67bdb14ef5" /><Relationship Type="http://schemas.openxmlformats.org/officeDocument/2006/relationships/slide" Target="/ppt/slides/slide7.xml" Id="R905c1e767ea745a7" /><Relationship Type="http://schemas.openxmlformats.org/officeDocument/2006/relationships/slide" Target="/ppt/slides/slide8.xml" Id="R12a1e113c8fb4233" /><Relationship Type="http://schemas.openxmlformats.org/officeDocument/2006/relationships/slide" Target="/ppt/slides/slide9.xml" Id="Rb043cc3f0b0844e8" /><Relationship Type="http://schemas.openxmlformats.org/officeDocument/2006/relationships/slide" Target="/ppt/slides/slide10.xml" Id="R82f775eb13154aac" /><Relationship Type="http://schemas.openxmlformats.org/officeDocument/2006/relationships/slide" Target="/ppt/slides/slide11.xml" Id="R4be9c68a7fc7410a" /><Relationship Type="http://schemas.openxmlformats.org/officeDocument/2006/relationships/slide" Target="/ppt/slides/slide12.xml" Id="R206483abc56b4989" /><Relationship Type="http://schemas.openxmlformats.org/officeDocument/2006/relationships/slide" Target="/ppt/slides/slide13.xml" Id="R90847b41d0f949dd" /><Relationship Type="http://schemas.openxmlformats.org/officeDocument/2006/relationships/slide" Target="/ppt/slides/slide14.xml" Id="R1ab73e5149fa49af" /><Relationship Type="http://schemas.openxmlformats.org/officeDocument/2006/relationships/slide" Target="/ppt/slides/slide15.xml" Id="R191db898964f4aee" /><Relationship Type="http://schemas.openxmlformats.org/officeDocument/2006/relationships/slide" Target="/ppt/slides/slide16.xml" Id="Recaf5509b7d74092" /><Relationship Type="http://schemas.openxmlformats.org/officeDocument/2006/relationships/slide" Target="/ppt/slides/slide17.xml" Id="R3eb222db8e404ee6" /><Relationship Type="http://schemas.openxmlformats.org/officeDocument/2006/relationships/slide" Target="/ppt/slides/slide18.xml" Id="Rfaf8e94de87b49c7" /><Relationship Type="http://schemas.openxmlformats.org/officeDocument/2006/relationships/slide" Target="/ppt/slides/slide19.xml" Id="Rcd4bdfd7e9b24c0a" /><Relationship Type="http://schemas.openxmlformats.org/officeDocument/2006/relationships/slide" Target="/ppt/slides/slide20.xml" Id="R82020099ca6743db" /><Relationship Type="http://schemas.openxmlformats.org/officeDocument/2006/relationships/slide" Target="/ppt/slides/slide21.xml" Id="R2f1413dc90314aad" /><Relationship Type="http://schemas.openxmlformats.org/officeDocument/2006/relationships/slide" Target="/ppt/slides/slide22.xml" Id="Rc15e45d1b62b4f7c" /><Relationship Type="http://schemas.openxmlformats.org/officeDocument/2006/relationships/slide" Target="/ppt/slides/slide23.xml" Id="Rc7c6415368fa49d4" /><Relationship Type="http://schemas.openxmlformats.org/officeDocument/2006/relationships/slide" Target="/ppt/slides/slide24.xml" Id="R604f60df81b14058" /><Relationship Type="http://schemas.openxmlformats.org/officeDocument/2006/relationships/slide" Target="/ppt/slides/slide25.xml" Id="R7ddfbbab3b664759" /><Relationship Type="http://schemas.openxmlformats.org/officeDocument/2006/relationships/slide" Target="/ppt/slides/slide26.xml" Id="R07f1af8cfb2541ca" /><Relationship Type="http://schemas.openxmlformats.org/officeDocument/2006/relationships/slide" Target="/ppt/slides/slide27.xml" Id="R6fd67402a2b64dd4" /><Relationship Type="http://schemas.openxmlformats.org/officeDocument/2006/relationships/slide" Target="/ppt/slides/slide28.xml" Id="Re7a18f6651ae43ec" /><Relationship Type="http://schemas.openxmlformats.org/officeDocument/2006/relationships/slide" Target="/ppt/slides/slide29.xml" Id="R406c953160ac4ed2" /><Relationship Type="http://schemas.openxmlformats.org/officeDocument/2006/relationships/slide" Target="/ppt/slides/slide30.xml" Id="Rfb16673bd4834eb7" /><Relationship Type="http://schemas.openxmlformats.org/officeDocument/2006/relationships/slide" Target="/ppt/slides/slide31.xml" Id="R54ec936754644284" /><Relationship Type="http://schemas.openxmlformats.org/officeDocument/2006/relationships/slide" Target="/ppt/slides/slide32.xml" Id="R21ea96c0d6fa46a1" /><Relationship Type="http://schemas.openxmlformats.org/officeDocument/2006/relationships/slide" Target="/ppt/slides/slide33.xml" Id="R9fd47d7df0064dce" /><Relationship Type="http://schemas.openxmlformats.org/officeDocument/2006/relationships/slide" Target="/ppt/slides/slide34.xml" Id="R8596f70b9ac14f77" /><Relationship Type="http://schemas.openxmlformats.org/officeDocument/2006/relationships/slide" Target="/ppt/slides/slide35.xml" Id="R7fc8c7b65e584461" /><Relationship Type="http://schemas.openxmlformats.org/officeDocument/2006/relationships/slide" Target="/ppt/slides/slide36.xml" Id="R72c5e5b921bd401b" /><Relationship Type="http://schemas.openxmlformats.org/officeDocument/2006/relationships/slide" Target="/ppt/slides/slide37.xml" Id="R0dff3ac5ebad465e" /><Relationship Type="http://schemas.openxmlformats.org/officeDocument/2006/relationships/slide" Target="/ppt/slides/slide38.xml" Id="R0f1322daed3c412f" /><Relationship Type="http://schemas.openxmlformats.org/officeDocument/2006/relationships/slide" Target="/ppt/slides/slide39.xml" Id="R9a9720260c6c4fd3" /><Relationship Type="http://schemas.openxmlformats.org/officeDocument/2006/relationships/slide" Target="/ppt/slides/slide40.xml" Id="Rabf62bd8a8734a18" /><Relationship Type="http://schemas.openxmlformats.org/officeDocument/2006/relationships/slide" Target="/ppt/slides/slide41.xml" Id="Rca8dd2b450c84695" /><Relationship Type="http://schemas.openxmlformats.org/officeDocument/2006/relationships/slide" Target="/ppt/slides/slide42.xml" Id="Rdcbe30a474994c02" /><Relationship Type="http://schemas.openxmlformats.org/officeDocument/2006/relationships/slide" Target="/ppt/slides/slide43.xml" Id="R0e51cfa086b44588" /><Relationship Type="http://schemas.openxmlformats.org/officeDocument/2006/relationships/slide" Target="/ppt/slides/slide44.xml" Id="Rdccb196f31c441cd" /><Relationship Type="http://schemas.openxmlformats.org/officeDocument/2006/relationships/slide" Target="/ppt/slides/slide45.xml" Id="Rf41859310473485c" /><Relationship Type="http://schemas.openxmlformats.org/officeDocument/2006/relationships/slide" Target="/ppt/slides/slide46.xml" Id="R54896e85aa8548bc" /><Relationship Type="http://schemas.openxmlformats.org/officeDocument/2006/relationships/slide" Target="/ppt/slides/slide47.xml" Id="R997682d73f1249a7" /><Relationship Type="http://schemas.openxmlformats.org/officeDocument/2006/relationships/slide" Target="/ppt/slides/slide48.xml" Id="R1d6e620d1a974ca6" /><Relationship Type="http://schemas.openxmlformats.org/officeDocument/2006/relationships/slide" Target="/ppt/slides/slide49.xml" Id="R83e36f0354df4184" /><Relationship Type="http://schemas.openxmlformats.org/officeDocument/2006/relationships/slide" Target="/ppt/slides/slide50.xml" Id="Rc8cd43f8e66b4baf" /><Relationship Type="http://schemas.openxmlformats.org/officeDocument/2006/relationships/slide" Target="/ppt/slides/slide51.xml" Id="R706cb6bb904c4d54" /><Relationship Type="http://schemas.openxmlformats.org/officeDocument/2006/relationships/slide" Target="/ppt/slides/slide52.xml" Id="R8f4e01c9579f48bb" /><Relationship Type="http://schemas.openxmlformats.org/officeDocument/2006/relationships/slide" Target="/ppt/slides/slide53.xml" Id="Rdd6d4542f0ca4ab1" /><Relationship Type="http://schemas.openxmlformats.org/officeDocument/2006/relationships/slide" Target="/ppt/slides/slide54.xml" Id="Rd17892d25d7b46e6" /><Relationship Type="http://schemas.openxmlformats.org/officeDocument/2006/relationships/slide" Target="/ppt/slides/slide55.xml" Id="Rb2b958c54eb442da" /><Relationship Type="http://schemas.openxmlformats.org/officeDocument/2006/relationships/slide" Target="/ppt/slides/slide56.xml" Id="Rd13461ef6e5a4776" /><Relationship Type="http://schemas.openxmlformats.org/officeDocument/2006/relationships/slide" Target="/ppt/slides/slide57.xml" Id="R817e1c21dd2740d1" /><Relationship Type="http://schemas.openxmlformats.org/officeDocument/2006/relationships/slide" Target="/ppt/slides/slide58.xml" Id="R4a44efb6d6ca4bcf" /><Relationship Type="http://schemas.openxmlformats.org/officeDocument/2006/relationships/slide" Target="/ppt/slides/slide59.xml" Id="Rebf649290e5f41a7" /><Relationship Type="http://schemas.openxmlformats.org/officeDocument/2006/relationships/slide" Target="/ppt/slides/slide60.xml" Id="Ra554c91d14284cd4" /><Relationship Type="http://schemas.openxmlformats.org/officeDocument/2006/relationships/slide" Target="/ppt/slides/slide61.xml" Id="R3b98e34401b64693" /><Relationship Type="http://schemas.openxmlformats.org/officeDocument/2006/relationships/slide" Target="/ppt/slides/slide62.xml" Id="R940b20141e764414" /><Relationship Type="http://schemas.openxmlformats.org/officeDocument/2006/relationships/slide" Target="/ppt/slides/slide63.xml" Id="R2d59c5a9c83d4d2f" /><Relationship Type="http://schemas.openxmlformats.org/officeDocument/2006/relationships/slide" Target="/ppt/slides/slide64.xml" Id="R65d47fe26990462e" /><Relationship Type="http://schemas.openxmlformats.org/officeDocument/2006/relationships/slide" Target="/ppt/slides/slide65.xml" Id="Raae4922c05fd4218" /><Relationship Type="http://schemas.openxmlformats.org/officeDocument/2006/relationships/slide" Target="/ppt/slides/slide66.xml" Id="R31b2006f5b0e47f3" /><Relationship Type="http://schemas.openxmlformats.org/officeDocument/2006/relationships/slide" Target="/ppt/slides/slide67.xml" Id="R2b7ab682e175404a" /><Relationship Type="http://schemas.openxmlformats.org/officeDocument/2006/relationships/slide" Target="/ppt/slides/slide68.xml" Id="R4607899ae0fb453e" /><Relationship Type="http://schemas.openxmlformats.org/officeDocument/2006/relationships/slide" Target="/ppt/slides/slide69.xml" Id="R60abd1891a734c9d" /><Relationship Type="http://schemas.openxmlformats.org/officeDocument/2006/relationships/slide" Target="/ppt/slides/slide70.xml" Id="Reb9952d59b1c4848" /><Relationship Type="http://schemas.openxmlformats.org/officeDocument/2006/relationships/slide" Target="/ppt/slides/slide71.xml" Id="R4adef640fd01464d" /><Relationship Type="http://schemas.openxmlformats.org/officeDocument/2006/relationships/slide" Target="/ppt/slides/slide72.xml" Id="R186210b340b64599" /><Relationship Type="http://schemas.openxmlformats.org/officeDocument/2006/relationships/slide" Target="/ppt/slides/slide73.xml" Id="R9957ba101b954906" /><Relationship Type="http://schemas.openxmlformats.org/officeDocument/2006/relationships/slide" Target="/ppt/slides/slide74.xml" Id="R5f917615a3a64765" /><Relationship Type="http://schemas.openxmlformats.org/officeDocument/2006/relationships/slide" Target="/ppt/slides/slide75.xml" Id="R80a595f766aa4f66" /><Relationship Type="http://schemas.openxmlformats.org/officeDocument/2006/relationships/slide" Target="/ppt/slides/slide76.xml" Id="Rb34b69f41e134b3c" /><Relationship Type="http://schemas.openxmlformats.org/officeDocument/2006/relationships/slide" Target="/ppt/slides/slide77.xml" Id="Rb666d80beb484cca" /><Relationship Type="http://schemas.openxmlformats.org/officeDocument/2006/relationships/slide" Target="/ppt/slides/slide78.xml" Id="Rd7e613997600498a" /><Relationship Type="http://schemas.openxmlformats.org/officeDocument/2006/relationships/slide" Target="/ppt/slides/slide79.xml" Id="R29f4324c83704e6c" /><Relationship Type="http://schemas.openxmlformats.org/officeDocument/2006/relationships/slide" Target="/ppt/slides/slide80.xml" Id="Rf49ea4b2918d4621" /><Relationship Type="http://schemas.openxmlformats.org/officeDocument/2006/relationships/slide" Target="/ppt/slides/slide81.xml" Id="R7190e795046b4d74" /><Relationship Type="http://schemas.openxmlformats.org/officeDocument/2006/relationships/slide" Target="/ppt/slides/slide82.xml" Id="R52ddb569710c47e7" /><Relationship Type="http://schemas.openxmlformats.org/officeDocument/2006/relationships/slide" Target="/ppt/slides/slide83.xml" Id="R26e6be147a164b88" /><Relationship Type="http://schemas.openxmlformats.org/officeDocument/2006/relationships/slide" Target="/ppt/slides/slide84.xml" Id="Rb0316cd3abe44b2c" /><Relationship Type="http://schemas.openxmlformats.org/officeDocument/2006/relationships/slide" Target="/ppt/slides/slide85.xml" Id="R90f9c39443ef4425" /><Relationship Type="http://schemas.openxmlformats.org/officeDocument/2006/relationships/slide" Target="/ppt/slides/slide86.xml" Id="R6e38414ed1964218" /><Relationship Type="http://schemas.openxmlformats.org/officeDocument/2006/relationships/slide" Target="/ppt/slides/slide87.xml" Id="R9346e67d8ca44070" /><Relationship Type="http://schemas.openxmlformats.org/officeDocument/2006/relationships/slide" Target="/ppt/slides/slide88.xml" Id="R643ef96bafac433f" /><Relationship Type="http://schemas.openxmlformats.org/officeDocument/2006/relationships/slide" Target="/ppt/slides/slide89.xml" Id="Rbe9b91b7112c4e13" /><Relationship Type="http://schemas.openxmlformats.org/officeDocument/2006/relationships/slide" Target="/ppt/slides/slide90.xml" Id="Rd6c9da977b834b8e" /><Relationship Type="http://schemas.openxmlformats.org/officeDocument/2006/relationships/slide" Target="/ppt/slides/slide91.xml" Id="R43d0311559054316" /><Relationship Type="http://schemas.openxmlformats.org/officeDocument/2006/relationships/slide" Target="/ppt/slides/slide92.xml" Id="R54f454b1d8f44dc2" /><Relationship Type="http://schemas.openxmlformats.org/officeDocument/2006/relationships/slide" Target="/ppt/slides/slide93.xml" Id="Rc7d5cac4d645484a" /><Relationship Type="http://schemas.openxmlformats.org/officeDocument/2006/relationships/slide" Target="/ppt/slides/slide94.xml" Id="R1e406b15e5f94b75" /><Relationship Type="http://schemas.openxmlformats.org/officeDocument/2006/relationships/slide" Target="/ppt/slides/slide95.xml" Id="Rf7db46d54a7344bf" /><Relationship Type="http://schemas.openxmlformats.org/officeDocument/2006/relationships/slide" Target="/ppt/slides/slide96.xml" Id="Rb75d4d1755af4aec" /><Relationship Type="http://schemas.openxmlformats.org/officeDocument/2006/relationships/slide" Target="/ppt/slides/slide97.xml" Id="R92b2dc5fda6143f4" /><Relationship Type="http://schemas.openxmlformats.org/officeDocument/2006/relationships/slide" Target="/ppt/slides/slide98.xml" Id="Re27a1576b4cf4d00" /><Relationship Type="http://schemas.openxmlformats.org/officeDocument/2006/relationships/slide" Target="/ppt/slides/slide99.xml" Id="Red13b595aa1c438d" /><Relationship Type="http://schemas.openxmlformats.org/officeDocument/2006/relationships/slide" Target="/ppt/slides/slide100.xml" Id="Re0a08f5e628d44fa" /><Relationship Type="http://schemas.openxmlformats.org/officeDocument/2006/relationships/slide" Target="/ppt/slides/slide101.xml" Id="Rd28e395479e94675" /><Relationship Type="http://schemas.openxmlformats.org/officeDocument/2006/relationships/slide" Target="/ppt/slides/slide102.xml" Id="R6934cf5d96714f9b" /><Relationship Type="http://schemas.openxmlformats.org/officeDocument/2006/relationships/slide" Target="/ppt/slides/slide103.xml" Id="R191bae3a522445f1" /><Relationship Type="http://schemas.openxmlformats.org/officeDocument/2006/relationships/slide" Target="/ppt/slides/slide104.xml" Id="R5583e2c3b64041b7" /><Relationship Type="http://schemas.openxmlformats.org/officeDocument/2006/relationships/slide" Target="/ppt/slides/slide105.xml" Id="Rc708842ff0654bdd" /><Relationship Type="http://schemas.openxmlformats.org/officeDocument/2006/relationships/slide" Target="/ppt/slides/slide106.xml" Id="R2bb312747a1743c7" /><Relationship Type="http://schemas.openxmlformats.org/officeDocument/2006/relationships/slide" Target="/ppt/slides/slide107.xml" Id="Re36bf3ed0bbe458a" /><Relationship Type="http://schemas.openxmlformats.org/officeDocument/2006/relationships/slide" Target="/ppt/slides/slide108.xml" Id="Ra258560cf6494a98" /><Relationship Type="http://schemas.openxmlformats.org/officeDocument/2006/relationships/slide" Target="/ppt/slides/slide109.xml" Id="Rd6132e738fc04866" /><Relationship Type="http://schemas.openxmlformats.org/officeDocument/2006/relationships/slide" Target="/ppt/slides/slide110.xml" Id="Rf3fae6b120394d60" /><Relationship Type="http://schemas.openxmlformats.org/officeDocument/2006/relationships/slide" Target="/ppt/slides/slide111.xml" Id="Rfd5c7f9c84804d5d" /><Relationship Type="http://schemas.openxmlformats.org/officeDocument/2006/relationships/slide" Target="/ppt/slides/slide112.xml" Id="Ra0646bb2d8db4d20" /><Relationship Type="http://schemas.openxmlformats.org/officeDocument/2006/relationships/slide" Target="/ppt/slides/slide113.xml" Id="R309697db09aa4af1" /><Relationship Type="http://schemas.openxmlformats.org/officeDocument/2006/relationships/slide" Target="/ppt/slides/slide114.xml" Id="R86abc6cd5d884ca9" /><Relationship Type="http://schemas.openxmlformats.org/officeDocument/2006/relationships/slide" Target="/ppt/slides/slide115.xml" Id="Rbeab0f95093e440d" /><Relationship Type="http://schemas.openxmlformats.org/officeDocument/2006/relationships/slide" Target="/ppt/slides/slide116.xml" Id="R4bafd39e2eb34225" /><Relationship Type="http://schemas.openxmlformats.org/officeDocument/2006/relationships/slide" Target="/ppt/slides/slide117.xml" Id="R8e771524c22b4509" /><Relationship Type="http://schemas.openxmlformats.org/officeDocument/2006/relationships/slide" Target="/ppt/slides/slide118.xml" Id="Rf9e7c8f5d7f549e1" /><Relationship Type="http://schemas.openxmlformats.org/officeDocument/2006/relationships/slide" Target="/ppt/slides/slide119.xml" Id="R3622dec83aa84f59" /><Relationship Type="http://schemas.openxmlformats.org/officeDocument/2006/relationships/slide" Target="/ppt/slides/slide120.xml" Id="R99899aeba4c043f5" /><Relationship Type="http://schemas.openxmlformats.org/officeDocument/2006/relationships/slide" Target="/ppt/slides/slide121.xml" Id="R0f74b06cdda74a12" /><Relationship Type="http://schemas.openxmlformats.org/officeDocument/2006/relationships/slide" Target="/ppt/slides/slide122.xml" Id="Rd62c97c8377e49ca" /><Relationship Type="http://schemas.openxmlformats.org/officeDocument/2006/relationships/slide" Target="/ppt/slides/slide123.xml" Id="Rf26e6a0541834d78" /><Relationship Type="http://schemas.openxmlformats.org/officeDocument/2006/relationships/slide" Target="/ppt/slides/slide124.xml" Id="Rd47f1cab71ab45ec" /><Relationship Type="http://schemas.openxmlformats.org/officeDocument/2006/relationships/slide" Target="/ppt/slides/slide125.xml" Id="Rc35ab6c749d74c25" /><Relationship Type="http://schemas.openxmlformats.org/officeDocument/2006/relationships/slide" Target="/ppt/slides/slide126.xml" Id="R3beb11945ea54976" /><Relationship Type="http://schemas.openxmlformats.org/officeDocument/2006/relationships/slide" Target="/ppt/slides/slide127.xml" Id="R679fcd9a9f4d4acd" /><Relationship Type="http://schemas.openxmlformats.org/officeDocument/2006/relationships/slide" Target="/ppt/slides/slide128.xml" Id="Ra6691b6246134a30" /><Relationship Type="http://schemas.openxmlformats.org/officeDocument/2006/relationships/slide" Target="/ppt/slides/slide129.xml" Id="R04d8f59583254b1d" /><Relationship Type="http://schemas.openxmlformats.org/officeDocument/2006/relationships/slide" Target="/ppt/slides/slide130.xml" Id="R94d5f914260e40f9" /><Relationship Type="http://schemas.openxmlformats.org/officeDocument/2006/relationships/slide" Target="/ppt/slides/slide131.xml" Id="Rd2ec23f8eebc4702" /><Relationship Type="http://schemas.openxmlformats.org/officeDocument/2006/relationships/slide" Target="/ppt/slides/slide132.xml" Id="Rbc30604ee6124692" /><Relationship Type="http://schemas.openxmlformats.org/officeDocument/2006/relationships/slide" Target="/ppt/slides/slide133.xml" Id="R557684db53cb4f99" /><Relationship Type="http://schemas.openxmlformats.org/officeDocument/2006/relationships/slide" Target="/ppt/slides/slide134.xml" Id="Rd103aa602529415b" /><Relationship Type="http://schemas.openxmlformats.org/officeDocument/2006/relationships/slide" Target="/ppt/slides/slide135.xml" Id="R4750f4a0a3e64782" /><Relationship Type="http://schemas.openxmlformats.org/officeDocument/2006/relationships/slide" Target="/ppt/slides/slide136.xml" Id="R775daa912b4a433d" /><Relationship Type="http://schemas.openxmlformats.org/officeDocument/2006/relationships/slide" Target="/ppt/slides/slide137.xml" Id="R29240bd42cc94154" /><Relationship Type="http://schemas.openxmlformats.org/officeDocument/2006/relationships/slide" Target="/ppt/slides/slide138.xml" Id="R6931ab8e891449a8" /><Relationship Type="http://schemas.openxmlformats.org/officeDocument/2006/relationships/slide" Target="/ppt/slides/slide139.xml" Id="R0a58a286065840b3" /><Relationship Type="http://schemas.openxmlformats.org/officeDocument/2006/relationships/slide" Target="/ppt/slides/slide140.xml" Id="R3373280fd7464830" /><Relationship Type="http://schemas.openxmlformats.org/officeDocument/2006/relationships/slide" Target="/ppt/slides/slide141.xml" Id="Rd540506dda5044fd" /><Relationship Type="http://schemas.openxmlformats.org/officeDocument/2006/relationships/slide" Target="/ppt/slides/slide142.xml" Id="R6929a7259db64bd2" /><Relationship Type="http://schemas.openxmlformats.org/officeDocument/2006/relationships/slide" Target="/ppt/slides/slide143.xml" Id="R73bb3c89788e4fbf" /><Relationship Type="http://schemas.openxmlformats.org/officeDocument/2006/relationships/slide" Target="/ppt/slides/slide144.xml" Id="R78723d61e474404b" /><Relationship Type="http://schemas.openxmlformats.org/officeDocument/2006/relationships/slide" Target="/ppt/slides/slide145.xml" Id="Rf1b575036c3d4c13" /><Relationship Type="http://schemas.openxmlformats.org/officeDocument/2006/relationships/slide" Target="/ppt/slides/slide146.xml" Id="Ra94c20f556d14e35" /><Relationship Type="http://schemas.openxmlformats.org/officeDocument/2006/relationships/slide" Target="/ppt/slides/slide147.xml" Id="R1cec4963e4e547f2" /><Relationship Type="http://schemas.openxmlformats.org/officeDocument/2006/relationships/slide" Target="/ppt/slides/slide148.xml" Id="R80ca829138a44b20" /><Relationship Type="http://schemas.openxmlformats.org/officeDocument/2006/relationships/slide" Target="/ppt/slides/slide149.xml" Id="R6cc52365c00c4523" /><Relationship Type="http://schemas.openxmlformats.org/officeDocument/2006/relationships/slide" Target="/ppt/slides/slide150.xml" Id="Rcb37b57ad0b740f0" /><Relationship Type="http://schemas.openxmlformats.org/officeDocument/2006/relationships/slide" Target="/ppt/slides/slide151.xml" Id="R669a5d12211349e5" /><Relationship Type="http://schemas.openxmlformats.org/officeDocument/2006/relationships/slide" Target="/ppt/slides/slide152.xml" Id="Rd139bdf968cc4fdc" /><Relationship Type="http://schemas.openxmlformats.org/officeDocument/2006/relationships/slide" Target="/ppt/slides/slide153.xml" Id="Rc44ed8f0b2a94ecf" /><Relationship Type="http://schemas.openxmlformats.org/officeDocument/2006/relationships/slide" Target="/ppt/slides/slide154.xml" Id="Rf21eb875dc2b41ef" /><Relationship Type="http://schemas.openxmlformats.org/officeDocument/2006/relationships/slide" Target="/ppt/slides/slide155.xml" Id="R6fb0ffe5f9194d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25a2b9be404e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342fc549f44c98" /><Relationship Type="http://schemas.openxmlformats.org/officeDocument/2006/relationships/notesMaster" Target="/ppt/notesMasters/notesMaster1.xml" Id="Rd5732d3a0ceb45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dad5b1595e4a61" /><Relationship Type="http://schemas.openxmlformats.org/officeDocument/2006/relationships/notesMaster" Target="/ppt/notesMasters/notesMaster1.xml" Id="Rd10f958796b0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75267a8954d54" /><Relationship Type="http://schemas.openxmlformats.org/officeDocument/2006/relationships/notesMaster" Target="/ppt/notesMasters/notesMaster1.xml" Id="R21705c6593de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467cdae3e4df9" /><Relationship Type="http://schemas.openxmlformats.org/officeDocument/2006/relationships/notesMaster" Target="/ppt/notesMasters/notesMaster1.xml" Id="R00bc89c685cd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946013890f4ba8" /><Relationship Type="http://schemas.openxmlformats.org/officeDocument/2006/relationships/notesMaster" Target="/ppt/notesMasters/notesMaster1.xml" Id="R5059a7e4acf54c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9391a7831e4767" /><Relationship Type="http://schemas.openxmlformats.org/officeDocument/2006/relationships/notesMaster" Target="/ppt/notesMasters/notesMaster1.xml" Id="R0a14520a18c540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0d98537b0a4ab4" /><Relationship Type="http://schemas.openxmlformats.org/officeDocument/2006/relationships/notesMaster" Target="/ppt/notesMasters/notesMaster1.xml" Id="R8c0e4503037642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293667c2954ba0" /><Relationship Type="http://schemas.openxmlformats.org/officeDocument/2006/relationships/notesMaster" Target="/ppt/notesMasters/notesMaster1.xml" Id="Rff8e9f6ad0064a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4c7f070124f0e" /><Relationship Type="http://schemas.openxmlformats.org/officeDocument/2006/relationships/notesMaster" Target="/ppt/notesMasters/notesMaster1.xml" Id="R0f9c0818341f48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63ff3fa6ba468e" /><Relationship Type="http://schemas.openxmlformats.org/officeDocument/2006/relationships/notesMaster" Target="/ppt/notesMasters/notesMaster1.xml" Id="R315b2e5647924a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f34398f0b74a94" /><Relationship Type="http://schemas.openxmlformats.org/officeDocument/2006/relationships/notesMaster" Target="/ppt/notesMasters/notesMaster1.xml" Id="Rc4eb4f42bba241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6f4ddcc0c64a49" /><Relationship Type="http://schemas.openxmlformats.org/officeDocument/2006/relationships/notesMaster" Target="/ppt/notesMasters/notesMaster1.xml" Id="Rcdecadd8a18e49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25ebc8dd4c4156" /><Relationship Type="http://schemas.openxmlformats.org/officeDocument/2006/relationships/notesMaster" Target="/ppt/notesMasters/notesMaster1.xml" Id="R11caf570e8ec42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5490f094aa4070" /><Relationship Type="http://schemas.openxmlformats.org/officeDocument/2006/relationships/notesMaster" Target="/ppt/notesMasters/notesMaster1.xml" Id="Rd5772820d45a45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952d633adf4ce9" /><Relationship Type="http://schemas.openxmlformats.org/officeDocument/2006/relationships/notesMaster" Target="/ppt/notesMasters/notesMaster1.xml" Id="R31b8b9181c524a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49b730411e4787" /><Relationship Type="http://schemas.openxmlformats.org/officeDocument/2006/relationships/notesMaster" Target="/ppt/notesMasters/notesMaster1.xml" Id="R82cc21156b6c4f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3379a7d99b4d31" /><Relationship Type="http://schemas.openxmlformats.org/officeDocument/2006/relationships/notesMaster" Target="/ppt/notesMasters/notesMaster1.xml" Id="R1fceef59035040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89687253834efd" /><Relationship Type="http://schemas.openxmlformats.org/officeDocument/2006/relationships/notesMaster" Target="/ppt/notesMasters/notesMaster1.xml" Id="R6e12bd5a9d614e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4610332fb54591" /><Relationship Type="http://schemas.openxmlformats.org/officeDocument/2006/relationships/notesMaster" Target="/ppt/notesMasters/notesMaster1.xml" Id="R4a1c63f93aa147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183283b1964745" /><Relationship Type="http://schemas.openxmlformats.org/officeDocument/2006/relationships/notesMaster" Target="/ppt/notesMasters/notesMaster1.xml" Id="R26ee3e86861f42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382e754850400d" /><Relationship Type="http://schemas.openxmlformats.org/officeDocument/2006/relationships/notesMaster" Target="/ppt/notesMasters/notesMaster1.xml" Id="Rabde6f31475b41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0d96cbf3b94d29" /><Relationship Type="http://schemas.openxmlformats.org/officeDocument/2006/relationships/notesMaster" Target="/ppt/notesMasters/notesMaster1.xml" Id="Rf3509fc7b3a84d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9e2993b2a546bb" /><Relationship Type="http://schemas.openxmlformats.org/officeDocument/2006/relationships/notesMaster" Target="/ppt/notesMasters/notesMaster1.xml" Id="Rb9b0d684bf0d43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7faaf7035c4f20" /><Relationship Type="http://schemas.openxmlformats.org/officeDocument/2006/relationships/notesMaster" Target="/ppt/notesMasters/notesMaster1.xml" Id="Rb030694db6464f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5a183576ef44182" /><Relationship Type="http://schemas.openxmlformats.org/officeDocument/2006/relationships/notesMaster" Target="/ppt/notesMasters/notesMaster1.xml" Id="R01fe4b6693254b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be06671e4694504" /><Relationship Type="http://schemas.openxmlformats.org/officeDocument/2006/relationships/notesMaster" Target="/ppt/notesMasters/notesMaster1.xml" Id="R49b99a074abd49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485259741a4685" /><Relationship Type="http://schemas.openxmlformats.org/officeDocument/2006/relationships/notesMaster" Target="/ppt/notesMasters/notesMaster1.xml" Id="Rf8a5f0e96e7a48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662705016c4c31" /><Relationship Type="http://schemas.openxmlformats.org/officeDocument/2006/relationships/notesMaster" Target="/ppt/notesMasters/notesMaster1.xml" Id="Rae645467687e42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560081f3cf4a3f" /><Relationship Type="http://schemas.openxmlformats.org/officeDocument/2006/relationships/notesMaster" Target="/ppt/notesMasters/notesMaster1.xml" Id="Rd87a3a449b8342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1a131a5102473a" /><Relationship Type="http://schemas.openxmlformats.org/officeDocument/2006/relationships/notesMaster" Target="/ppt/notesMasters/notesMaster1.xml" Id="R8e2b5892273949b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7711f5be17a4c55" /><Relationship Type="http://schemas.openxmlformats.org/officeDocument/2006/relationships/notesMaster" Target="/ppt/notesMasters/notesMaster1.xml" Id="R59af962a867e474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2388ff541da4984" /><Relationship Type="http://schemas.openxmlformats.org/officeDocument/2006/relationships/notesMaster" Target="/ppt/notesMasters/notesMaster1.xml" Id="R93ad9b79b23d4d7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15128c8f3f4f3d" /><Relationship Type="http://schemas.openxmlformats.org/officeDocument/2006/relationships/notesMaster" Target="/ppt/notesMasters/notesMaster1.xml" Id="R54d24f713379403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69e8f8ef5a42d1" /><Relationship Type="http://schemas.openxmlformats.org/officeDocument/2006/relationships/notesMaster" Target="/ppt/notesMasters/notesMaster1.xml" Id="R60cc34124cef4a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92e47a2e3744a48" /><Relationship Type="http://schemas.openxmlformats.org/officeDocument/2006/relationships/notesMaster" Target="/ppt/notesMasters/notesMaster1.xml" Id="Rd70612e7d6434c3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15a5cd36274139" /><Relationship Type="http://schemas.openxmlformats.org/officeDocument/2006/relationships/notesMaster" Target="/ppt/notesMasters/notesMaster1.xml" Id="Rdcf24e71de9e492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2cfb3548eeb4232" /><Relationship Type="http://schemas.openxmlformats.org/officeDocument/2006/relationships/notesMaster" Target="/ppt/notesMasters/notesMaster1.xml" Id="R3e579471e3264ef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dd10b59b5b4600" /><Relationship Type="http://schemas.openxmlformats.org/officeDocument/2006/relationships/notesMaster" Target="/ppt/notesMasters/notesMaster1.xml" Id="R4fbc42eced7944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97694f4d0884d0f" /><Relationship Type="http://schemas.openxmlformats.org/officeDocument/2006/relationships/notesMaster" Target="/ppt/notesMasters/notesMaster1.xml" Id="Rcd09673ce97e43d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ac989873d2647ed" /><Relationship Type="http://schemas.openxmlformats.org/officeDocument/2006/relationships/notesMaster" Target="/ppt/notesMasters/notesMaster1.xml" Id="R521a93e44d804d6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1c3606a95b74a96" /><Relationship Type="http://schemas.openxmlformats.org/officeDocument/2006/relationships/notesMaster" Target="/ppt/notesMasters/notesMaster1.xml" Id="Rf02c14e1f4a44cf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e7230d84ac14211" /><Relationship Type="http://schemas.openxmlformats.org/officeDocument/2006/relationships/notesMaster" Target="/ppt/notesMasters/notesMaster1.xml" Id="Ra53d0dabf83f4c4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0e7af615e7494e" /><Relationship Type="http://schemas.openxmlformats.org/officeDocument/2006/relationships/notesMaster" Target="/ppt/notesMasters/notesMaster1.xml" Id="Rf4bf2395c61942d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5268c5562484a94" /><Relationship Type="http://schemas.openxmlformats.org/officeDocument/2006/relationships/notesMaster" Target="/ppt/notesMasters/notesMaster1.xml" Id="Rb966fe016ec6416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e2291f5f79142a3" /><Relationship Type="http://schemas.openxmlformats.org/officeDocument/2006/relationships/notesMaster" Target="/ppt/notesMasters/notesMaster1.xml" Id="Raf0b37ef22f64be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f39774b79354027" /><Relationship Type="http://schemas.openxmlformats.org/officeDocument/2006/relationships/notesMaster" Target="/ppt/notesMasters/notesMaster1.xml" Id="Ra433410e66e245e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5ba7ab4ad624337" /><Relationship Type="http://schemas.openxmlformats.org/officeDocument/2006/relationships/notesMaster" Target="/ppt/notesMasters/notesMaster1.xml" Id="Rfdcb0ae60b9b429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f05de8c64fc4097" /><Relationship Type="http://schemas.openxmlformats.org/officeDocument/2006/relationships/notesMaster" Target="/ppt/notesMasters/notesMaster1.xml" Id="Rd188d98d16d944a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d70b9add552416c" /><Relationship Type="http://schemas.openxmlformats.org/officeDocument/2006/relationships/notesMaster" Target="/ppt/notesMasters/notesMaster1.xml" Id="R197673b60fe0474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88fd26006964dd0" /><Relationship Type="http://schemas.openxmlformats.org/officeDocument/2006/relationships/notesMaster" Target="/ppt/notesMasters/notesMaster1.xml" Id="R11431a21064246f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c766b4c7ce64fac" /><Relationship Type="http://schemas.openxmlformats.org/officeDocument/2006/relationships/notesMaster" Target="/ppt/notesMasters/notesMaster1.xml" Id="R6a2aeb06becd42b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39091fb4d7d49ce" /><Relationship Type="http://schemas.openxmlformats.org/officeDocument/2006/relationships/notesMaster" Target="/ppt/notesMasters/notesMaster1.xml" Id="Rf58b85295e2842f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f3b1bac79e04ad5" /><Relationship Type="http://schemas.openxmlformats.org/officeDocument/2006/relationships/notesMaster" Target="/ppt/notesMasters/notesMaster1.xml" Id="R555bca6815af40d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90f21f7429c4354" /><Relationship Type="http://schemas.openxmlformats.org/officeDocument/2006/relationships/notesMaster" Target="/ppt/notesMasters/notesMaster1.xml" Id="R70aba11d162644d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d63741075784419" /><Relationship Type="http://schemas.openxmlformats.org/officeDocument/2006/relationships/notesMaster" Target="/ppt/notesMasters/notesMaster1.xml" Id="R2c2019b9b72b419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57408ac64014660" /><Relationship Type="http://schemas.openxmlformats.org/officeDocument/2006/relationships/notesMaster" Target="/ppt/notesMasters/notesMaster1.xml" Id="Re0d42bc908d8408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36dabe629424948" /><Relationship Type="http://schemas.openxmlformats.org/officeDocument/2006/relationships/notesMaster" Target="/ppt/notesMasters/notesMaster1.xml" Id="R7b0e91cb21044c8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e447adb03ac434d" /><Relationship Type="http://schemas.openxmlformats.org/officeDocument/2006/relationships/notesMaster" Target="/ppt/notesMasters/notesMaster1.xml" Id="R4b3d1649410a450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1437c368dd04468" /><Relationship Type="http://schemas.openxmlformats.org/officeDocument/2006/relationships/notesMaster" Target="/ppt/notesMasters/notesMaster1.xml" Id="R3c5eebb562a1426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7d25ba89230407b" /><Relationship Type="http://schemas.openxmlformats.org/officeDocument/2006/relationships/notesMaster" Target="/ppt/notesMasters/notesMaster1.xml" Id="R2445cb379922472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c7b1c2db18141f0" /><Relationship Type="http://schemas.openxmlformats.org/officeDocument/2006/relationships/notesMaster" Target="/ppt/notesMasters/notesMaster1.xml" Id="Ref900cd05cc1448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e839337ac214916" /><Relationship Type="http://schemas.openxmlformats.org/officeDocument/2006/relationships/notesMaster" Target="/ppt/notesMasters/notesMaster1.xml" Id="R79718f8da5b04c4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343ad24d9a84ca5" /><Relationship Type="http://schemas.openxmlformats.org/officeDocument/2006/relationships/notesMaster" Target="/ppt/notesMasters/notesMaster1.xml" Id="R6d093b0815e644e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1584b69b1194b38" /><Relationship Type="http://schemas.openxmlformats.org/officeDocument/2006/relationships/notesMaster" Target="/ppt/notesMasters/notesMaster1.xml" Id="R804351959084474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fed8329fbca4228" /><Relationship Type="http://schemas.openxmlformats.org/officeDocument/2006/relationships/notesMaster" Target="/ppt/notesMasters/notesMaster1.xml" Id="Re7333357020344a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baf505e2e8b4a02" /><Relationship Type="http://schemas.openxmlformats.org/officeDocument/2006/relationships/notesMaster" Target="/ppt/notesMasters/notesMaster1.xml" Id="R4d07828382be4ec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d898e40788b487a" /><Relationship Type="http://schemas.openxmlformats.org/officeDocument/2006/relationships/notesMaster" Target="/ppt/notesMasters/notesMaster1.xml" Id="Rf4fd10eedf1f445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97289bcee484670" /><Relationship Type="http://schemas.openxmlformats.org/officeDocument/2006/relationships/notesMaster" Target="/ppt/notesMasters/notesMaster1.xml" Id="R9da814aab7734f9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f573021021d4662" /><Relationship Type="http://schemas.openxmlformats.org/officeDocument/2006/relationships/notesMaster" Target="/ppt/notesMasters/notesMaster1.xml" Id="Rab4599ca900f47ea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86725b2aba74a12" /><Relationship Type="http://schemas.openxmlformats.org/officeDocument/2006/relationships/notesMaster" Target="/ppt/notesMasters/notesMaster1.xml" Id="Rff29f68734d849c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30a0ee0063e4168" /><Relationship Type="http://schemas.openxmlformats.org/officeDocument/2006/relationships/notesMaster" Target="/ppt/notesMasters/notesMaster1.xml" Id="Rf2c8a6e923994ed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cd76c0b2c0048d6" /><Relationship Type="http://schemas.openxmlformats.org/officeDocument/2006/relationships/notesMaster" Target="/ppt/notesMasters/notesMaster1.xml" Id="R2ee8ef55f3a74190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79ac001854949ad" /><Relationship Type="http://schemas.openxmlformats.org/officeDocument/2006/relationships/notesMaster" Target="/ppt/notesMasters/notesMaster1.xml" Id="Rd9b500d59f03480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070049aeb0949f1" /><Relationship Type="http://schemas.openxmlformats.org/officeDocument/2006/relationships/notesMaster" Target="/ppt/notesMasters/notesMaster1.xml" Id="R3f7532e68db946d8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7d71afb98f344f6" /><Relationship Type="http://schemas.openxmlformats.org/officeDocument/2006/relationships/notesMaster" Target="/ppt/notesMasters/notesMaster1.xml" Id="R329a00dbd2a34bc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757a969d2874a9f" /><Relationship Type="http://schemas.openxmlformats.org/officeDocument/2006/relationships/notesMaster" Target="/ppt/notesMasters/notesMaster1.xml" Id="Re27592307b304b8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fc1c161e5bd34b9a" /><Relationship Type="http://schemas.openxmlformats.org/officeDocument/2006/relationships/notesMaster" Target="/ppt/notesMasters/notesMaster1.xml" Id="R617b830c98f54bf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eb16853d0b54b36" /><Relationship Type="http://schemas.openxmlformats.org/officeDocument/2006/relationships/notesMaster" Target="/ppt/notesMasters/notesMaster1.xml" Id="R9ce3845cb9ae47a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896528aea6244d5" /><Relationship Type="http://schemas.openxmlformats.org/officeDocument/2006/relationships/notesMaster" Target="/ppt/notesMasters/notesMaster1.xml" Id="R22b1f3ae02fe4f5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c9cb0fcfcff447f" /><Relationship Type="http://schemas.openxmlformats.org/officeDocument/2006/relationships/notesMaster" Target="/ppt/notesMasters/notesMaster1.xml" Id="R86b90ec27e7641d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1888eca28ea845af" /><Relationship Type="http://schemas.openxmlformats.org/officeDocument/2006/relationships/notesMaster" Target="/ppt/notesMasters/notesMaster1.xml" Id="R559f75feaa51429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370ea087f6ec4ef7" /><Relationship Type="http://schemas.openxmlformats.org/officeDocument/2006/relationships/notesMaster" Target="/ppt/notesMasters/notesMaster1.xml" Id="Ra910706fdc85477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9f82b1ce4db43e9" /><Relationship Type="http://schemas.openxmlformats.org/officeDocument/2006/relationships/notesMaster" Target="/ppt/notesMasters/notesMaster1.xml" Id="R9818c92c4c8d4c2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9ca5d9c89564e36" /><Relationship Type="http://schemas.openxmlformats.org/officeDocument/2006/relationships/notesMaster" Target="/ppt/notesMasters/notesMaster1.xml" Id="R398d3314897e4d8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8e90bb344434995" /><Relationship Type="http://schemas.openxmlformats.org/officeDocument/2006/relationships/notesMaster" Target="/ppt/notesMasters/notesMaster1.xml" Id="R2a89f03bafcd450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bc4cafc27d04384" /><Relationship Type="http://schemas.openxmlformats.org/officeDocument/2006/relationships/notesMaster" Target="/ppt/notesMasters/notesMaster1.xml" Id="R745ecafeb075476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39f1ef0179184bf2" /><Relationship Type="http://schemas.openxmlformats.org/officeDocument/2006/relationships/notesMaster" Target="/ppt/notesMasters/notesMaster1.xml" Id="R8fcf80fb75cb4ba1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c5255302c1e4528" /><Relationship Type="http://schemas.openxmlformats.org/officeDocument/2006/relationships/notesMaster" Target="/ppt/notesMasters/notesMaster1.xml" Id="Ra90fd26b25c2491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9b428051e4d41a6" /><Relationship Type="http://schemas.openxmlformats.org/officeDocument/2006/relationships/notesMaster" Target="/ppt/notesMasters/notesMaster1.xml" Id="R681a289f5a2b45b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3df4fb372bb4e26" /><Relationship Type="http://schemas.openxmlformats.org/officeDocument/2006/relationships/notesMaster" Target="/ppt/notesMasters/notesMaster1.xml" Id="R2076d4492b3e4a0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499d9096774c4fe8" /><Relationship Type="http://schemas.openxmlformats.org/officeDocument/2006/relationships/notesMaster" Target="/ppt/notesMasters/notesMaster1.xml" Id="Rfdc1b7bd5c3b41a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d10a0c3494c6404e" /><Relationship Type="http://schemas.openxmlformats.org/officeDocument/2006/relationships/notesMaster" Target="/ppt/notesMasters/notesMaster1.xml" Id="Rb711a5342be2479e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5ed5e04561a4acd" /><Relationship Type="http://schemas.openxmlformats.org/officeDocument/2006/relationships/notesMaster" Target="/ppt/notesMasters/notesMaster1.xml" Id="R98aae776c6864a63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deb7ef5bb794b3d" /><Relationship Type="http://schemas.openxmlformats.org/officeDocument/2006/relationships/notesMaster" Target="/ppt/notesMasters/notesMaster1.xml" Id="R615bd5e591a04ad1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6225c115f21487d" /><Relationship Type="http://schemas.openxmlformats.org/officeDocument/2006/relationships/notesMaster" Target="/ppt/notesMasters/notesMaster1.xml" Id="R1818cc50fb194506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a30496462d945ea" /><Relationship Type="http://schemas.openxmlformats.org/officeDocument/2006/relationships/notesMaster" Target="/ppt/notesMasters/notesMaster1.xml" Id="R9556e8340fd4488a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438f1fe7edde4275" /><Relationship Type="http://schemas.openxmlformats.org/officeDocument/2006/relationships/notesMaster" Target="/ppt/notesMasters/notesMaster1.xml" Id="Re64e095e9b7f42cc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e07510559e2849a8" /><Relationship Type="http://schemas.openxmlformats.org/officeDocument/2006/relationships/notesMaster" Target="/ppt/notesMasters/notesMaster1.xml" Id="R511a4f5aa2fd4876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78cc6a28e114a9e" /><Relationship Type="http://schemas.openxmlformats.org/officeDocument/2006/relationships/notesMaster" Target="/ppt/notesMasters/notesMaster1.xml" Id="R59132357e40540c0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46cdfd42f7b4fe8" /><Relationship Type="http://schemas.openxmlformats.org/officeDocument/2006/relationships/notesMaster" Target="/ppt/notesMasters/notesMaster1.xml" Id="R3364abb87ef14624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d9419f1da534f60" /><Relationship Type="http://schemas.openxmlformats.org/officeDocument/2006/relationships/notesMaster" Target="/ppt/notesMasters/notesMaster1.xml" Id="Rac7c9fd9130d469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58633aae0fd43c9" /><Relationship Type="http://schemas.openxmlformats.org/officeDocument/2006/relationships/notesMaster" Target="/ppt/notesMasters/notesMaster1.xml" Id="R2f99e37df39a4fa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c18130af1dd64add" /><Relationship Type="http://schemas.openxmlformats.org/officeDocument/2006/relationships/notesMaster" Target="/ppt/notesMasters/notesMaster1.xml" Id="R68e0e2feeeb549cc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9e7940c44f714f71" /><Relationship Type="http://schemas.openxmlformats.org/officeDocument/2006/relationships/notesMaster" Target="/ppt/notesMasters/notesMaster1.xml" Id="R4bf6ea9b52d643cd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ef3ee318fd84665" /><Relationship Type="http://schemas.openxmlformats.org/officeDocument/2006/relationships/notesMaster" Target="/ppt/notesMasters/notesMaster1.xml" Id="R122a5436628c49d6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3cd05f604dc84595" /><Relationship Type="http://schemas.openxmlformats.org/officeDocument/2006/relationships/notesMaster" Target="/ppt/notesMasters/notesMaster1.xml" Id="R7461c733b156421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ee47cd34c9af4280" /><Relationship Type="http://schemas.openxmlformats.org/officeDocument/2006/relationships/notesMaster" Target="/ppt/notesMasters/notesMaster1.xml" Id="Ra500dae4be2a414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c9064af83d3b4236" /><Relationship Type="http://schemas.openxmlformats.org/officeDocument/2006/relationships/notesMaster" Target="/ppt/notesMasters/notesMaster1.xml" Id="R889be3402254409f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1bff9553ccf54856" /><Relationship Type="http://schemas.openxmlformats.org/officeDocument/2006/relationships/notesMaster" Target="/ppt/notesMasters/notesMaster1.xml" Id="R45e7bfab9c7b4f51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f7b232e3d4e74c43" /><Relationship Type="http://schemas.openxmlformats.org/officeDocument/2006/relationships/notesMaster" Target="/ppt/notesMasters/notesMaster1.xml" Id="Rc0570565a9454466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931b7f4b8354ff0" /><Relationship Type="http://schemas.openxmlformats.org/officeDocument/2006/relationships/notesMaster" Target="/ppt/notesMasters/notesMaster1.xml" Id="Rbebdddd1ec1d45e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cfa5a86921e044ea" /><Relationship Type="http://schemas.openxmlformats.org/officeDocument/2006/relationships/notesMaster" Target="/ppt/notesMasters/notesMaster1.xml" Id="R9429231ababf48e7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6c6b645623d4f4a" /><Relationship Type="http://schemas.openxmlformats.org/officeDocument/2006/relationships/notesMaster" Target="/ppt/notesMasters/notesMaster1.xml" Id="R1a3c301a23c1432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e5844cce34f44308" /><Relationship Type="http://schemas.openxmlformats.org/officeDocument/2006/relationships/notesMaster" Target="/ppt/notesMasters/notesMaster1.xml" Id="R4762d8eb8a184a81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856179e4a7f4fe3" /><Relationship Type="http://schemas.openxmlformats.org/officeDocument/2006/relationships/notesMaster" Target="/ppt/notesMasters/notesMaster1.xml" Id="R7d16bf67702f438b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eb0d2c12127494b" /><Relationship Type="http://schemas.openxmlformats.org/officeDocument/2006/relationships/notesMaster" Target="/ppt/notesMasters/notesMaster1.xml" Id="Rdfa841a51f0842f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f8ff4531563a4542" /><Relationship Type="http://schemas.openxmlformats.org/officeDocument/2006/relationships/notesMaster" Target="/ppt/notesMasters/notesMaster1.xml" Id="Ra73a0f7e393a46f3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0b68c47bd45b4b97" /><Relationship Type="http://schemas.openxmlformats.org/officeDocument/2006/relationships/notesMaster" Target="/ppt/notesMasters/notesMaster1.xml" Id="Rfc48fc34938d42a2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7b5054d05d994a5c" /><Relationship Type="http://schemas.openxmlformats.org/officeDocument/2006/relationships/notesMaster" Target="/ppt/notesMasters/notesMaster1.xml" Id="Re7d049c6412e443c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23feb45e0b6d442c" /><Relationship Type="http://schemas.openxmlformats.org/officeDocument/2006/relationships/notesMaster" Target="/ppt/notesMasters/notesMaster1.xml" Id="R446c22046e78401e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28f012a23874f2f" /><Relationship Type="http://schemas.openxmlformats.org/officeDocument/2006/relationships/notesMaster" Target="/ppt/notesMasters/notesMaster1.xml" Id="R10348a41938f4e23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301a6aa0f133417f" /><Relationship Type="http://schemas.openxmlformats.org/officeDocument/2006/relationships/notesMaster" Target="/ppt/notesMasters/notesMaster1.xml" Id="R7fa51b98a41942dc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ffc4c09fe0148d6" /><Relationship Type="http://schemas.openxmlformats.org/officeDocument/2006/relationships/notesMaster" Target="/ppt/notesMasters/notesMaster1.xml" Id="R0a00a2aadc8a4ab1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8e57eedb487046a9" /><Relationship Type="http://schemas.openxmlformats.org/officeDocument/2006/relationships/notesMaster" Target="/ppt/notesMasters/notesMaster1.xml" Id="R93ea2f1bd7d64b6d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9d62ce9d1b940aa" /><Relationship Type="http://schemas.openxmlformats.org/officeDocument/2006/relationships/notesMaster" Target="/ppt/notesMasters/notesMaster1.xml" Id="Rcd1383880bd44770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b24330e9f0c8428e" /><Relationship Type="http://schemas.openxmlformats.org/officeDocument/2006/relationships/notesMaster" Target="/ppt/notesMasters/notesMaster1.xml" Id="Rf875bbbc32524dc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8900efb19abd4ae6" /><Relationship Type="http://schemas.openxmlformats.org/officeDocument/2006/relationships/notesMaster" Target="/ppt/notesMasters/notesMaster1.xml" Id="R10b7537a6898450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c7df04637b2b484a" /><Relationship Type="http://schemas.openxmlformats.org/officeDocument/2006/relationships/notesMaster" Target="/ppt/notesMasters/notesMaster1.xml" Id="R18b216341518410c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33e1728a48bd4e36" /><Relationship Type="http://schemas.openxmlformats.org/officeDocument/2006/relationships/notesMaster" Target="/ppt/notesMasters/notesMaster1.xml" Id="Re374c8dc611c4ac4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2c6d47a6f5e64fad" /><Relationship Type="http://schemas.openxmlformats.org/officeDocument/2006/relationships/notesMaster" Target="/ppt/notesMasters/notesMaster1.xml" Id="R9cdc05a1e40647c6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fd1e570aa55c4bd5" /><Relationship Type="http://schemas.openxmlformats.org/officeDocument/2006/relationships/notesMaster" Target="/ppt/notesMasters/notesMaster1.xml" Id="R4549d3f1bc0747ab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afb5bb8afb974252" /><Relationship Type="http://schemas.openxmlformats.org/officeDocument/2006/relationships/notesMaster" Target="/ppt/notesMasters/notesMaster1.xml" Id="R52c0888c965f456b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ebd0e154e6794ff8" /><Relationship Type="http://schemas.openxmlformats.org/officeDocument/2006/relationships/notesMaster" Target="/ppt/notesMasters/notesMaster1.xml" Id="Rb261921f90294b42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09e1825039ff4dfa" /><Relationship Type="http://schemas.openxmlformats.org/officeDocument/2006/relationships/notesMaster" Target="/ppt/notesMasters/notesMaster1.xml" Id="R0df3650958104c78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bae4a0e24dce4383" /><Relationship Type="http://schemas.openxmlformats.org/officeDocument/2006/relationships/notesMaster" Target="/ppt/notesMasters/notesMaster1.xml" Id="Redcdf9318b094a05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b633cfad875d4938" /><Relationship Type="http://schemas.openxmlformats.org/officeDocument/2006/relationships/notesMaster" Target="/ppt/notesMasters/notesMaster1.xml" Id="R31bec9ac607c4507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b39ff3650db74137" /><Relationship Type="http://schemas.openxmlformats.org/officeDocument/2006/relationships/notesMaster" Target="/ppt/notesMasters/notesMaster1.xml" Id="R94bd3e9c5bb74f5c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8f4c5aef72934480" /><Relationship Type="http://schemas.openxmlformats.org/officeDocument/2006/relationships/notesMaster" Target="/ppt/notesMasters/notesMaster1.xml" Id="Rd4a4d8f441484b60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37d59023736b4854" /><Relationship Type="http://schemas.openxmlformats.org/officeDocument/2006/relationships/notesMaster" Target="/ppt/notesMasters/notesMaster1.xml" Id="R29de2f74efe34a21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cda585a12f44ef8" /><Relationship Type="http://schemas.openxmlformats.org/officeDocument/2006/relationships/notesMaster" Target="/ppt/notesMasters/notesMaster1.xml" Id="R30b15dac2683459e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836e98d57f94cc6" /><Relationship Type="http://schemas.openxmlformats.org/officeDocument/2006/relationships/notesMaster" Target="/ppt/notesMasters/notesMaster1.xml" Id="Rfc15a16b4d1941d9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7d6841acb9f64fc4" /><Relationship Type="http://schemas.openxmlformats.org/officeDocument/2006/relationships/notesMaster" Target="/ppt/notesMasters/notesMaster1.xml" Id="R7070ded322da4663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691bdada9a6f40bf" /><Relationship Type="http://schemas.openxmlformats.org/officeDocument/2006/relationships/notesMaster" Target="/ppt/notesMasters/notesMaster1.xml" Id="Rf06690690e8f4bf5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36fdff40393d4d45" /><Relationship Type="http://schemas.openxmlformats.org/officeDocument/2006/relationships/notesMaster" Target="/ppt/notesMasters/notesMaster1.xml" Id="R825ad0b7a3594a6c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7c8b3213f89d40d8" /><Relationship Type="http://schemas.openxmlformats.org/officeDocument/2006/relationships/notesMaster" Target="/ppt/notesMasters/notesMaster1.xml" Id="R93ddb8da1e434fc1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74d16d1bd8dd4ac8" /><Relationship Type="http://schemas.openxmlformats.org/officeDocument/2006/relationships/notesMaster" Target="/ppt/notesMasters/notesMaster1.xml" Id="R76782da2f24b4b14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af07c645c27d459e" /><Relationship Type="http://schemas.openxmlformats.org/officeDocument/2006/relationships/notesMaster" Target="/ppt/notesMasters/notesMaster1.xml" Id="R7c57a13b666d41dc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5bd41d32004c42a3" /><Relationship Type="http://schemas.openxmlformats.org/officeDocument/2006/relationships/notesMaster" Target="/ppt/notesMasters/notesMaster1.xml" Id="R37cabd3630124fb3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b1681d81ec9c484d" /><Relationship Type="http://schemas.openxmlformats.org/officeDocument/2006/relationships/notesMaster" Target="/ppt/notesMasters/notesMaster1.xml" Id="R6b69bf8193a34746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5ee1dd5dff5c412b" /><Relationship Type="http://schemas.openxmlformats.org/officeDocument/2006/relationships/notesMaster" Target="/ppt/notesMasters/notesMaster1.xml" Id="R73a212c509844ea5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cced3e367b6649fe" /><Relationship Type="http://schemas.openxmlformats.org/officeDocument/2006/relationships/notesMaster" Target="/ppt/notesMasters/notesMaster1.xml" Id="Re87b958e1dc64b3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d4d7d3b672914bfa" /><Relationship Type="http://schemas.openxmlformats.org/officeDocument/2006/relationships/notesMaster" Target="/ppt/notesMasters/notesMaster1.xml" Id="R8de7d66e2d5a4587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1fa68a1417dd4fc0" /><Relationship Type="http://schemas.openxmlformats.org/officeDocument/2006/relationships/notesMaster" Target="/ppt/notesMasters/notesMaster1.xml" Id="R0aa1d68cce634bf8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2cc425bac3884b26" /><Relationship Type="http://schemas.openxmlformats.org/officeDocument/2006/relationships/notesMaster" Target="/ppt/notesMasters/notesMaster1.xml" Id="Rbafaa9abb70e44d7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3d71becd22f74aa1" /><Relationship Type="http://schemas.openxmlformats.org/officeDocument/2006/relationships/notesMaster" Target="/ppt/notesMasters/notesMaster1.xml" Id="Rd295e7e0a9234b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https://thwiki.cc/%E9%9C%B2%E7%B1%B3%E5%A8%85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https://thwiki.cc/%E5%A4%A7%E5%A6%96%E7%B2%BE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https://thwiki.cc/%E7%90%AA%E9%9C%B2%E8%AF%BA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https://thwiki.cc/%E7%BA%A2%E7%BE%8E%E9%93%83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https://thwiki.cc/%E5%B0%8F%E6%81%B6%E9%AD%94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https://thwiki.cc/%E5%B8%95%E7%A7%8B%E8%8E%89%C2%B7%E8%AF%BA%E8%95%BE%E5%A7%AC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https://thwiki.cc/%E5%8D%81%E5%85%AD%E5%A4%9C%E5%92%B2%E5%A4%9C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https://thwiki.cc/%E8%95%BE%E7%B1%B3%E8%8E%89%E4%BA%9A%C2%B7%E6%96%AF%E5%8D%A1%E8%95%BE%E7%89%B9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https://thwiki.cc/%E8%8A%99%E5%85%B0%E6%9C%B5%E9%9C%B2%C2%B7%E6%96%AF%E5%8D%A1%E8%95%BE%E7%89%B9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https://thwiki.cc/%E8%95%BE%E8%92%82%C2%B7%E9%9C%8D%E7%93%A6%E7%89%B9%E6%B4%9B%E5%85%8B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https://thwiki.cc/%E6%A9%99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https://thwiki.cc/%E7%88%B1%E4%B8%BD%E4%B8%9D%C2%B7%E7%8E%9B%E6%A0%BC%E7%89%B9%E6%B4%9B%E4%BE%9D%E5%BE%B7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https://thwiki.cc/%E8%8E%89%E8%8E%89%E9%9C%8D%E7%93%A6%E7%89%B9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https://thwiki.cc/%E9%9C%B2%E5%A8%9C%E8%90%A8%C2%B7%E6%99%AE%E8%8E%89%E5%85%B9%E5%A7%86%E5%88%A9%E5%B7%B4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https://thwiki.cc/%E6%A2%85%E9%9C%B2%E5%85%B0%C2%B7%E6%99%AE%E8%8E%89%E5%85%B9%E5%A7%86%E5%88%A9%E5%B7%B4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https://thwiki.cc/%E8%8E%89%E8%8E%89%E5%8D%A1%C2%B7%E6%99%AE%E8%8E%89%E5%85%B9%E5%A7%86%E5%88%A9%E5%B7%B4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https://thwiki.cc/%E9%AD%82%E9%AD%84%E5%A6%96%E6%A2%A6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https://thwiki.cc/%E8%A5%BF%E8%A1%8C%E5%AF%BA%E5%B9%BD%E5%B9%BD%E5%AD%90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https://thwiki.cc/%E5%85%AB%E4%BA%91%E8%93%9D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https://thwiki.cc/%E5%85%AB%E4%BA%91%E7%B4%AB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https://thwiki.cc/%E4%BC%8A%E5%90%B9%E8%90%83%E9%A6%99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https://thwiki.cc/%E8%8E%89%E6%A0%BC%E9%9C%B2%C2%B7%E5%A5%88%E7%89%B9%E5%B7%B4%E6%A0%BC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https://thwiki.cc/%E7%B1%B3%E6%96%AF%E8%92%82%E5%A8%85%C2%B7%E8%90%9D%E8%95%BE%E6%8B%89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https://thwiki.cc/%E4%B8%8A%E7%99%BD%E6%B3%BD%E6%85%A7%E9%9F%B3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https://thwiki.cc/因幡帝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https://thwiki.cc/%E9%93%83%E4%BB%99%C2%B7%E4%BC%98%E6%98%99%E5%8D%8E%E9%99%A2%C2%B7%E5%9B%A0%E5%B9%A1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https://thwiki.cc/%E5%85%AB%E6%84%8F%E6%B0%B8%E7%90%B3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https://thwiki.cc/%E8%93%AC%E8%8E%B1%E5%B1%B1%E8%BE%89%E5%A4%9C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https://thwiki.cc/%E8%97%A4%E5%8E%9F%E5%A6%B9%E7%BA%A2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https://thwiki.cc/%E6%A2%85%E8%92%82%E6%AC%A3%C2%B7%E6%A2%85%E5%85%B0%E5%8F%AF%E8%8E%89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https://thwiki.cc/%E9%A3%8E%E8%A7%81%E5%B9%BD%E9%A6%99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https://thwiki.cc/%E5%B0%84%E5%91%BD%E4%B8%B8%E6%96%87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https://thwiki.cc/%E5%B0%8F%E9%87%8E%E5%A1%9A%E5%B0%8F%E7%94%BA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https://thwiki.cc/%E5%9B%9B%E5%AD%A3%E6%98%A0%E5%A7%AC%C2%B7%E5%A4%9C%E6%91%A9%E4%BB%99%E9%82%A3%E5%BA%A6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https://thwiki.cc/%E7%A7%8B%E9%9D%99%E5%8F%B6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https://thwiki.cc/%E7%A7%8B%E7%A9%B0%E5%AD%90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https://thwiki.cc/%E9%94%AE%E5%B1%B1%E9%9B%8F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https://thwiki.cc/%E6%B2%B3%E5%9F%8E%E8%8D%B7%E5%8F%96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https://thwiki.cc/%E7%8A%AC%E8%B5%B0%E6%A4%9B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https://thwiki.cc/%E4%B8%9C%E9%A3%8E%E8%B0%B7%E6%97%A9%E8%8B%97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https://thwiki.cc/%E5%85%AB%E5%9D%82%E7%A5%9E%E5%A5%88%E5%AD%90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https://thwiki.cc/%E6%B4%A9%E7%9F%A2%E8%AF%B9%E8%AE%BF%E5%AD%90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https://thwiki.cc/%E6%B0%B8%E6%B1%9F%E8%A1%A3%E7%8E%96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https://thwiki.cc/%E6%AF%94%E9%82%A3%E5%90%8D%E5%B1%85%E5%A4%A9%E5%AD%90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https://thwiki.cc/%E7%90%AA%E6%96%AF%E7%BE%8E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https://thwiki.cc/%E9%BB%91%E8%B0%B7%E5%B1%B1%E5%A5%B3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https://thwiki.cc/%E6%B0%B4%E6%A1%A5%E5%B8%95%E9%9C%B2%E8%A5%BF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https://thwiki.cc/%E6%98%9F%E7%86%8A%E5%8B%87%E4%BB%AA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https://thwiki.cc/%E5%8F%A4%E6%98%8E%E5%9C%B0%E8%A7%89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https://thwiki.cc/%E7%81%AB%E7%84%B0%E7%8C%AB%E7%87%90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https://thwiki.cc/%E7%81%B5%E4%B9%8C%E8%B7%AF%E7%A9%BA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https://thwiki.cc/%E5%8F%A4%E6%98%8E%E5%9C%B0%E6%81%8B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https://thwiki.cc/%E5%A8%9C%E5%85%B9%E7%8E%B2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https://thwiki.cc/%E5%A4%9A%E5%A4%9A%E8%89%AF%E5%B0%8F%E4%BC%9E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https://thwiki.cc/云居一轮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https://thwiki.cc/云山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https://thwiki.cc/%E6%9D%91%E7%BA%B1%E6%B0%B4%E8%9C%9C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https://thwiki.cc/%E5%AF%85%E4%B8%B8%E6%98%9F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https://thwiki.cc/%E5%9C%A3%E7%99%BD%E8%8E%B2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https://thwiki.cc/%E5%B0%81%E5%85%BD%E9%B5%BA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https://thwiki.cc/%E5%A7%AC%E6%B5%B7%E6%A3%A0%E6%9E%9C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https://thwiki.cc/%E6%A1%91%E5%B0%BC%E7%B1%B3%E5%B0%94%E5%85%8B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https://thwiki.cc/%E9%9C%B2%E5%A8%9C%E5%88%87%E9%9C%B2%E5%BE%B7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https://thwiki.cc/%E6%96%AF%E5%A1%94%E8%90%A8%E8%8F%B2%E9%9B%85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https://thwiki.cc/%E5%B9%BD%E8%B0%B7%E5%93%8D%E5%AD%90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https://thwiki.cc/%E5%AE%AB%E5%8F%A4%E8%8A%B3%E9%A6%99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https://thwiki.cc/%E9%9C%8D%E9%9D%92%E5%A8%A5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https://thwiki.cc/%E8%8B%8F%E6%88%91%E5%B1%A0%E8%87%AA%E5%8F%A4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https://thwiki.cc/%E7%89%A9%E9%83%A8%E5%B8%83%E9%83%BD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https://thwiki.cc/%E4%B8%B0%E8%81%AA%E8%80%B3%E7%A5%9E%E5%AD%90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https://thwiki.cc/%E4%BA%8C%E5%B2%A9%E7%8C%AF%E8%97%8F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https://thwiki.cc/%E7%A7%A6%E5%BF%83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https://thwiki.cc/%E8%8B%A5%E9%B9%AD%E5%A7%AC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https://thwiki.cc/%E8%B5%A4%E8%9B%AE%E5%A5%87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https://thwiki.cc/%E4%BB%8A%E6%B3%89%E5%BD%B1%E7%8B%BC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https://thwiki.cc/%E4%B9%9D%E5%8D%81%E4%B9%9D%E5%BC%81%E5%BC%81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https://thwiki.cc/%E4%B9%9D%E5%8D%81%E4%B9%9D%E5%85%AB%E6%A1%A5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https://thwiki.cc/%E9%AC%BC%E4%BA%BA%E6%AD%A3%E9%82%AA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https://thwiki.cc/%E5%B0%91%E5%90%8D%E9%92%88%E5%A6%99%E4%B8%B8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https://thwiki.cc/%E5%A0%80%E5%B7%9D%E9%9B%B7%E9%BC%93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https://thwiki.cc/%E8%8C%A8%E6%9C%A8%E5%8D%8E%E6%89%87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https://thwiki.cc/%E5%AE%87%E4%BD%90%E8%A7%81%E5%A0%87%E5%AD%90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https://thwiki.cc/%E6%B8%85%E5%85%B0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https://thwiki.cc/%E9%93%83%E7%91%9A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https://thwiki.cc/%E5%93%86%E6%9D%A5%E5%92%AA%C2%B7%E8%8B%8F%E4%BC%8A%E7%89%B9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https://thwiki.cc/%E7%A8%80%E7%A5%9E%E6%8E%A2%E5%A5%B3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https://thwiki.cc/%E5%85%8B%E5%8A%B3%E6%81%A9%E7%9A%AE%E4%B8%9D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https://thwiki.cc/%E7%BA%AF%E7%8B%90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https://thwiki.cc/%E8%B5%AB%E5%8D%A1%E6%8F%90%E4%BA%9A%C2%B7%E6%8B%89%E7%A2%A7%E6%96%AF%E6%8B%89%E7%A5%96%E5%88%A9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https://thwiki.cc/%E4%BE%9D%E7%A5%9E%E5%A5%B3%E8%8B%91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https://thwiki.cc/%E4%BE%9D%E7%A5%9E%E7%B4%AB%E8%8B%91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https://thwiki.cc/%E7%88%B1%E5%A1%94%E5%A6%AE%E7%BC%87%E6%8B%89%E5%B0%94%E7%93%A6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https://thwiki.cc/%E5%9D%82%E7%94%B0%E5%90%88%E6%AC%A2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https://thwiki.cc/%E9%AB%98%E4%B8%BD%E9%87%8E%E9%98%BF%E5%90%BD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https://thwiki.cc/%E7%9F%A2%E7%94%B0%E5%AF%BA%E6%88%90%E7%BE%8E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https://thwiki.cc/%E4%B8%81%E7%A4%BC%E7%94%B0%E8%88%9E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https://thwiki.cc/%E5%B0%94%E5%AD%90%E7%94%B0%E9%87%8C%E4%B9%83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https://thwiki.cc/%E6%91%A9%E5%A4%9A%E7%BD%97%E9%9A%90%E5%B2%90%E5%A5%88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https://thwiki.cc/%E6%88%8E%E7%92%8E%E8%8A%B1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https://thwiki.cc/%E7%89%9B%E5%B4%8E%E6%B6%A6%E7%BE%8E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https://thwiki.cc/%E5%BA%AD%E6%B8%A1%E4%B9%85%E4%BE%98%E6%AD%8C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https://thwiki.cc/%E5%90%89%E5%90%8A%E5%85%AB%E5%8D%83%E6%85%A7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https://thwiki.cc/%E6%9D%96%E5%88%80%E5%81%B6%E7%A3%A8%E5%BC%93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https://thwiki.cc/%E5%9F%B4%E5%AE%89%E7%A5%9E%E8%A2%BF%E5%A7%AC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https://thwiki.cc/%E9%AA%8A%E9%A9%B9%E6%97%A9%E9%AC%BC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https://thwiki.cc/%E9%A5%95%E9%A4%AE%E5%B0%A4%E9%AD%94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https://thwiki.cc/%E8%B1%AA%E5%BE%B7%E5%AF%BA%E4%B8%89%E8%8A%B1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https://thwiki.cc/%E5%B1%B1%E5%9F%8E%E9%AB%98%E5%B2%AD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https://thwiki.cc/%E9%A9%B9%E8%8D%89%E5%B1%B1%E5%A6%82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https://thwiki.cc/%E7%8E%89%E9%80%A0%E9%AD%85%E9%A1%BB%E4%B8%B8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https://thwiki.cc/%E8%8F%85%E7%89%A7%E5%85%B8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https://thwiki.cc/%E9%A5%AD%E7%BA%B2%E4%B8%B8%E9%BE%99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https://thwiki.cc/%E5%A4%A9%E5%BC%93%E5%8D%83%E4%BA%A6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https://thwiki.cc/%E5%A7%AC%E8%99%AB%E7%99%BE%E7%99%BE%E4%B8%96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https://thwiki.cc/%E5%AD%99%E7%BE%8E%E5%A4%A9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https://thwiki.cc/%E4%B8%89%E5%A4%B4%E6%85%A7%E4%B9%8B%E5%AD%90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https://thwiki.cc/%E5%A4%A9%E7%81%AB%E4%BA%BA%E8%A1%80%E6%9E%AA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https://thwiki.cc/%E8%B1%AB%E6%AF%8D%E9%83%BD%E6%97%A5%E7%8B%AD%E7%BE%8E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https://thwiki.cc/%E6%97%A5%E7%99%BD%E6%AE%8B%E6%97%A0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https://thwiki.cc/%E7%BB%B5%E6%9C%88%E4%B8%B0%E5%A7%AC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https://thwiki.cc/%E7%BB%B5%E6%9C%88%E4%BE%9D%E5%A7%AC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https://thwiki.cc/%E6%9C%AC%E5%B1%85%E5%B0%8F%E9%93%83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https://thwiki.cc/%E5%A5%A5%E9%87%8E%E7%94%B0%E7%BE%8E%E5%AE%B5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https://thwiki.cc/%E5%AE%AB%E5%87%BA%E5%8F%A3%E7%91%9E%E7%81%B5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https://thwiki.cc/%E6%A3%AE%E8%BF%91%E9%9C%96%E4%B9%8B%E5%8A%A9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https://thwiki.cc/%E7%A8%97%E7%94%B0%E9%98%BF%E6%B1%82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https://thwiki.cc/%E9%9B%BE%E9%9B%A8%E9%AD%94%E7%90%86%E6%B2%99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https://thwiki.cc/%E5%8D%9A%E4%B8%BD%E7%81%B5%E6%A2%A6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https://thwiki.cc/%E5%B0%98%E5%A1%9A%E5%A7%A5%E8%8A%BD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https://thwiki.cc/%E5%B0%81%E5%85%BD%E9%AD%91%E9%AD%85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https://thwiki.cc/%E9%81%93%E7%A5%9E%E9%A9%AF%E5%AD%90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https://thwiki.cc/%E7%BB%B4%E7%BC%A6%C2%B7%E6%B5%85%E9%97%B4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https://thwiki.cc/%E7%A3%90%E6%B0%B8%E9%98%BF%E6%A2%A8%E5%A4%9C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https://thwiki.cc/%E6%B8%A1%E9%87%8C%E8%B4%9D%E5%AD%90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https://thwiki.cc/%E5%AE%87%E4%BD%90%E8%A7%81%E8%8E%B2%E5%AD%90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https://thwiki.cc/%E7%8E%9B%E8%89%BE%E9%9C%B2%E8%B4%9D%E8%8E%89%C2%B7%E8%B5%AB%E6%81%A9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https://thwiki.cc/Reisen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0f83c0e5b49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eea75eb3e41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2aa5a1fad48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5e3db6e1f44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0dc3dedf444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4a20002e24c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5BA39-12E9-473E-969C-DE694F8C4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EB41FC-9960-4288-8581-BA342E8A09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9D4EE8-6182-4F08-9686-CAD97CAD2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4550FD-0BA7-4C4C-86D6-D4696EE26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E9F34B-8029-4514-979A-D5E633DEF4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F80E5E-78E7-42FC-AB3A-9A83D8D26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5C9E85-D384-4390-9A0A-F3EF6F9D50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86CC2D-41D0-45F5-81E3-228EC01C9A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521746-7F25-4D90-A3D7-D12EAFB88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E28865-6AD0-494B-81CA-C0462D659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c8154275c4e16" /><Relationship Type="http://schemas.openxmlformats.org/officeDocument/2006/relationships/slideLayout" Target="/ppt/slideLayouts/slideLayout1.xml" Id="R70d362ab135648d8" /><Relationship Type="http://schemas.openxmlformats.org/officeDocument/2006/relationships/slideLayout" Target="/ppt/slideLayouts/slideLayout2.xml" Id="Rb0d9942a636d4a4c" /><Relationship Type="http://schemas.openxmlformats.org/officeDocument/2006/relationships/slideLayout" Target="/ppt/slideLayouts/slideLayout3.xml" Id="R1896187890574cb3" /><Relationship Type="http://schemas.openxmlformats.org/officeDocument/2006/relationships/slideLayout" Target="/ppt/slideLayouts/slideLayout4.xml" Id="Rafc1075111394b5d" /><Relationship Type="http://schemas.openxmlformats.org/officeDocument/2006/relationships/slideLayout" Target="/ppt/slideLayouts/slideLayout5.xml" Id="Rba9ffd4b00d24368" /><Relationship Type="http://schemas.openxmlformats.org/officeDocument/2006/relationships/slideLayout" Target="/ppt/slideLayouts/slideLayout6.xml" Id="Rf1ec516347e247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362ab135648d8"/>
    <p:sldLayoutId xmlns:r="http://schemas.openxmlformats.org/officeDocument/2006/relationships" id="2147483650" r:id="Rb0d9942a636d4a4c"/>
    <p:sldLayoutId xmlns:r="http://schemas.openxmlformats.org/officeDocument/2006/relationships" id="2147483651" r:id="R1896187890574cb3"/>
    <p:sldLayoutId xmlns:r="http://schemas.openxmlformats.org/officeDocument/2006/relationships" id="2147483652" r:id="Rafc1075111394b5d"/>
    <p:sldLayoutId xmlns:r="http://schemas.openxmlformats.org/officeDocument/2006/relationships" id="2147483653" r:id="Rba9ffd4b00d24368"/>
    <p:sldLayoutId xmlns:r="http://schemas.openxmlformats.org/officeDocument/2006/relationships" id="2147483654" r:id="Rf1ec516347e247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4ff932c004f79" /><Relationship Type="http://schemas.openxmlformats.org/officeDocument/2006/relationships/image" Target="/ppt/media/image.png" Id="R73ad4989163c4ae9" /><Relationship Type="http://schemas.openxmlformats.org/officeDocument/2006/relationships/image" Target="/ppt/media/image2.png" Id="R6c9576bb93a74366" /><Relationship Type="http://schemas.openxmlformats.org/officeDocument/2006/relationships/image" Target="/ppt/media/image3.png" Id="R83c22e269e8f4b8d" /><Relationship Type="http://schemas.openxmlformats.org/officeDocument/2006/relationships/image" Target="/ppt/media/image4.png" Id="R925ed6dda9ed4c27" /><Relationship Type="http://schemas.openxmlformats.org/officeDocument/2006/relationships/notesSlide" Target="/ppt/notesSlides/notesSlide1.xml" Id="R5614df97cc48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0febb3ddc4fb1" /><Relationship Type="http://schemas.openxmlformats.org/officeDocument/2006/relationships/image" Target="/ppt/media/image.jpeg" Id="Rbf2afda068d24d9c" /><Relationship Type="http://schemas.openxmlformats.org/officeDocument/2006/relationships/image" Target="/ppt/media/image2.jpeg" Id="Re8f55d2322f1478e" /><Relationship Type="http://schemas.openxmlformats.org/officeDocument/2006/relationships/image" Target="/ppt/media/image3.jpeg" Id="Red1ca0050b214e53" /><Relationship Type="http://schemas.openxmlformats.org/officeDocument/2006/relationships/image" Target="/ppt/media/image4.jpeg" Id="Rccd2d8dac9f34d57" /><Relationship Type="http://schemas.openxmlformats.org/officeDocument/2006/relationships/image" Target="/ppt/media/image5.jpeg" Id="Rc863b2a3f9764091" /><Relationship Type="http://schemas.openxmlformats.org/officeDocument/2006/relationships/image" Target="/ppt/media/image6.jpeg" Id="Rf71461678c6548f7" /><Relationship Type="http://schemas.openxmlformats.org/officeDocument/2006/relationships/image" Target="/ppt/media/image7.jpeg" Id="Ra74e48eefb814eb8" /><Relationship Type="http://schemas.openxmlformats.org/officeDocument/2006/relationships/image" Target="/ppt/media/image8.jpeg" Id="Rec65336e8ea045e3" /><Relationship Type="http://schemas.openxmlformats.org/officeDocument/2006/relationships/image" Target="/ppt/media/image9.jpeg" Id="R13c718997e0a43ee" /><Relationship Type="http://schemas.openxmlformats.org/officeDocument/2006/relationships/notesSlide" Target="/ppt/notesSlides/notesSlide2.xml" Id="Rf9f3d80d35f04c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5e12d129d461f" /><Relationship Type="http://schemas.openxmlformats.org/officeDocument/2006/relationships/image" Target="/ppt/media/image10.jpeg" Id="R4ca729bd7aa946d1" /><Relationship Type="http://schemas.openxmlformats.org/officeDocument/2006/relationships/notesSlide" Target="/ppt/notesSlides/notesSlide3.xml" Id="Ra88254551ff445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663b8a1c54841" /><Relationship Type="http://schemas.openxmlformats.org/officeDocument/2006/relationships/image" Target="/ppt/media/image11.jpeg" Id="R05a4a58be6c84b57" /><Relationship Type="http://schemas.openxmlformats.org/officeDocument/2006/relationships/notesSlide" Target="/ppt/notesSlides/notesSlide4.xml" Id="R81af0d5ce8eb49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8dc637582479e" /><Relationship Type="http://schemas.openxmlformats.org/officeDocument/2006/relationships/image" Target="/ppt/media/image5.png" Id="R02fe0f78b3da4ab6" /><Relationship Type="http://schemas.openxmlformats.org/officeDocument/2006/relationships/notesSlide" Target="/ppt/notesSlides/notesSlide5.xml" Id="Ra8338a285fd1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02c5f13474917" /><Relationship Type="http://schemas.openxmlformats.org/officeDocument/2006/relationships/image" Target="/ppt/media/image12.jpeg" Id="Ra4ada8f408b3400b" /><Relationship Type="http://schemas.openxmlformats.org/officeDocument/2006/relationships/notesSlide" Target="/ppt/notesSlides/notesSlide6.xml" Id="R74609743761646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a2a84e789443b" /><Relationship Type="http://schemas.openxmlformats.org/officeDocument/2006/relationships/image" Target="/ppt/media/image13.jpeg" Id="R1d513d2bcaa64884" /><Relationship Type="http://schemas.openxmlformats.org/officeDocument/2006/relationships/notesSlide" Target="/ppt/notesSlides/notesSlide7.xml" Id="Ra90a142f23f84a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0d2140175492c" /><Relationship Type="http://schemas.openxmlformats.org/officeDocument/2006/relationships/image" Target="/ppt/media/image14.jpeg" Id="R7e40df27a60a47fc" /><Relationship Type="http://schemas.openxmlformats.org/officeDocument/2006/relationships/notesSlide" Target="/ppt/notesSlides/notesSlide8.xml" Id="Ra88561b8919c4a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3dc761626400b" /><Relationship Type="http://schemas.openxmlformats.org/officeDocument/2006/relationships/image" Target="/ppt/media/image6.png" Id="Rad9f4bbac0d0429d" /><Relationship Type="http://schemas.openxmlformats.org/officeDocument/2006/relationships/notesSlide" Target="/ppt/notesSlides/notesSlide9.xml" Id="R93d58be07f8244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c0963ed5846a7" /><Relationship Type="http://schemas.openxmlformats.org/officeDocument/2006/relationships/image" Target="/ppt/media/image7.png" Id="Red1c319b2d774cf2" /><Relationship Type="http://schemas.openxmlformats.org/officeDocument/2006/relationships/notesSlide" Target="/ppt/notesSlides/notesSlide10.xml" Id="R116ce967ad1448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2991f4dd347f9" /><Relationship Type="http://schemas.openxmlformats.org/officeDocument/2006/relationships/image" Target="/ppt/media/image8.png" Id="R5698b8d489e247f6" /><Relationship Type="http://schemas.openxmlformats.org/officeDocument/2006/relationships/notesSlide" Target="/ppt/notesSlides/notesSlide11.xml" Id="R6303a66faaf94c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c4b4e910f4d54" /><Relationship Type="http://schemas.openxmlformats.org/officeDocument/2006/relationships/image" Target="/ppt/media/image15.jpeg" Id="R5dc6e2577a2940e4" /><Relationship Type="http://schemas.openxmlformats.org/officeDocument/2006/relationships/image" Target="/ppt/media/image16.jpeg" Id="Ra68ae3ec34394803" /><Relationship Type="http://schemas.openxmlformats.org/officeDocument/2006/relationships/image" Target="/ppt/media/image17.jpeg" Id="R74c8ecac403d4075" /><Relationship Type="http://schemas.openxmlformats.org/officeDocument/2006/relationships/image" Target="/ppt/media/image18.jpeg" Id="R0545d1c118eb4351" /><Relationship Type="http://schemas.openxmlformats.org/officeDocument/2006/relationships/image" Target="/ppt/media/image19.jpeg" Id="Rfae3d75fc9e14075" /><Relationship Type="http://schemas.openxmlformats.org/officeDocument/2006/relationships/image" Target="/ppt/media/image20.jpeg" Id="Ra9f525c28ed74b4f" /><Relationship Type="http://schemas.openxmlformats.org/officeDocument/2006/relationships/notesSlide" Target="/ppt/notesSlides/notesSlide12.xml" Id="R180e9fb33eb84d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b8f2b83a34b01" /><Relationship Type="http://schemas.openxmlformats.org/officeDocument/2006/relationships/image" Target="/ppt/media/image21.jpeg" Id="Rcf64ca2e75424ae2" /><Relationship Type="http://schemas.openxmlformats.org/officeDocument/2006/relationships/image" Target="/ppt/media/image22.jpeg" Id="R14540805486346de" /><Relationship Type="http://schemas.openxmlformats.org/officeDocument/2006/relationships/image" Target="/ppt/media/image23.jpeg" Id="R8459882a2a304308" /><Relationship Type="http://schemas.openxmlformats.org/officeDocument/2006/relationships/image" Target="/ppt/media/image24.jpeg" Id="R0e6eb4506e9f4667" /><Relationship Type="http://schemas.openxmlformats.org/officeDocument/2006/relationships/image" Target="/ppt/media/image25.jpeg" Id="R3b35f693a2d64fe4" /><Relationship Type="http://schemas.openxmlformats.org/officeDocument/2006/relationships/image" Target="/ppt/media/image26.jpeg" Id="R8a9eb1243c684a30" /><Relationship Type="http://schemas.openxmlformats.org/officeDocument/2006/relationships/notesSlide" Target="/ppt/notesSlides/notesSlide13.xml" Id="R7cc3a070543e49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edf7184024eb3" /><Relationship Type="http://schemas.openxmlformats.org/officeDocument/2006/relationships/image" Target="/ppt/media/image27.jpeg" Id="R16833480b8484caf" /><Relationship Type="http://schemas.openxmlformats.org/officeDocument/2006/relationships/notesSlide" Target="/ppt/notesSlides/notesSlide14.xml" Id="Rccdcf4d5c91b4e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adbffbe614ba8" /><Relationship Type="http://schemas.openxmlformats.org/officeDocument/2006/relationships/image" Target="/ppt/media/image28.jpeg" Id="R6fa8d628d7dd4640" /><Relationship Type="http://schemas.openxmlformats.org/officeDocument/2006/relationships/notesSlide" Target="/ppt/notesSlides/notesSlide15.xml" Id="Rf3b70baf83414a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2981d1ee84faf" /><Relationship Type="http://schemas.openxmlformats.org/officeDocument/2006/relationships/image" Target="/ppt/media/image29.jpeg" Id="R82ca1c494f074d91" /><Relationship Type="http://schemas.openxmlformats.org/officeDocument/2006/relationships/notesSlide" Target="/ppt/notesSlides/notesSlide16.xml" Id="Rd8e61d80f1564d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51553f9f84f26" /><Relationship Type="http://schemas.openxmlformats.org/officeDocument/2006/relationships/image" Target="/ppt/media/image30.jpeg" Id="R9db282804e9546a0" /><Relationship Type="http://schemas.openxmlformats.org/officeDocument/2006/relationships/notesSlide" Target="/ppt/notesSlides/notesSlide17.xml" Id="R33702a11ea6541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afbc07b474806" /><Relationship Type="http://schemas.openxmlformats.org/officeDocument/2006/relationships/image" Target="/ppt/media/image31.jpeg" Id="R38e66ee1c5b44fd3" /><Relationship Type="http://schemas.openxmlformats.org/officeDocument/2006/relationships/notesSlide" Target="/ppt/notesSlides/notesSlide18.xml" Id="Reefe6d7b876247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de5285a1c45a4" /><Relationship Type="http://schemas.openxmlformats.org/officeDocument/2006/relationships/image" Target="/ppt/media/image32.jpeg" Id="R5a05699b44234280" /><Relationship Type="http://schemas.openxmlformats.org/officeDocument/2006/relationships/notesSlide" Target="/ppt/notesSlides/notesSlide19.xml" Id="Rd2080b53f8704e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b9c4f8c5743e1" /><Relationship Type="http://schemas.openxmlformats.org/officeDocument/2006/relationships/image" Target="/ppt/media/image33.jpeg" Id="R3d4d1fa57f6b4bd9" /><Relationship Type="http://schemas.openxmlformats.org/officeDocument/2006/relationships/notesSlide" Target="/ppt/notesSlides/notesSlide20.xml" Id="Rdcefbf79053942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5a09f36864241" /><Relationship Type="http://schemas.openxmlformats.org/officeDocument/2006/relationships/image" Target="/ppt/media/image9.png" Id="Rf54cf76a9df047db" /><Relationship Type="http://schemas.openxmlformats.org/officeDocument/2006/relationships/notesSlide" Target="/ppt/notesSlides/notesSlide21.xml" Id="R6f19340f31dd4bc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c24eec0cf4b67" /><Relationship Type="http://schemas.openxmlformats.org/officeDocument/2006/relationships/image" Target="/ppt/media/image10.png" Id="R351efe0f29b440ff" /><Relationship Type="http://schemas.openxmlformats.org/officeDocument/2006/relationships/notesSlide" Target="/ppt/notesSlides/notesSlide22.xml" Id="Ra278a6e6b6df45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5757801b74fe3" /><Relationship Type="http://schemas.openxmlformats.org/officeDocument/2006/relationships/image" Target="/ppt/media/image34.jpeg" Id="Rfc1551c3b06d4f59" /><Relationship Type="http://schemas.openxmlformats.org/officeDocument/2006/relationships/notesSlide" Target="/ppt/notesSlides/notesSlide23.xml" Id="R56cff417c75143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ea0d16b884a22" /><Relationship Type="http://schemas.openxmlformats.org/officeDocument/2006/relationships/image" Target="/ppt/media/image11.png" Id="R72fdb1947e024fa2" /><Relationship Type="http://schemas.openxmlformats.org/officeDocument/2006/relationships/notesSlide" Target="/ppt/notesSlides/notesSlide24.xml" Id="Rcaa73baf461f4e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203a36a1548bc" /><Relationship Type="http://schemas.openxmlformats.org/officeDocument/2006/relationships/image" Target="/ppt/media/image35.jpeg" Id="R82ff7bbca5454ac1" /><Relationship Type="http://schemas.openxmlformats.org/officeDocument/2006/relationships/notesSlide" Target="/ppt/notesSlides/notesSlide25.xml" Id="R71f68cc1f08949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a5867924e4956" /><Relationship Type="http://schemas.openxmlformats.org/officeDocument/2006/relationships/image" Target="/ppt/media/image36.jpeg" Id="Rde77ef69df2e4b93" /><Relationship Type="http://schemas.openxmlformats.org/officeDocument/2006/relationships/image" Target="/ppt/media/image37.jpeg" Id="R3a9fdfe92c524f82" /><Relationship Type="http://schemas.openxmlformats.org/officeDocument/2006/relationships/image" Target="/ppt/media/image12.png" Id="Rde5c4b582e244830" /><Relationship Type="http://schemas.openxmlformats.org/officeDocument/2006/relationships/image" Target="/ppt/media/image38.jpeg" Id="R42f1888cb0054142" /><Relationship Type="http://schemas.openxmlformats.org/officeDocument/2006/relationships/image" Target="/ppt/media/image39.jpeg" Id="Rec7a59a2e9a04010" /><Relationship Type="http://schemas.openxmlformats.org/officeDocument/2006/relationships/image" Target="/ppt/media/image40.jpeg" Id="R4d4a08f402614e94" /><Relationship Type="http://schemas.openxmlformats.org/officeDocument/2006/relationships/image" Target="/ppt/media/image41.jpeg" Id="Rb00840e2b32a408b" /><Relationship Type="http://schemas.openxmlformats.org/officeDocument/2006/relationships/notesSlide" Target="/ppt/notesSlides/notesSlide26.xml" Id="R1cb295b6387744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219ee846f4722" /><Relationship Type="http://schemas.openxmlformats.org/officeDocument/2006/relationships/image" Target="/ppt/media/image42.jpeg" Id="Rd6d2508557c64474" /><Relationship Type="http://schemas.openxmlformats.org/officeDocument/2006/relationships/image" Target="/ppt/media/image43.jpeg" Id="R1ceba95d743c4aa3" /><Relationship Type="http://schemas.openxmlformats.org/officeDocument/2006/relationships/image" Target="/ppt/media/image44.jpeg" Id="Rcf5fe370721745a1" /><Relationship Type="http://schemas.openxmlformats.org/officeDocument/2006/relationships/image" Target="/ppt/media/image45.jpeg" Id="Rf0a8927b90b34377" /><Relationship Type="http://schemas.openxmlformats.org/officeDocument/2006/relationships/image" Target="/ppt/media/image46.jpeg" Id="Rf99a631fd66445fc" /><Relationship Type="http://schemas.openxmlformats.org/officeDocument/2006/relationships/image" Target="/ppt/media/image47.jpeg" Id="R38ff2218730e483b" /><Relationship Type="http://schemas.openxmlformats.org/officeDocument/2006/relationships/notesSlide" Target="/ppt/notesSlides/notesSlide27.xml" Id="Re367c93547eb46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9c01761304474" /><Relationship Type="http://schemas.openxmlformats.org/officeDocument/2006/relationships/image" Target="/ppt/media/image48.jpeg" Id="R975022a26eb04a16" /><Relationship Type="http://schemas.openxmlformats.org/officeDocument/2006/relationships/notesSlide" Target="/ppt/notesSlides/notesSlide28.xml" Id="R6bb70ed4a3734f6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008b7eb984df1" /><Relationship Type="http://schemas.openxmlformats.org/officeDocument/2006/relationships/image" Target="/ppt/media/image49.jpeg" Id="R28c9b97dff0a43d8" /><Relationship Type="http://schemas.openxmlformats.org/officeDocument/2006/relationships/notesSlide" Target="/ppt/notesSlides/notesSlide29.xml" Id="Rb50d1ef08919456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c5c90e99b4b40" /><Relationship Type="http://schemas.openxmlformats.org/officeDocument/2006/relationships/image" Target="/ppt/media/image13.png" Id="R3fb26452717946bd" /><Relationship Type="http://schemas.openxmlformats.org/officeDocument/2006/relationships/notesSlide" Target="/ppt/notesSlides/notesSlide30.xml" Id="Re3d8075cd8be47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ecd92d3e04495" /><Relationship Type="http://schemas.openxmlformats.org/officeDocument/2006/relationships/image" Target="/ppt/media/image50.jpeg" Id="Rfb4fac96309a46dc" /><Relationship Type="http://schemas.openxmlformats.org/officeDocument/2006/relationships/notesSlide" Target="/ppt/notesSlides/notesSlide31.xml" Id="R90c428bd7d5c404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4d433a4ca4bfa" /><Relationship Type="http://schemas.openxmlformats.org/officeDocument/2006/relationships/image" Target="/ppt/media/image14.png" Id="R17ea1a48ac4844e5" /><Relationship Type="http://schemas.openxmlformats.org/officeDocument/2006/relationships/notesSlide" Target="/ppt/notesSlides/notesSlide32.xml" Id="R8001eafdda3f4eb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42526de9d4689" /><Relationship Type="http://schemas.openxmlformats.org/officeDocument/2006/relationships/image" Target="/ppt/media/image51.jpeg" Id="R4a25a13c0def4c40" /><Relationship Type="http://schemas.openxmlformats.org/officeDocument/2006/relationships/notesSlide" Target="/ppt/notesSlides/notesSlide33.xml" Id="R8ddc39593e33485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4a5e8efde24f8a" /><Relationship Type="http://schemas.openxmlformats.org/officeDocument/2006/relationships/image" Target="/ppt/media/image15.png" Id="R66a629f704ac4b0c" /><Relationship Type="http://schemas.openxmlformats.org/officeDocument/2006/relationships/notesSlide" Target="/ppt/notesSlides/notesSlide34.xml" Id="Rcf61d045802f40c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6a13eb4d545a1" /><Relationship Type="http://schemas.openxmlformats.org/officeDocument/2006/relationships/image" Target="/ppt/media/image16.png" Id="Rf21d4de0b0bd40e2" /><Relationship Type="http://schemas.openxmlformats.org/officeDocument/2006/relationships/notesSlide" Target="/ppt/notesSlides/notesSlide35.xml" Id="R94350c0ffdb34a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a19d12af94db5" /><Relationship Type="http://schemas.openxmlformats.org/officeDocument/2006/relationships/image" Target="/ppt/media/image52.jpeg" Id="Ra640da089f3d4665" /><Relationship Type="http://schemas.openxmlformats.org/officeDocument/2006/relationships/notesSlide" Target="/ppt/notesSlides/notesSlide36.xml" Id="Rfea2ce436d174d5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1893c40ed4065" /><Relationship Type="http://schemas.openxmlformats.org/officeDocument/2006/relationships/image" Target="/ppt/media/image53.jpeg" Id="R370526c4b9fe4f8a" /><Relationship Type="http://schemas.openxmlformats.org/officeDocument/2006/relationships/notesSlide" Target="/ppt/notesSlides/notesSlide37.xml" Id="Rdbe4bfe1ea94407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d49b3b8414c95" /><Relationship Type="http://schemas.openxmlformats.org/officeDocument/2006/relationships/image" Target="/ppt/media/image17.png" Id="Re2f0e0e9acce4677" /><Relationship Type="http://schemas.openxmlformats.org/officeDocument/2006/relationships/notesSlide" Target="/ppt/notesSlides/notesSlide38.xml" Id="R0f935aa537ce4c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0cff3fa0d49e2" /><Relationship Type="http://schemas.openxmlformats.org/officeDocument/2006/relationships/image" Target="/ppt/media/image54.jpeg" Id="R1a1ced0ac63d4226" /><Relationship Type="http://schemas.openxmlformats.org/officeDocument/2006/relationships/notesSlide" Target="/ppt/notesSlides/notesSlide39.xml" Id="R5ed96dc7c974425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6ad9449f3450d" /><Relationship Type="http://schemas.openxmlformats.org/officeDocument/2006/relationships/image" Target="/ppt/media/image55.jpeg" Id="Rd0f1c71034624130" /><Relationship Type="http://schemas.openxmlformats.org/officeDocument/2006/relationships/notesSlide" Target="/ppt/notesSlides/notesSlide40.xml" Id="R3dfeaf31cfea4cb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eaa611de0414c" /><Relationship Type="http://schemas.openxmlformats.org/officeDocument/2006/relationships/image" Target="/ppt/media/image56.jpeg" Id="R82ef9394e0d94d48" /><Relationship Type="http://schemas.openxmlformats.org/officeDocument/2006/relationships/image" Target="/ppt/media/image57.jpeg" Id="Rd72445e8580e41c8" /><Relationship Type="http://schemas.openxmlformats.org/officeDocument/2006/relationships/image" Target="/ppt/media/image58.jpeg" Id="Rb8e7b030d6634d6d" /><Relationship Type="http://schemas.openxmlformats.org/officeDocument/2006/relationships/image" Target="/ppt/media/image59.jpeg" Id="Rae9c40593ea54fa1" /><Relationship Type="http://schemas.openxmlformats.org/officeDocument/2006/relationships/image" Target="/ppt/media/image60.jpeg" Id="R5061a3977e7c4931" /><Relationship Type="http://schemas.openxmlformats.org/officeDocument/2006/relationships/image" Target="/ppt/media/image61.jpeg" Id="Re432b29addbe478f" /><Relationship Type="http://schemas.openxmlformats.org/officeDocument/2006/relationships/image" Target="/ppt/media/image62.jpeg" Id="Ra12f2aa75f894bd1" /><Relationship Type="http://schemas.openxmlformats.org/officeDocument/2006/relationships/image" Target="/ppt/media/image63.jpeg" Id="Raedeef047a51481f" /><Relationship Type="http://schemas.openxmlformats.org/officeDocument/2006/relationships/image" Target="/ppt/media/image64.jpeg" Id="Rf0380f2473fb4780" /><Relationship Type="http://schemas.openxmlformats.org/officeDocument/2006/relationships/image" Target="/ppt/media/image65.jpeg" Id="R1eb7aece67a4458d" /><Relationship Type="http://schemas.openxmlformats.org/officeDocument/2006/relationships/notesSlide" Target="/ppt/notesSlides/notesSlide41.xml" Id="R5d53aa452f824e8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17ca14b164dea" /><Relationship Type="http://schemas.openxmlformats.org/officeDocument/2006/relationships/image" Target="/ppt/media/image66.jpeg" Id="R982cefa76f264baf" /><Relationship Type="http://schemas.openxmlformats.org/officeDocument/2006/relationships/notesSlide" Target="/ppt/notesSlides/notesSlide42.xml" Id="R687004d6a98548b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ca29c47014727" /><Relationship Type="http://schemas.openxmlformats.org/officeDocument/2006/relationships/image" Target="/ppt/media/image67.jpeg" Id="R53e5714777714b95" /><Relationship Type="http://schemas.openxmlformats.org/officeDocument/2006/relationships/notesSlide" Target="/ppt/notesSlides/notesSlide43.xml" Id="R37b7e91e181a4b5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21e45fa97439e" /><Relationship Type="http://schemas.openxmlformats.org/officeDocument/2006/relationships/image" Target="/ppt/media/image68.jpeg" Id="Rec0c20673bf04c77" /><Relationship Type="http://schemas.openxmlformats.org/officeDocument/2006/relationships/notesSlide" Target="/ppt/notesSlides/notesSlide44.xml" Id="Rf7a6780a790b4a7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084fbad454d2d" /><Relationship Type="http://schemas.openxmlformats.org/officeDocument/2006/relationships/image" Target="/ppt/media/image69.jpeg" Id="R058607400ad744eb" /><Relationship Type="http://schemas.openxmlformats.org/officeDocument/2006/relationships/notesSlide" Target="/ppt/notesSlides/notesSlide45.xml" Id="Rf65e095b1101477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4508cf7e84973" /><Relationship Type="http://schemas.openxmlformats.org/officeDocument/2006/relationships/image" Target="/ppt/media/image70.jpeg" Id="Rb1a89ad1470446d5" /><Relationship Type="http://schemas.openxmlformats.org/officeDocument/2006/relationships/notesSlide" Target="/ppt/notesSlides/notesSlide46.xml" Id="R1b496281cc4346f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b8def72cb4e60" /><Relationship Type="http://schemas.openxmlformats.org/officeDocument/2006/relationships/image" Target="/ppt/media/image18.png" Id="Rf98cc51065a64dbd" /><Relationship Type="http://schemas.openxmlformats.org/officeDocument/2006/relationships/notesSlide" Target="/ppt/notesSlides/notesSlide47.xml" Id="Rf3a58423b94e46e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b28a0cd274df6" /><Relationship Type="http://schemas.openxmlformats.org/officeDocument/2006/relationships/image" Target="/ppt/media/image71.jpeg" Id="Ra93aa709309c46aa" /><Relationship Type="http://schemas.openxmlformats.org/officeDocument/2006/relationships/notesSlide" Target="/ppt/notesSlides/notesSlide48.xml" Id="R61056f59c6a14e4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a0077e768420b" /><Relationship Type="http://schemas.openxmlformats.org/officeDocument/2006/relationships/image" Target="/ppt/media/image72.jpeg" Id="Rb3f399116cd349f3" /><Relationship Type="http://schemas.openxmlformats.org/officeDocument/2006/relationships/notesSlide" Target="/ppt/notesSlides/notesSlide49.xml" Id="Rcf8c3ef7ae7f419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b8841331e743cf" /><Relationship Type="http://schemas.openxmlformats.org/officeDocument/2006/relationships/image" Target="/ppt/media/image73.jpeg" Id="R519b6de1d41242f2" /><Relationship Type="http://schemas.openxmlformats.org/officeDocument/2006/relationships/notesSlide" Target="/ppt/notesSlides/notesSlide50.xml" Id="R7e40b97a4c0d49f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d2ec1a62b4367" /><Relationship Type="http://schemas.openxmlformats.org/officeDocument/2006/relationships/image" Target="/ppt/media/image74.jpeg" Id="R247b41a8eb8d4be2" /><Relationship Type="http://schemas.openxmlformats.org/officeDocument/2006/relationships/notesSlide" Target="/ppt/notesSlides/notesSlide51.xml" Id="R4fbb37f1f84d456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a47dc06d642e2" /><Relationship Type="http://schemas.openxmlformats.org/officeDocument/2006/relationships/image" Target="/ppt/media/image75.jpeg" Id="R462c8a9878a94eed" /><Relationship Type="http://schemas.openxmlformats.org/officeDocument/2006/relationships/image" Target="/ppt/media/image76.jpeg" Id="R0edc12c472354931" /><Relationship Type="http://schemas.openxmlformats.org/officeDocument/2006/relationships/image" Target="/ppt/media/image77.jpeg" Id="Ra4b461c22d2a4827" /><Relationship Type="http://schemas.openxmlformats.org/officeDocument/2006/relationships/image" Target="/ppt/media/image78.jpeg" Id="Red0207fbbb77471d" /><Relationship Type="http://schemas.openxmlformats.org/officeDocument/2006/relationships/image" Target="/ppt/media/image79.jpeg" Id="Rbdc2835b821540f9" /><Relationship Type="http://schemas.openxmlformats.org/officeDocument/2006/relationships/image" Target="/ppt/media/image80.jpeg" Id="Rd038a79c666e419b" /><Relationship Type="http://schemas.openxmlformats.org/officeDocument/2006/relationships/image" Target="/ppt/media/image81.jpeg" Id="R8b90901b8e114384" /><Relationship Type="http://schemas.openxmlformats.org/officeDocument/2006/relationships/image" Target="/ppt/media/image82.jpeg" Id="R6f265a7bfeef440a" /><Relationship Type="http://schemas.openxmlformats.org/officeDocument/2006/relationships/image" Target="/ppt/media/image83.jpeg" Id="Rad4eebe474cd41cb" /><Relationship Type="http://schemas.openxmlformats.org/officeDocument/2006/relationships/image" Target="/ppt/media/image84.jpeg" Id="R4fa0b338bc624379" /><Relationship Type="http://schemas.openxmlformats.org/officeDocument/2006/relationships/notesSlide" Target="/ppt/notesSlides/notesSlide52.xml" Id="Rd4b5784bdb744df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a2f2b8e8e4375" /><Relationship Type="http://schemas.openxmlformats.org/officeDocument/2006/relationships/image" Target="/ppt/media/image19.png" Id="R270191d7fe854203" /><Relationship Type="http://schemas.openxmlformats.org/officeDocument/2006/relationships/image" Target="/ppt/media/image20.png" Id="R20d5d2b2b304461f" /><Relationship Type="http://schemas.openxmlformats.org/officeDocument/2006/relationships/image" Target="/ppt/media/image85.jpeg" Id="R2768804857424e34" /><Relationship Type="http://schemas.openxmlformats.org/officeDocument/2006/relationships/image" Target="/ppt/media/image86.jpeg" Id="Rd415dc7d7e7c4738" /><Relationship Type="http://schemas.openxmlformats.org/officeDocument/2006/relationships/image" Target="/ppt/media/image87.jpeg" Id="Rdf3082fec5aa4f6c" /><Relationship Type="http://schemas.openxmlformats.org/officeDocument/2006/relationships/image" Target="/ppt/media/image88.jpeg" Id="R1a6f5cb910064869" /><Relationship Type="http://schemas.openxmlformats.org/officeDocument/2006/relationships/image" Target="/ppt/media/image89.jpeg" Id="R45860dbef4a949ee" /><Relationship Type="http://schemas.openxmlformats.org/officeDocument/2006/relationships/image" Target="/ppt/media/image90.jpeg" Id="R733b6bdf37124c0c" /><Relationship Type="http://schemas.openxmlformats.org/officeDocument/2006/relationships/image" Target="/ppt/media/image91.jpeg" Id="R487e9a0879114b10" /><Relationship Type="http://schemas.openxmlformats.org/officeDocument/2006/relationships/image" Target="/ppt/media/image92.jpeg" Id="R1176497405cc47ef" /><Relationship Type="http://schemas.openxmlformats.org/officeDocument/2006/relationships/notesSlide" Target="/ppt/notesSlides/notesSlide53.xml" Id="Rb99bb6a9ba5c4a6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f6a5abf764214" /><Relationship Type="http://schemas.openxmlformats.org/officeDocument/2006/relationships/image" Target="/ppt/media/image93.jpeg" Id="R568be03f72e748fb" /><Relationship Type="http://schemas.openxmlformats.org/officeDocument/2006/relationships/notesSlide" Target="/ppt/notesSlides/notesSlide54.xml" Id="Rd7a6ade73ff8480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574b49ce14855" /><Relationship Type="http://schemas.openxmlformats.org/officeDocument/2006/relationships/image" Target="/ppt/media/image94.jpeg" Id="R80def3be40c74509" /><Relationship Type="http://schemas.openxmlformats.org/officeDocument/2006/relationships/notesSlide" Target="/ppt/notesSlides/notesSlide55.xml" Id="R297506497701400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b5d62b99645e2" /><Relationship Type="http://schemas.openxmlformats.org/officeDocument/2006/relationships/image" Target="/ppt/media/image95.jpeg" Id="R1503d9386eea448e" /><Relationship Type="http://schemas.openxmlformats.org/officeDocument/2006/relationships/notesSlide" Target="/ppt/notesSlides/notesSlide56.xml" Id="R288263f2767944a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aa5c35572476b" /><Relationship Type="http://schemas.openxmlformats.org/officeDocument/2006/relationships/image" Target="/ppt/media/image96.jpeg" Id="Rbdb611256f1f4887" /><Relationship Type="http://schemas.openxmlformats.org/officeDocument/2006/relationships/notesSlide" Target="/ppt/notesSlides/notesSlide57.xml" Id="Rbf9707f95b7848d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ff4536df44753" /><Relationship Type="http://schemas.openxmlformats.org/officeDocument/2006/relationships/image" Target="/ppt/media/image21.png" Id="Re020cee05c0d49d9" /><Relationship Type="http://schemas.openxmlformats.org/officeDocument/2006/relationships/notesSlide" Target="/ppt/notesSlides/notesSlide58.xml" Id="R0411bd7b36884a6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166f5c0eb40d3" /><Relationship Type="http://schemas.openxmlformats.org/officeDocument/2006/relationships/image" Target="/ppt/media/image97.jpeg" Id="R9092acfbd26a4e7b" /><Relationship Type="http://schemas.openxmlformats.org/officeDocument/2006/relationships/notesSlide" Target="/ppt/notesSlides/notesSlide59.xml" Id="R18a3693a27a8412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dace60ac74e96" /><Relationship Type="http://schemas.openxmlformats.org/officeDocument/2006/relationships/image" Target="/ppt/media/image98.jpeg" Id="R6d4841e1d8684721" /><Relationship Type="http://schemas.openxmlformats.org/officeDocument/2006/relationships/notesSlide" Target="/ppt/notesSlides/notesSlide60.xml" Id="R0216da9ea39b4ba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7edcff00f4fe6" /><Relationship Type="http://schemas.openxmlformats.org/officeDocument/2006/relationships/image" Target="/ppt/media/image22.png" Id="R104ebedcba6d4d9c" /><Relationship Type="http://schemas.openxmlformats.org/officeDocument/2006/relationships/notesSlide" Target="/ppt/notesSlides/notesSlide61.xml" Id="Rf64b7a1ba3ad435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5e084651a44d6" /><Relationship Type="http://schemas.openxmlformats.org/officeDocument/2006/relationships/image" Target="/ppt/media/image99.jpeg" Id="Rbb101b8f461243e4" /><Relationship Type="http://schemas.openxmlformats.org/officeDocument/2006/relationships/notesSlide" Target="/ppt/notesSlides/notesSlide62.xml" Id="R26d9cfc8a27f415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dc610f45a44f5" /><Relationship Type="http://schemas.openxmlformats.org/officeDocument/2006/relationships/image" Target="/ppt/media/image100.jpeg" Id="R521a939d77cb4646" /><Relationship Type="http://schemas.openxmlformats.org/officeDocument/2006/relationships/notesSlide" Target="/ppt/notesSlides/notesSlide63.xml" Id="R74715ab3bd1b422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11b9a7db54213" /><Relationship Type="http://schemas.openxmlformats.org/officeDocument/2006/relationships/image" Target="/ppt/media/image23.png" Id="Rf1737d87acbf43a8" /><Relationship Type="http://schemas.openxmlformats.org/officeDocument/2006/relationships/notesSlide" Target="/ppt/notesSlides/notesSlide64.xml" Id="Rbdfd76f6934641a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ad9d9bb5546a2" /><Relationship Type="http://schemas.openxmlformats.org/officeDocument/2006/relationships/image" Target="/ppt/media/image24.png" Id="R574634fc2fcd4281" /><Relationship Type="http://schemas.openxmlformats.org/officeDocument/2006/relationships/notesSlide" Target="/ppt/notesSlides/notesSlide65.xml" Id="R1743fcf2c08d4d4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21514e5b643be" /><Relationship Type="http://schemas.openxmlformats.org/officeDocument/2006/relationships/image" Target="/ppt/media/image101.jpeg" Id="R70008824a2254b26" /><Relationship Type="http://schemas.openxmlformats.org/officeDocument/2006/relationships/notesSlide" Target="/ppt/notesSlides/notesSlide66.xml" Id="R83aabe82f54b43b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65f339f5447b1" /><Relationship Type="http://schemas.openxmlformats.org/officeDocument/2006/relationships/image" Target="/ppt/media/image102.jpeg" Id="R41105ad9f45a44d4" /><Relationship Type="http://schemas.openxmlformats.org/officeDocument/2006/relationships/notesSlide" Target="/ppt/notesSlides/notesSlide67.xml" Id="R5d9992ec5a7940a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b6ddc07024fe4" /><Relationship Type="http://schemas.openxmlformats.org/officeDocument/2006/relationships/image" Target="/ppt/media/image25.png" Id="Re49346503f214737" /><Relationship Type="http://schemas.openxmlformats.org/officeDocument/2006/relationships/notesSlide" Target="/ppt/notesSlides/notesSlide68.xml" Id="R3375b2179d0743d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0a1be5b914a3d" /><Relationship Type="http://schemas.openxmlformats.org/officeDocument/2006/relationships/image" Target="/ppt/media/image103.jpeg" Id="Rff461fcc1ee74ec2" /><Relationship Type="http://schemas.openxmlformats.org/officeDocument/2006/relationships/notesSlide" Target="/ppt/notesSlides/notesSlide69.xml" Id="R01b5955e0a1c48f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617afee9e4088" /><Relationship Type="http://schemas.openxmlformats.org/officeDocument/2006/relationships/image" Target="/ppt/media/image104.jpeg" Id="R448c3a87b27e4d1c" /><Relationship Type="http://schemas.openxmlformats.org/officeDocument/2006/relationships/notesSlide" Target="/ppt/notesSlides/notesSlide70.xml" Id="R41265eb885c14ad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f1947d41f4880" /><Relationship Type="http://schemas.openxmlformats.org/officeDocument/2006/relationships/image" Target="/ppt/media/image105.jpeg" Id="R5a38781ea94b4949" /><Relationship Type="http://schemas.openxmlformats.org/officeDocument/2006/relationships/notesSlide" Target="/ppt/notesSlides/notesSlide71.xml" Id="R62afb95fd2bd45b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6476f8c534617" /><Relationship Type="http://schemas.openxmlformats.org/officeDocument/2006/relationships/image" Target="/ppt/media/image106.jpeg" Id="R633323f33f9a4b35" /><Relationship Type="http://schemas.openxmlformats.org/officeDocument/2006/relationships/notesSlide" Target="/ppt/notesSlides/notesSlide72.xml" Id="R38b5cac0d50546a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e43109d0d4f51" /><Relationship Type="http://schemas.openxmlformats.org/officeDocument/2006/relationships/image" Target="/ppt/media/image107.jpeg" Id="R72f804b6dade4672" /><Relationship Type="http://schemas.openxmlformats.org/officeDocument/2006/relationships/notesSlide" Target="/ppt/notesSlides/notesSlide73.xml" Id="R8d994593f90a4fc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edc9d4c084ec6" /><Relationship Type="http://schemas.openxmlformats.org/officeDocument/2006/relationships/image" Target="/ppt/media/image108.jpeg" Id="Re6ca88e9d66c4f65" /><Relationship Type="http://schemas.openxmlformats.org/officeDocument/2006/relationships/image" Target="/ppt/media/image109.jpeg" Id="R4446623008dd4a9c" /><Relationship Type="http://schemas.openxmlformats.org/officeDocument/2006/relationships/image" Target="/ppt/media/image110.jpeg" Id="R2a6a71476acb4d4b" /><Relationship Type="http://schemas.openxmlformats.org/officeDocument/2006/relationships/image" Target="/ppt/media/image111.jpeg" Id="R406a6f622f08424b" /><Relationship Type="http://schemas.openxmlformats.org/officeDocument/2006/relationships/image" Target="/ppt/media/image112.jpeg" Id="R01769c9fb0384ee0" /><Relationship Type="http://schemas.openxmlformats.org/officeDocument/2006/relationships/image" Target="/ppt/media/image113.jpeg" Id="Rc26b9d8a03ee427c" /><Relationship Type="http://schemas.openxmlformats.org/officeDocument/2006/relationships/image" Target="/ppt/media/image114.jpeg" Id="Rcc8d2b4ddfba4125" /><Relationship Type="http://schemas.openxmlformats.org/officeDocument/2006/relationships/image" Target="/ppt/media/image115.jpeg" Id="R0323820a66a94672" /><Relationship Type="http://schemas.openxmlformats.org/officeDocument/2006/relationships/image" Target="/ppt/media/image116.jpeg" Id="R17dcf053139e43e3" /><Relationship Type="http://schemas.openxmlformats.org/officeDocument/2006/relationships/notesSlide" Target="/ppt/notesSlides/notesSlide74.xml" Id="Rc017aee6c369474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c07497e2043c4" /><Relationship Type="http://schemas.openxmlformats.org/officeDocument/2006/relationships/image" Target="/ppt/media/image117.jpeg" Id="Re27d50cf9e574cad" /><Relationship Type="http://schemas.openxmlformats.org/officeDocument/2006/relationships/image" Target="/ppt/media/image118.jpeg" Id="R62b8671eaf214f08" /><Relationship Type="http://schemas.openxmlformats.org/officeDocument/2006/relationships/image" Target="/ppt/media/image119.jpeg" Id="R7e5e43034f0941d2" /><Relationship Type="http://schemas.openxmlformats.org/officeDocument/2006/relationships/image" Target="/ppt/media/image120.jpeg" Id="R8e32d83f4bb8485d" /><Relationship Type="http://schemas.openxmlformats.org/officeDocument/2006/relationships/image" Target="/ppt/media/image26.png" Id="Rf4b4ceb39752499a" /><Relationship Type="http://schemas.openxmlformats.org/officeDocument/2006/relationships/image" Target="/ppt/media/image121.jpeg" Id="Rc21ae607bb604901" /><Relationship Type="http://schemas.openxmlformats.org/officeDocument/2006/relationships/image" Target="/ppt/media/image122.jpeg" Id="R6b4b053e21ac4522" /><Relationship Type="http://schemas.openxmlformats.org/officeDocument/2006/relationships/image" Target="/ppt/media/image123.jpeg" Id="R4e01567d60654a29" /><Relationship Type="http://schemas.openxmlformats.org/officeDocument/2006/relationships/notesSlide" Target="/ppt/notesSlides/notesSlide75.xml" Id="Rb84b0a8d94b9412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0839cd6e94b8b" /><Relationship Type="http://schemas.openxmlformats.org/officeDocument/2006/relationships/image" Target="/ppt/media/image124.jpeg" Id="Rbd506b1c5659416b" /><Relationship Type="http://schemas.openxmlformats.org/officeDocument/2006/relationships/notesSlide" Target="/ppt/notesSlides/notesSlide76.xml" Id="R884989ec1b704550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b4deaa7d0431e" /><Relationship Type="http://schemas.openxmlformats.org/officeDocument/2006/relationships/image" Target="/ppt/media/image125.jpeg" Id="Rbd1fade64e8842b2" /><Relationship Type="http://schemas.openxmlformats.org/officeDocument/2006/relationships/notesSlide" Target="/ppt/notesSlides/notesSlide77.xml" Id="Ra3aa985cd61d443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39f027a0b4c8d" /><Relationship Type="http://schemas.openxmlformats.org/officeDocument/2006/relationships/image" Target="/ppt/media/image126.jpeg" Id="Rbdeb0e4671714d4e" /><Relationship Type="http://schemas.openxmlformats.org/officeDocument/2006/relationships/notesSlide" Target="/ppt/notesSlides/notesSlide78.xml" Id="R343c024e96e3458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609fa757a4e0e" /><Relationship Type="http://schemas.openxmlformats.org/officeDocument/2006/relationships/image" Target="/ppt/media/image127.jpeg" Id="R7b2bb8c787f34ae1" /><Relationship Type="http://schemas.openxmlformats.org/officeDocument/2006/relationships/notesSlide" Target="/ppt/notesSlides/notesSlide79.xml" Id="R0d57117c620d468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d90f4daa9494e" /><Relationship Type="http://schemas.openxmlformats.org/officeDocument/2006/relationships/image" Target="/ppt/media/image128.jpeg" Id="R3bf01f85400a4df4" /><Relationship Type="http://schemas.openxmlformats.org/officeDocument/2006/relationships/notesSlide" Target="/ppt/notesSlides/notesSlide80.xml" Id="Rfdccdb1fceed4f6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c673a6ee647fa" /><Relationship Type="http://schemas.openxmlformats.org/officeDocument/2006/relationships/image" Target="/ppt/media/image27.png" Id="R14ae92e600614922" /><Relationship Type="http://schemas.openxmlformats.org/officeDocument/2006/relationships/notesSlide" Target="/ppt/notesSlides/notesSlide81.xml" Id="R0cb4cb26b8094ab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6ae3ba7b94f13" /><Relationship Type="http://schemas.openxmlformats.org/officeDocument/2006/relationships/image" Target="/ppt/media/image129.jpeg" Id="R72564cf176114e05" /><Relationship Type="http://schemas.openxmlformats.org/officeDocument/2006/relationships/notesSlide" Target="/ppt/notesSlides/notesSlide82.xml" Id="Ra6a67ba057ac46d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64705c4f74273" /><Relationship Type="http://schemas.openxmlformats.org/officeDocument/2006/relationships/image" Target="/ppt/media/image130.jpeg" Id="Rbd25def303654d9e" /><Relationship Type="http://schemas.openxmlformats.org/officeDocument/2006/relationships/notesSlide" Target="/ppt/notesSlides/notesSlide83.xml" Id="R3c48f2f0b0e74cf0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072962e724ac9" /><Relationship Type="http://schemas.openxmlformats.org/officeDocument/2006/relationships/image" Target="/ppt/media/image131.jpeg" Id="R7a75c4693f054868" /><Relationship Type="http://schemas.openxmlformats.org/officeDocument/2006/relationships/notesSlide" Target="/ppt/notesSlides/notesSlide84.xml" Id="Rd8142de2f1ca488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c8c51b5bc471c" /><Relationship Type="http://schemas.openxmlformats.org/officeDocument/2006/relationships/image" Target="/ppt/media/image132.jpeg" Id="R272844dc3e924887" /><Relationship Type="http://schemas.openxmlformats.org/officeDocument/2006/relationships/notesSlide" Target="/ppt/notesSlides/notesSlide85.xml" Id="R761d3f71531b452f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d870043aa4eb2" /><Relationship Type="http://schemas.openxmlformats.org/officeDocument/2006/relationships/image" Target="/ppt/media/image133.jpeg" Id="R66dec91099064a85" /><Relationship Type="http://schemas.openxmlformats.org/officeDocument/2006/relationships/notesSlide" Target="/ppt/notesSlides/notesSlide86.xml" Id="Rc504c775924644fa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7273b54464b08" /><Relationship Type="http://schemas.openxmlformats.org/officeDocument/2006/relationships/image" Target="/ppt/media/image134.jpeg" Id="R963c9ca7c4bb4eb8" /><Relationship Type="http://schemas.openxmlformats.org/officeDocument/2006/relationships/notesSlide" Target="/ppt/notesSlides/notesSlide87.xml" Id="Re4852036a75c479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8667aac9a42ea" /><Relationship Type="http://schemas.openxmlformats.org/officeDocument/2006/relationships/image" Target="/ppt/media/image135.jpeg" Id="Rd39a5db00a154379" /><Relationship Type="http://schemas.openxmlformats.org/officeDocument/2006/relationships/notesSlide" Target="/ppt/notesSlides/notesSlide88.xml" Id="R4f5e1841bcc74ec0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a862557d34e64" /><Relationship Type="http://schemas.openxmlformats.org/officeDocument/2006/relationships/image" Target="/ppt/media/image28.png" Id="Rfeadb812625e496d" /><Relationship Type="http://schemas.openxmlformats.org/officeDocument/2006/relationships/notesSlide" Target="/ppt/notesSlides/notesSlide89.xml" Id="Rec3e2dd8b11e4625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59964c48b4417" /><Relationship Type="http://schemas.openxmlformats.org/officeDocument/2006/relationships/image" Target="/ppt/media/image136.jpeg" Id="R9735e95708634fab" /><Relationship Type="http://schemas.openxmlformats.org/officeDocument/2006/relationships/notesSlide" Target="/ppt/notesSlides/notesSlide90.xml" Id="R41bac5d70d554d3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1a4b165e34b4f" /><Relationship Type="http://schemas.openxmlformats.org/officeDocument/2006/relationships/image" Target="/ppt/media/image137.jpeg" Id="R06fb06439d964349" /><Relationship Type="http://schemas.openxmlformats.org/officeDocument/2006/relationships/notesSlide" Target="/ppt/notesSlides/notesSlide91.xml" Id="Re7ddc088959d4d8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b45f69e0c4de9" /><Relationship Type="http://schemas.openxmlformats.org/officeDocument/2006/relationships/image" Target="/ppt/media/image138.jpeg" Id="R51c87aa87e0f4d90" /><Relationship Type="http://schemas.openxmlformats.org/officeDocument/2006/relationships/notesSlide" Target="/ppt/notesSlides/notesSlide92.xml" Id="Redae4e7ec71940eb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a4bb5827d4e16" /><Relationship Type="http://schemas.openxmlformats.org/officeDocument/2006/relationships/image" Target="/ppt/media/image139.jpeg" Id="Ra15464c9d12a4212" /><Relationship Type="http://schemas.openxmlformats.org/officeDocument/2006/relationships/image" Target="/ppt/media/image140.jpeg" Id="R05416f742f9e47c4" /><Relationship Type="http://schemas.openxmlformats.org/officeDocument/2006/relationships/image" Target="/ppt/media/image141.jpeg" Id="Rcbb005f0256c42fe" /><Relationship Type="http://schemas.openxmlformats.org/officeDocument/2006/relationships/image" Target="/ppt/media/image142.jpeg" Id="R00f3a74aa1ca4e77" /><Relationship Type="http://schemas.openxmlformats.org/officeDocument/2006/relationships/image" Target="/ppt/media/image143.jpeg" Id="Rf3f4ff48d9444cd2" /><Relationship Type="http://schemas.openxmlformats.org/officeDocument/2006/relationships/image" Target="/ppt/media/image144.jpeg" Id="R91324495e4f44523" /><Relationship Type="http://schemas.openxmlformats.org/officeDocument/2006/relationships/image" Target="/ppt/media/image145.jpeg" Id="Rb03e01a39d554c1b" /><Relationship Type="http://schemas.openxmlformats.org/officeDocument/2006/relationships/image" Target="/ppt/media/image146.jpeg" Id="Rf59019262ebd49d8" /><Relationship Type="http://schemas.openxmlformats.org/officeDocument/2006/relationships/image" Target="/ppt/media/image147.jpeg" Id="Racf25257e582417c" /><Relationship Type="http://schemas.openxmlformats.org/officeDocument/2006/relationships/notesSlide" Target="/ppt/notesSlides/notesSlide93.xml" Id="R330a0c1151f3427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fc1052ac0419f" /><Relationship Type="http://schemas.openxmlformats.org/officeDocument/2006/relationships/image" Target="/ppt/media/image148.jpeg" Id="Rd71e459834fb4590" /><Relationship Type="http://schemas.openxmlformats.org/officeDocument/2006/relationships/image" Target="/ppt/media/image149.jpeg" Id="Ra381ac9121834bf4" /><Relationship Type="http://schemas.openxmlformats.org/officeDocument/2006/relationships/image" Target="/ppt/media/image150.jpeg" Id="R53e7b54d89464a14" /><Relationship Type="http://schemas.openxmlformats.org/officeDocument/2006/relationships/image" Target="/ppt/media/image151.jpeg" Id="R5dc409d8212e4bd1" /><Relationship Type="http://schemas.openxmlformats.org/officeDocument/2006/relationships/image" Target="/ppt/media/image152.jpeg" Id="Rff3beec9955f4ac5" /><Relationship Type="http://schemas.openxmlformats.org/officeDocument/2006/relationships/image" Target="/ppt/media/image153.jpeg" Id="Rd6ceaf211012463e" /><Relationship Type="http://schemas.openxmlformats.org/officeDocument/2006/relationships/image" Target="/ppt/media/image154.jpeg" Id="R34203cf5a76b4c70" /><Relationship Type="http://schemas.openxmlformats.org/officeDocument/2006/relationships/image" Target="/ppt/media/image155.jpeg" Id="R7601de5c29564626" /><Relationship Type="http://schemas.openxmlformats.org/officeDocument/2006/relationships/notesSlide" Target="/ppt/notesSlides/notesSlide94.xml" Id="R222fea3939c046c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f5990545f40db" /><Relationship Type="http://schemas.openxmlformats.org/officeDocument/2006/relationships/image" Target="/ppt/media/image156.jpeg" Id="R36b497d3cbe3427f" /><Relationship Type="http://schemas.openxmlformats.org/officeDocument/2006/relationships/image" Target="/ppt/media/image157.jpeg" Id="R1701a21638a04621" /><Relationship Type="http://schemas.openxmlformats.org/officeDocument/2006/relationships/image" Target="/ppt/media/image158.jpeg" Id="Rd398fb1ed9404faf" /><Relationship Type="http://schemas.openxmlformats.org/officeDocument/2006/relationships/image" Target="/ppt/media/image159.jpeg" Id="R552c4d82e2f745e7" /><Relationship Type="http://schemas.openxmlformats.org/officeDocument/2006/relationships/image" Target="/ppt/media/image160.jpeg" Id="R7e1e8580a8374b6f" /><Relationship Type="http://schemas.openxmlformats.org/officeDocument/2006/relationships/image" Target="/ppt/media/image161.jpeg" Id="R1fd483ff35bf43d0" /><Relationship Type="http://schemas.openxmlformats.org/officeDocument/2006/relationships/image" Target="/ppt/media/image29.png" Id="R4682545cbba24c68" /><Relationship Type="http://schemas.openxmlformats.org/officeDocument/2006/relationships/image" Target="/ppt/media/image162.jpeg" Id="R9e07d6d611d2427b" /><Relationship Type="http://schemas.openxmlformats.org/officeDocument/2006/relationships/notesSlide" Target="/ppt/notesSlides/notesSlide95.xml" Id="Re0886b765dfd40a1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282bf1fb84c65" /><Relationship Type="http://schemas.openxmlformats.org/officeDocument/2006/relationships/image" Target="/ppt/media/image163.jpeg" Id="Rc53ebdefe06e4600" /><Relationship Type="http://schemas.openxmlformats.org/officeDocument/2006/relationships/image" Target="/ppt/media/image164.jpeg" Id="R4e14a19f6009490f" /><Relationship Type="http://schemas.openxmlformats.org/officeDocument/2006/relationships/image" Target="/ppt/media/image165.jpeg" Id="R29987d0f6aaf4a03" /><Relationship Type="http://schemas.openxmlformats.org/officeDocument/2006/relationships/image" Target="/ppt/media/image166.jpeg" Id="Rd5e8136474c549c4" /><Relationship Type="http://schemas.openxmlformats.org/officeDocument/2006/relationships/image" Target="/ppt/media/image167.jpeg" Id="Rdc476f9062ec4dd5" /><Relationship Type="http://schemas.openxmlformats.org/officeDocument/2006/relationships/image" Target="/ppt/media/image30.png" Id="R1474c1deb0e34b68" /><Relationship Type="http://schemas.openxmlformats.org/officeDocument/2006/relationships/image" Target="/ppt/media/image168.jpeg" Id="R1a7052f5af5c434b" /><Relationship Type="http://schemas.openxmlformats.org/officeDocument/2006/relationships/image" Target="/ppt/media/image169.jpeg" Id="Re54b12dd1779477b" /><Relationship Type="http://schemas.openxmlformats.org/officeDocument/2006/relationships/notesSlide" Target="/ppt/notesSlides/notesSlide96.xml" Id="R17a59a39a32b4e1c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65149e5294de1" /><Relationship Type="http://schemas.openxmlformats.org/officeDocument/2006/relationships/image" Target="/ppt/media/image170.jpeg" Id="R2053a7f676ad4a0f" /><Relationship Type="http://schemas.openxmlformats.org/officeDocument/2006/relationships/image" Target="/ppt/media/image171.jpeg" Id="Rb1ce8e6d348a4fdf" /><Relationship Type="http://schemas.openxmlformats.org/officeDocument/2006/relationships/image" Target="/ppt/media/image172.jpeg" Id="R0ba611d064b74145" /><Relationship Type="http://schemas.openxmlformats.org/officeDocument/2006/relationships/image" Target="/ppt/media/image173.jpeg" Id="R8d24027c7a3c4358" /><Relationship Type="http://schemas.openxmlformats.org/officeDocument/2006/relationships/image" Target="/ppt/media/image174.jpeg" Id="Re0df08352e30461b" /><Relationship Type="http://schemas.openxmlformats.org/officeDocument/2006/relationships/image" Target="/ppt/media/image175.jpeg" Id="Re720d0b7a13c4599" /><Relationship Type="http://schemas.openxmlformats.org/officeDocument/2006/relationships/image" Target="/ppt/media/image176.jpeg" Id="Rc17bd4fdc6494a06" /><Relationship Type="http://schemas.openxmlformats.org/officeDocument/2006/relationships/image" Target="/ppt/media/image177.jpeg" Id="R4182a6c5ebd043f3" /><Relationship Type="http://schemas.openxmlformats.org/officeDocument/2006/relationships/notesSlide" Target="/ppt/notesSlides/notesSlide97.xml" Id="R44370f7ef8cf45a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df6afe7394230" /><Relationship Type="http://schemas.openxmlformats.org/officeDocument/2006/relationships/image" Target="/ppt/media/image178.jpeg" Id="R68ea328d9bfb4c2d" /><Relationship Type="http://schemas.openxmlformats.org/officeDocument/2006/relationships/notesSlide" Target="/ppt/notesSlides/notesSlide98.xml" Id="Ra7bc6b1731694676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30df2e7a64efc" /><Relationship Type="http://schemas.openxmlformats.org/officeDocument/2006/relationships/image" Target="/ppt/media/image179.jpeg" Id="R560cdee9ef7f4dbb" /><Relationship Type="http://schemas.openxmlformats.org/officeDocument/2006/relationships/notesSlide" Target="/ppt/notesSlides/notesSlide99.xml" Id="Re600daa1bfdb4620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73d016a4e4501" /><Relationship Type="http://schemas.openxmlformats.org/officeDocument/2006/relationships/image" Target="/ppt/media/image180.jpeg" Id="R84564126087b4e19" /><Relationship Type="http://schemas.openxmlformats.org/officeDocument/2006/relationships/notesSlide" Target="/ppt/notesSlides/notesSlide100.xml" Id="R090e11e494974309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8d786565c4096" /><Relationship Type="http://schemas.openxmlformats.org/officeDocument/2006/relationships/image" Target="/ppt/media/image181.jpeg" Id="R05723b09e41f432b" /><Relationship Type="http://schemas.openxmlformats.org/officeDocument/2006/relationships/notesSlide" Target="/ppt/notesSlides/notesSlide101.xml" Id="Rfc7eacf79872498e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47c8115ab4289" /><Relationship Type="http://schemas.openxmlformats.org/officeDocument/2006/relationships/image" Target="/ppt/media/image182.jpeg" Id="Rf3ee8fd755574b38" /><Relationship Type="http://schemas.openxmlformats.org/officeDocument/2006/relationships/notesSlide" Target="/ppt/notesSlides/notesSlide102.xml" Id="R0975b503d8a34b4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5264295444da7" /><Relationship Type="http://schemas.openxmlformats.org/officeDocument/2006/relationships/image" Target="/ppt/media/image183.jpeg" Id="R0f853554879a495a" /><Relationship Type="http://schemas.openxmlformats.org/officeDocument/2006/relationships/notesSlide" Target="/ppt/notesSlides/notesSlide103.xml" Id="Rb1d9b5f23ffc413e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59f41e4454e1a" /><Relationship Type="http://schemas.openxmlformats.org/officeDocument/2006/relationships/image" Target="/ppt/media/image184.jpeg" Id="R7f92995062e847c3" /><Relationship Type="http://schemas.openxmlformats.org/officeDocument/2006/relationships/notesSlide" Target="/ppt/notesSlides/notesSlide104.xml" Id="R72b16466c66146c0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b539c83e64ea8" /><Relationship Type="http://schemas.openxmlformats.org/officeDocument/2006/relationships/image" Target="/ppt/media/image185.jpeg" Id="R3d62d5f68bdd4ad7" /><Relationship Type="http://schemas.openxmlformats.org/officeDocument/2006/relationships/notesSlide" Target="/ppt/notesSlides/notesSlide105.xml" Id="R117bbd2d83ab42c3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406c3c0cb477e" /><Relationship Type="http://schemas.openxmlformats.org/officeDocument/2006/relationships/image" Target="/ppt/media/image186.jpeg" Id="Ra9f5d7bfa25d48da" /><Relationship Type="http://schemas.openxmlformats.org/officeDocument/2006/relationships/notesSlide" Target="/ppt/notesSlides/notesSlide106.xml" Id="Rbc7907a8f63f4af8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0b17fd6aa45c2" /><Relationship Type="http://schemas.openxmlformats.org/officeDocument/2006/relationships/image" Target="/ppt/media/image187.jpeg" Id="R207840bc57384060" /><Relationship Type="http://schemas.openxmlformats.org/officeDocument/2006/relationships/notesSlide" Target="/ppt/notesSlides/notesSlide107.xml" Id="Rd1eb0a11f9da4b1c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6fd4165bf4a24" /><Relationship Type="http://schemas.openxmlformats.org/officeDocument/2006/relationships/image" Target="/ppt/media/image188.jpeg" Id="Rb62fbb039e7547b6" /><Relationship Type="http://schemas.openxmlformats.org/officeDocument/2006/relationships/notesSlide" Target="/ppt/notesSlides/notesSlide108.xml" Id="R477087c96d0c4ac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91debc8784f91" /><Relationship Type="http://schemas.openxmlformats.org/officeDocument/2006/relationships/image" Target="/ppt/media/image189.jpeg" Id="Rc5e1dabaf0b04757" /><Relationship Type="http://schemas.openxmlformats.org/officeDocument/2006/relationships/notesSlide" Target="/ppt/notesSlides/notesSlide109.xml" Id="Re95dcdd62cd740ce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8100898e0444a" /><Relationship Type="http://schemas.openxmlformats.org/officeDocument/2006/relationships/image" Target="/ppt/media/image190.jpeg" Id="R2e369626c836464f" /><Relationship Type="http://schemas.openxmlformats.org/officeDocument/2006/relationships/notesSlide" Target="/ppt/notesSlides/notesSlide110.xml" Id="R1929b80642ab4ba5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1bd00bb324e72" /><Relationship Type="http://schemas.openxmlformats.org/officeDocument/2006/relationships/image" Target="/ppt/media/image191.jpeg" Id="Rf88de3ff719048b8" /><Relationship Type="http://schemas.openxmlformats.org/officeDocument/2006/relationships/notesSlide" Target="/ppt/notesSlides/notesSlide111.xml" Id="R81571a315824440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84a71d439495c" /><Relationship Type="http://schemas.openxmlformats.org/officeDocument/2006/relationships/image" Target="/ppt/media/image192.jpeg" Id="R29c96ff0f6d94444" /><Relationship Type="http://schemas.openxmlformats.org/officeDocument/2006/relationships/notesSlide" Target="/ppt/notesSlides/notesSlide112.xml" Id="R4a6a6adbbf6246a4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3a708d4d94639" /><Relationship Type="http://schemas.openxmlformats.org/officeDocument/2006/relationships/image" Target="/ppt/media/image193.jpeg" Id="Ra111e5e44f4d4444" /><Relationship Type="http://schemas.openxmlformats.org/officeDocument/2006/relationships/notesSlide" Target="/ppt/notesSlides/notesSlide113.xml" Id="R23ae46d1101c452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fa1f3603b411d" /><Relationship Type="http://schemas.openxmlformats.org/officeDocument/2006/relationships/image" Target="/ppt/media/image194.jpeg" Id="R742068cb58204b3d" /><Relationship Type="http://schemas.openxmlformats.org/officeDocument/2006/relationships/notesSlide" Target="/ppt/notesSlides/notesSlide114.xml" Id="R95f8ea4b9abc46f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116e450f34cba" /><Relationship Type="http://schemas.openxmlformats.org/officeDocument/2006/relationships/image" Target="/ppt/media/image195.jpeg" Id="R4b538e1c9d79483e" /><Relationship Type="http://schemas.openxmlformats.org/officeDocument/2006/relationships/notesSlide" Target="/ppt/notesSlides/notesSlide115.xml" Id="R433b573fb3a641b7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1801f98534f3d" /><Relationship Type="http://schemas.openxmlformats.org/officeDocument/2006/relationships/image" Target="/ppt/media/image196.jpeg" Id="Reb3c87fdb7144167" /><Relationship Type="http://schemas.openxmlformats.org/officeDocument/2006/relationships/notesSlide" Target="/ppt/notesSlides/notesSlide116.xml" Id="R18073952f5234542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c0179d190472e" /><Relationship Type="http://schemas.openxmlformats.org/officeDocument/2006/relationships/image" Target="/ppt/media/image197.jpeg" Id="Rf3f65687567641ad" /><Relationship Type="http://schemas.openxmlformats.org/officeDocument/2006/relationships/notesSlide" Target="/ppt/notesSlides/notesSlide117.xml" Id="R188aaa8c3e21411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e14cb10c54f32" /><Relationship Type="http://schemas.openxmlformats.org/officeDocument/2006/relationships/image" Target="/ppt/media/image198.jpeg" Id="R1d35ae6715544b8d" /><Relationship Type="http://schemas.openxmlformats.org/officeDocument/2006/relationships/notesSlide" Target="/ppt/notesSlides/notesSlide118.xml" Id="R324dd9112ef64dc1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1ed61ea964a2b" /><Relationship Type="http://schemas.openxmlformats.org/officeDocument/2006/relationships/image" Target="/ppt/media/image199.jpeg" Id="R3998fe150a154391" /><Relationship Type="http://schemas.openxmlformats.org/officeDocument/2006/relationships/notesSlide" Target="/ppt/notesSlides/notesSlide119.xml" Id="R9598fb19d1634422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16638f2b24183" /><Relationship Type="http://schemas.openxmlformats.org/officeDocument/2006/relationships/image" Target="/ppt/media/image200.jpeg" Id="R21d28aaa354348bb" /><Relationship Type="http://schemas.openxmlformats.org/officeDocument/2006/relationships/notesSlide" Target="/ppt/notesSlides/notesSlide120.xml" Id="Reb20a547130b48c0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06461e5fb470e" /><Relationship Type="http://schemas.openxmlformats.org/officeDocument/2006/relationships/image" Target="/ppt/media/image31.png" Id="Rcc95ece6e3604e9a" /><Relationship Type="http://schemas.openxmlformats.org/officeDocument/2006/relationships/notesSlide" Target="/ppt/notesSlides/notesSlide121.xml" Id="R41256ad1f2874219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5ba5df09b497d" /><Relationship Type="http://schemas.openxmlformats.org/officeDocument/2006/relationships/image" Target="/ppt/media/image201.jpeg" Id="Ra5997fe7d9124962" /><Relationship Type="http://schemas.openxmlformats.org/officeDocument/2006/relationships/notesSlide" Target="/ppt/notesSlides/notesSlide122.xml" Id="R505327fc8ace4a0f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736421e244ded" /><Relationship Type="http://schemas.openxmlformats.org/officeDocument/2006/relationships/image" Target="/ppt/media/image202.jpeg" Id="R315f48d507d24e46" /><Relationship Type="http://schemas.openxmlformats.org/officeDocument/2006/relationships/notesSlide" Target="/ppt/notesSlides/notesSlide123.xml" Id="Rc10911ac842540a0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7ccf4dd6d489b" /><Relationship Type="http://schemas.openxmlformats.org/officeDocument/2006/relationships/image" Target="/ppt/media/image203.jpeg" Id="R8d4d14d514ca45c7" /><Relationship Type="http://schemas.openxmlformats.org/officeDocument/2006/relationships/notesSlide" Target="/ppt/notesSlides/notesSlide124.xml" Id="R62799fadd2fc4b4e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c328c33594bf7" /><Relationship Type="http://schemas.openxmlformats.org/officeDocument/2006/relationships/image" Target="/ppt/media/image204.jpeg" Id="R04cc1fa3721a4261" /><Relationship Type="http://schemas.openxmlformats.org/officeDocument/2006/relationships/notesSlide" Target="/ppt/notesSlides/notesSlide125.xml" Id="R8657045c4fdc44d0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c97185ef442cf" /><Relationship Type="http://schemas.openxmlformats.org/officeDocument/2006/relationships/image" Target="/ppt/media/image205.jpeg" Id="R699b85a28ef54d04" /><Relationship Type="http://schemas.openxmlformats.org/officeDocument/2006/relationships/notesSlide" Target="/ppt/notesSlides/notesSlide126.xml" Id="Rf21b8d138c49472a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af2fd3e9f4ccb" /><Relationship Type="http://schemas.openxmlformats.org/officeDocument/2006/relationships/image" Target="/ppt/media/image206.jpeg" Id="R49907140dbe74705" /><Relationship Type="http://schemas.openxmlformats.org/officeDocument/2006/relationships/notesSlide" Target="/ppt/notesSlides/notesSlide127.xml" Id="R856e87608c974fa4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fc4a7860b42a9" /><Relationship Type="http://schemas.openxmlformats.org/officeDocument/2006/relationships/image" Target="/ppt/media/image32.png" Id="R356ba0ad709f405a" /><Relationship Type="http://schemas.openxmlformats.org/officeDocument/2006/relationships/notesSlide" Target="/ppt/notesSlides/notesSlide128.xml" Id="R352bcc6cf416423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8d8980fe2494b" /><Relationship Type="http://schemas.openxmlformats.org/officeDocument/2006/relationships/image" Target="/ppt/media/image207.jpeg" Id="R958bb884b05e48f8" /><Relationship Type="http://schemas.openxmlformats.org/officeDocument/2006/relationships/notesSlide" Target="/ppt/notesSlides/notesSlide129.xml" Id="R6aeaeafcafaa4e1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c71fe001e43d2" /><Relationship Type="http://schemas.openxmlformats.org/officeDocument/2006/relationships/image" Target="/ppt/media/image208.jpeg" Id="R88a0200fbf104fd5" /><Relationship Type="http://schemas.openxmlformats.org/officeDocument/2006/relationships/notesSlide" Target="/ppt/notesSlides/notesSlide130.xml" Id="R4ebc182905744d43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0088f9d324d3d" /><Relationship Type="http://schemas.openxmlformats.org/officeDocument/2006/relationships/image" Target="/ppt/media/image209.jpeg" Id="R5a9965e2943b483e" /><Relationship Type="http://schemas.openxmlformats.org/officeDocument/2006/relationships/notesSlide" Target="/ppt/notesSlides/notesSlide131.xml" Id="Rb46fe203f2ee4f6b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2aa1c134d43ad" /><Relationship Type="http://schemas.openxmlformats.org/officeDocument/2006/relationships/image" Target="/ppt/media/image210.jpeg" Id="R9b54010f70044b7a" /><Relationship Type="http://schemas.openxmlformats.org/officeDocument/2006/relationships/notesSlide" Target="/ppt/notesSlides/notesSlide132.xml" Id="R5966f7423dab4d03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e514fe90f4b6a" /><Relationship Type="http://schemas.openxmlformats.org/officeDocument/2006/relationships/image" Target="/ppt/media/image211.jpeg" Id="R39582beac81e4706" /><Relationship Type="http://schemas.openxmlformats.org/officeDocument/2006/relationships/notesSlide" Target="/ppt/notesSlides/notesSlide133.xml" Id="Ra2b57975518b485a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37eff23234f7d" /><Relationship Type="http://schemas.openxmlformats.org/officeDocument/2006/relationships/image" Target="/ppt/media/image212.jpeg" Id="Re4b61c1219e54650" /><Relationship Type="http://schemas.openxmlformats.org/officeDocument/2006/relationships/notesSlide" Target="/ppt/notesSlides/notesSlide134.xml" Id="R5f963c13dc914a85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35d731be64edc" /><Relationship Type="http://schemas.openxmlformats.org/officeDocument/2006/relationships/image" Target="/ppt/media/image213.jpeg" Id="Ra17254a226634fa6" /><Relationship Type="http://schemas.openxmlformats.org/officeDocument/2006/relationships/notesSlide" Target="/ppt/notesSlides/notesSlide135.xml" Id="R5667073d36b3467a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7f33e087a4c50" /><Relationship Type="http://schemas.openxmlformats.org/officeDocument/2006/relationships/image" Target="/ppt/media/image214.jpeg" Id="Rdacd566fca0d46e1" /><Relationship Type="http://schemas.openxmlformats.org/officeDocument/2006/relationships/notesSlide" Target="/ppt/notesSlides/notesSlide136.xml" Id="R75e31d2870bb47fb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6f23a043b423f" /><Relationship Type="http://schemas.openxmlformats.org/officeDocument/2006/relationships/image" Target="/ppt/media/image215.jpeg" Id="R91db54cebe5f412e" /><Relationship Type="http://schemas.openxmlformats.org/officeDocument/2006/relationships/notesSlide" Target="/ppt/notesSlides/notesSlide137.xml" Id="R70b8a99c2c0645a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6fd00d7084ef7" /><Relationship Type="http://schemas.openxmlformats.org/officeDocument/2006/relationships/image" Target="/ppt/media/image216.jpeg" Id="Ra1252a4f1a6a4a4a" /><Relationship Type="http://schemas.openxmlformats.org/officeDocument/2006/relationships/notesSlide" Target="/ppt/notesSlides/notesSlide138.xml" Id="Rfb7537cb12de4af5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9b608042c45b9" /><Relationship Type="http://schemas.openxmlformats.org/officeDocument/2006/relationships/image" Target="/ppt/media/image217.jpeg" Id="Rfcf7c304983942d4" /><Relationship Type="http://schemas.openxmlformats.org/officeDocument/2006/relationships/image" Target="/ppt/media/image218.jpeg" Id="R80c9ddb2d0cc4624" /><Relationship Type="http://schemas.openxmlformats.org/officeDocument/2006/relationships/image" Target="/ppt/media/image219.jpeg" Id="R0c4b974e804040fa" /><Relationship Type="http://schemas.openxmlformats.org/officeDocument/2006/relationships/image" Target="/ppt/media/image220.jpeg" Id="R8e5c3f1489e7490c" /><Relationship Type="http://schemas.openxmlformats.org/officeDocument/2006/relationships/image" Target="/ppt/media/image221.jpeg" Id="R3b808d2ba5d240ea" /><Relationship Type="http://schemas.openxmlformats.org/officeDocument/2006/relationships/image" Target="/ppt/media/image222.jpeg" Id="Rc6b850c9857847e1" /><Relationship Type="http://schemas.openxmlformats.org/officeDocument/2006/relationships/image" Target="/ppt/media/image223.jpeg" Id="Ra46b727153f74620" /><Relationship Type="http://schemas.openxmlformats.org/officeDocument/2006/relationships/image" Target="/ppt/media/image224.jpeg" Id="Rd122e56613a24585" /><Relationship Type="http://schemas.openxmlformats.org/officeDocument/2006/relationships/notesSlide" Target="/ppt/notesSlides/notesSlide139.xml" Id="Re8412c3cf4a6401f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e0fb7f82054002" /><Relationship Type="http://schemas.openxmlformats.org/officeDocument/2006/relationships/image" Target="/ppt/media/image225.jpeg" Id="R22a36e5cef294fdc" /><Relationship Type="http://schemas.openxmlformats.org/officeDocument/2006/relationships/image" Target="/ppt/media/image226.jpeg" Id="R832f184229ba4ed1" /><Relationship Type="http://schemas.openxmlformats.org/officeDocument/2006/relationships/image" Target="/ppt/media/image227.jpeg" Id="R01984b7774494621" /><Relationship Type="http://schemas.openxmlformats.org/officeDocument/2006/relationships/image" Target="/ppt/media/image228.jpeg" Id="R3a72a8e1c48d4b84" /><Relationship Type="http://schemas.openxmlformats.org/officeDocument/2006/relationships/image" Target="/ppt/media/image229.jpeg" Id="R7fe5e7a8f0594654" /><Relationship Type="http://schemas.openxmlformats.org/officeDocument/2006/relationships/image" Target="/ppt/media/image230.jpeg" Id="Rf876d639917540eb" /><Relationship Type="http://schemas.openxmlformats.org/officeDocument/2006/relationships/image" Target="/ppt/media/image231.jpeg" Id="Raa0009aca70f460d" /><Relationship Type="http://schemas.openxmlformats.org/officeDocument/2006/relationships/notesSlide" Target="/ppt/notesSlides/notesSlide140.xml" Id="R8854caabe81f408d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7dc3fa8624d96" /><Relationship Type="http://schemas.openxmlformats.org/officeDocument/2006/relationships/image" Target="/ppt/media/image232.jpeg" Id="Rac7d5c42c3774e42" /><Relationship Type="http://schemas.openxmlformats.org/officeDocument/2006/relationships/notesSlide" Target="/ppt/notesSlides/notesSlide141.xml" Id="Rc05a390d8f15439f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d7339dc904609" /><Relationship Type="http://schemas.openxmlformats.org/officeDocument/2006/relationships/image" Target="/ppt/media/image233.jpeg" Id="R0adbdd0478a34444" /><Relationship Type="http://schemas.openxmlformats.org/officeDocument/2006/relationships/notesSlide" Target="/ppt/notesSlides/notesSlide142.xml" Id="Rb5bb44db610e4f4f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3a33d01ae419e" /><Relationship Type="http://schemas.openxmlformats.org/officeDocument/2006/relationships/image" Target="/ppt/media/image234.jpeg" Id="R9768ea8c839c4b83" /><Relationship Type="http://schemas.openxmlformats.org/officeDocument/2006/relationships/notesSlide" Target="/ppt/notesSlides/notesSlide143.xml" Id="Ra8f5788778974e3e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6471961c94da0" /><Relationship Type="http://schemas.openxmlformats.org/officeDocument/2006/relationships/image" Target="/ppt/media/image235.jpeg" Id="Rd55ba8c61b9a435c" /><Relationship Type="http://schemas.openxmlformats.org/officeDocument/2006/relationships/notesSlide" Target="/ppt/notesSlides/notesSlide144.xml" Id="Rb9f9241f217a4f4b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56199838643a4" /><Relationship Type="http://schemas.openxmlformats.org/officeDocument/2006/relationships/image" Target="/ppt/media/image33.png" Id="R54d4fbf925c3441b" /><Relationship Type="http://schemas.openxmlformats.org/officeDocument/2006/relationships/notesSlide" Target="/ppt/notesSlides/notesSlide145.xml" Id="R878ecfe8bdc64c01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d7b9bd8c04a78" /><Relationship Type="http://schemas.openxmlformats.org/officeDocument/2006/relationships/image" Target="/ppt/media/image34.png" Id="R67645b3d0c3f419b" /><Relationship Type="http://schemas.openxmlformats.org/officeDocument/2006/relationships/notesSlide" Target="/ppt/notesSlides/notesSlide146.xml" Id="Rcb7acd39d7b34d7c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c02dbe4c547da" /><Relationship Type="http://schemas.openxmlformats.org/officeDocument/2006/relationships/image" Target="/ppt/media/image236.jpeg" Id="R267a2cfcb2564138" /><Relationship Type="http://schemas.openxmlformats.org/officeDocument/2006/relationships/notesSlide" Target="/ppt/notesSlides/notesSlide147.xml" Id="Ra6f31f03ed104987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b11c0588744eb" /><Relationship Type="http://schemas.openxmlformats.org/officeDocument/2006/relationships/image" Target="/ppt/media/image237.jpeg" Id="Ra035f781b400486a" /><Relationship Type="http://schemas.openxmlformats.org/officeDocument/2006/relationships/notesSlide" Target="/ppt/notesSlides/notesSlide148.xml" Id="R44a7710866394ac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69a46f3ae40be" /><Relationship Type="http://schemas.openxmlformats.org/officeDocument/2006/relationships/image" Target="/ppt/media/image238.jpeg" Id="R36ba4d9140404669" /><Relationship Type="http://schemas.openxmlformats.org/officeDocument/2006/relationships/notesSlide" Target="/ppt/notesSlides/notesSlide149.xml" Id="Red0a71c2ea264296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1c7f0c20b474c" /><Relationship Type="http://schemas.openxmlformats.org/officeDocument/2006/relationships/image" Target="/ppt/media/image239.jpeg" Id="Rd5a1b6b0ab7d4a1f" /><Relationship Type="http://schemas.openxmlformats.org/officeDocument/2006/relationships/notesSlide" Target="/ppt/notesSlides/notesSlide150.xml" Id="R30dc5362cdfd4ec1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b1e8039954394" /><Relationship Type="http://schemas.openxmlformats.org/officeDocument/2006/relationships/image" Target="/ppt/media/image240.jpeg" Id="Rbeb1698cb94f4a38" /><Relationship Type="http://schemas.openxmlformats.org/officeDocument/2006/relationships/notesSlide" Target="/ppt/notesSlides/notesSlide151.xml" Id="Rf21b255a706845e6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9b30b9e7d04c42" /><Relationship Type="http://schemas.openxmlformats.org/officeDocument/2006/relationships/image" Target="/ppt/media/image241.jpeg" Id="R9c3b9f556d3f467d" /><Relationship Type="http://schemas.openxmlformats.org/officeDocument/2006/relationships/notesSlide" Target="/ppt/notesSlides/notesSlide152.xml" Id="R787244714969473e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44e03abce4022" /><Relationship Type="http://schemas.openxmlformats.org/officeDocument/2006/relationships/image" Target="/ppt/media/image242.jpeg" Id="R646544792202499a" /><Relationship Type="http://schemas.openxmlformats.org/officeDocument/2006/relationships/notesSlide" Target="/ppt/notesSlides/notesSlide153.xml" Id="R60c2b2ac093749f9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3c36df3a143a6" /><Relationship Type="http://schemas.openxmlformats.org/officeDocument/2006/relationships/image" Target="/ppt/media/image243.jpeg" Id="R791828c2dfe64c4c" /><Relationship Type="http://schemas.openxmlformats.org/officeDocument/2006/relationships/notesSlide" Target="/ppt/notesSlides/notesSlide154.xml" Id="Rdb2a714de8b347fa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3ccd57a5e4449" /><Relationship Type="http://schemas.openxmlformats.org/officeDocument/2006/relationships/image" Target="/ppt/media/image244.jpeg" Id="R71e25e24010c4be1" /><Relationship Type="http://schemas.openxmlformats.org/officeDocument/2006/relationships/notesSlide" Target="/ppt/notesSlides/notesSlide155.xml" Id="R1ed2757e0e0244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E88EC-8809-4011-9C08-8857358ED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d4989163c4ae9"/>
          <a:srcRect xmlns:a="http://schemas.openxmlformats.org/drawingml/2006/main" l="0" t="16052" r="0" b="16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0"/>
            <a:ext cx="6057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87F7BD4-C21E-4448-B335-1E9B054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D3EE7F1-864C-4B6F-99BA-3D9E830E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F6E143-BD18-4337-8F0C-C71561DB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TOUHOU PROJECT · CHARACTER COMPENDIUM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3CF765-DB47-446C-8871-FDF9A5A7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32"/>
          </a:bodyPr>
          <a:lstStyle xmlns:a="http://schemas.openxmlformats.org/drawingml/2006/main">
            <a:def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幻想乡博物志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B03399-A47E-445D-AC26-4B52CB02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04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东方人物手册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4FACE9D-642F-49F0-847E-CD3ED7B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per">
            <a:extLst xmlns:a="http://schemas.openxmlformats.org/drawingml/2006/main">
              <a:ext uri="{FF2B5EF4-FFF2-40B4-BE49-F238E27FC236}">
                <a16:creationId xmlns:a16="http://schemas.microsoft.com/office/drawing/2014/main" id="{F11EEFDC-65F7-4A56-B530-966EA2F0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B3A8D2-A9AC-4781-A15C-8726392C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137名角色独立档案</a:t>
            </a:r>
          </a:p>
        </p:txBody>
      </p:sp>
      <p:sp>
        <p:nvSpPr>
          <p:cNvPr id="10" name="paper">
            <a:extLst xmlns:a="http://schemas.openxmlformats.org/drawingml/2006/main">
              <a:ext uri="{FF2B5EF4-FFF2-40B4-BE49-F238E27FC236}">
                <a16:creationId xmlns:a16="http://schemas.microsoft.com/office/drawing/2014/main" id="{0B5AF773-9F63-4539-AA42-DFB90376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A316C43-6009-43BD-A805-0353A6B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4734B7-9A92-4C49-AD0C-38C8155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8卷地域与势力编排</a:t>
            </a:r>
          </a:p>
        </p:txBody>
      </p:sp>
      <p:sp>
        <p:nvSpPr>
          <p:cNvPr id="13" name="paper">
            <a:extLst xmlns:a="http://schemas.openxmlformats.org/drawingml/2006/main">
              <a:ext uri="{FF2B5EF4-FFF2-40B4-BE49-F238E27FC236}">
                <a16:creationId xmlns:a16="http://schemas.microsoft.com/office/drawing/2014/main" id="{6FBC25CB-7507-47F0-A2A2-962EF00B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B0B1EC9-4380-4AF8-825D-5B885516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862916-08E6-4DD3-A93C-431B07B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全角色插图</a:t>
            </a:r>
          </a:p>
        </p:txBody>
      </p:sp>
      <p:sp>
        <p:nvSpPr>
          <p:cNvPr id="16" name="paper">
            <a:extLst xmlns:a="http://schemas.openxmlformats.org/drawingml/2006/main">
              <a:ext uri="{FF2B5EF4-FFF2-40B4-BE49-F238E27FC236}">
                <a16:creationId xmlns:a16="http://schemas.microsoft.com/office/drawing/2014/main" id="{AD7A3B3F-2289-47CD-82E2-03F1A83D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39507F5-B200-49E4-9241-43A6E50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2026年10月修订 · 含《东方锦上京》人物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A07330A-A096-43A1-B293-B8C1A575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23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同人AI插图手册 · 非官方出版 · 含剧情剧透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E3247-4661-4534-BD02-AEF1A0F2F2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576bb93a743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D07DE-2125-4A4B-BB34-C971253B9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22e269e8f4b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A2CF3-71EE-48B1-97A7-66D355328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ed6dda9ed4c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4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899514C6-2699-4258-AC36-FF416FA2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F41839-CA3C-4721-AFF1-C7910F71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2BF9645-E556-48DB-B1BE-C4CED7EA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defPPr>
            <a:lvl1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1pPr>
            <a:lvl2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2pPr>
            <a:lvl3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3pPr>
            <a:lvl4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4pPr>
            <a:lvl5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5pPr>
            <a:lvl6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6pPr>
            <a:lvl7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7pPr>
            <a:lvl8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8pPr>
            <a:lvl9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pPr>
            <a:r>
              <a:t>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78DCF2-8EFF-401A-A01D-D93CADE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F7C93E-8BB5-4C17-8C32-2A92BE3E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红魔乡 · 雾之湖 · 红魔馆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2386A0D-4FAF-446F-9439-2CB7946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C75626-0DA9-40CB-BF2B-C6CD056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9名角色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5F1108-9FE6-42D0-ACA2-69BDF03A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8B085CE-B9BB-4CCF-87C9-00A0801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EAAFB2A-036E-4BA9-8A26-7ED20F8B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7616745-DFCC-4C04-B568-C22FC49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AA992E-9C85-48A7-972C-10C2E563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0A4A44-137E-4EFB-90CC-B958CE83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F512085-278C-4637-97D2-2F22F2E1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0B9E547C-8622-489B-99B0-C12C0033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D8A27D-0676-40B8-9510-205A4BC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3637642-5CA9-4E94-B2A0-EC9E871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6A4EDACE-B110-4D33-AB30-4057544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E917CF7-8D0D-4CF4-9731-5B7AF287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B60A79-58B3-4AF4-9D94-21A951F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CAA706-DD55-4EAB-B3D5-140CA536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A8D43F1B-5724-40B7-9AE3-0D551D6C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22F8F00-5C04-4B0B-B853-05F9A20E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B58645C-E23F-46F7-ABC1-4945C62D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D89D890-3BB9-4AFD-9215-DD9778C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C9D24B87-7C0F-44FB-B390-FD63480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84D36780-7106-4F2E-AFF3-DF4EB56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2A31A55-9BB2-4A4F-BDB4-8681748C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307B07D-F83F-492A-B8D3-E7A21EB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0CAACA20-99DF-409A-9F75-57458C1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550EE893-8752-4678-A977-24B3B291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5A0D1A7-E869-4F52-BCCF-B839D7A6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B9B4C27-A91E-4669-A4D1-6F07CC47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39576B6-82FA-4932-818B-61AFDB2E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840A517-257F-4ABB-AD49-BCBC1C1C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38A6AD1-3A7D-4B49-BA93-3109321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7EE2D45-D34B-47EB-A4A9-F9569A72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4CF4E6C7-C7DD-4515-94CA-9745FEBF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3FE90830-E51F-4387-8A9E-1918384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379038FA-1BFC-4FE9-B068-EB030F81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934C2ED-464C-4EFA-8D0A-727C8DD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646E4810-D7E5-4419-B3E6-68D0DE22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F185A9AD-993C-4F29-9515-CA2F250C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5E207CD-E258-46E1-9C28-EF604BE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C2FC099-A230-4E86-8889-92F6B79D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CA94871A-A3C0-4391-8506-8437759D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A20B81-7DF8-4E13-B2E0-2102C19157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afda068d24d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0D29B6-2C2C-4E53-A6A8-0CA1D043A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55d2322f147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87B420-3E35-4C83-BA49-CE5A6CCBEE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ca0050b214e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7B878E-EB85-4CA6-A73B-A27C3E6F4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2d8dac9f34d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E99DE5-E717-4B57-88B2-880DBFBF27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3b2a3f97640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5CB491-5955-46D9-AC16-AADE0B0CDB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461678c6548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6C0783-A961-4350-AC4C-F5C77F2CED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e48eefb814e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1E4757-EBDD-43E0-B79B-79408B93E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336e8ea045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C6240F-CD1E-4B89-A6C0-99C327DA7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718997e0a43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45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4908E-4FEF-4592-ADEF-93060A465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729bd7aa946d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3FBA063-6A4A-4C88-864B-ABC40B83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15AF417-D298-4E41-849E-0BBD23F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5BEE95-B90C-4E38-A16E-B0C2AC37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B62A7D-C656-499F-BA55-B7C32414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2DCC4B-1D1F-4F84-A045-8AEB701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 / Rumia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8CC6414-DA31-4404-9CCC-1BE4E6C5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031337-39A1-417B-9B07-E52522DB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常用黑暗包裹自己的妖怪，讨厌阳光。由于黑暗也会挡住自己的视线，她有时会撞到树。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7022A0-7F2B-4C29-BC80-830AEF2D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5A650C0-767B-4143-9A60-F000BDC3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红魔乡的一面Boss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51A624D-9862-465B-B4AE-655FF49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0C35A4-1B9C-436F-9635-CCBE5CDF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D7883C-C838-4A63-93D8-38FCD2E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操纵黑暗程度的能力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48B0626-BA16-4DF9-8A30-15CC6CB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B0B9959-3E30-484B-9281-855865EA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BB61FF-41CF-4212-8849-A86B8D17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0459FDE-9F1B-4E8C-9A28-52C195F1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B4FE2B-0EC4-4A1E-84DF-12F46AC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4B542B-3900-4676-8C73-18092C10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D9185F3-A0D1-4A28-AF82-03D0E5B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9748BC2-49C5-4363-9D9F-9450C37E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80016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3BC20-9AE5-4E85-8DE8-414ED7C2C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4a58be6c84b5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543C81C-9692-4E66-B9BC-8A936BB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22043DD-CDC5-425C-83FA-95A319C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C5496B-7283-4939-8F23-392F261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FEC4CE-FE23-4649-884E-08F38F20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369D31-313E-42A5-B5B7-1BAC5DB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 / Daiyousei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5E184A9-A8C3-4BB2-8DD6-D2B6CB9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1BAE67-0048-4D87-880C-35DA020E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根据ZUN的解释，“大妖精”并非用来指代某一角色，而是用来指代妖精中非常有实力的个体。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900954-CE88-4743-BECB-D5473D0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56B828-306F-49C8-BF2F-8A01DA39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A5275BF-72EF-436C-80A8-9F8BD27F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10C002-789A-4DFE-BFAC-6B3C9AB9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1CC59B-CADD-4651-9E26-57D41060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7F48A13-9844-4D70-A070-8FC54F10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DA676B6-519A-463D-8017-F52858F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4F05DD-714F-4499-A0B6-39B0EEC3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1A4EF93-2558-4D27-B23A-31E6CB8E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3E08DDB-92A8-4B45-9730-D8E284A9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B91C6A-2639-4343-AD4E-D22F7B17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EAC2907-8491-40BF-80B6-C7684B4A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2712C14-4136-4590-9CF5-1496332F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1443373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D6723-1DC8-48AC-9865-430AACB5D5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e0f78b3da4ab6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7C73CE6-EAB6-4A53-85D6-BB473C2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FB7AF4B-47E1-4D42-838C-C982B884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24ACFA-1F02-4B1B-BCF8-19673EC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F91573-499D-444F-8C53-116585EE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544880-36DE-4543-B577-29233236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 / Cirno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B909564-D998-43DC-AB1E-6E3477F8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861240-604A-469E-8343-A1E4B5C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雾之湖附近的冰之妖精，喜欢恶作剧。她天真而过度自信，常不考虑自己的力量就去挑战别人。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2590AE-D39C-447D-B225-DE921D3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6062D0C-5375-4310-967C-A621C5B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7393292-D4EC-4AA5-8218-D4652871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7BF90E-D8D5-4723-AA2E-135402F7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B7E6210-B495-4343-9EDA-2AA5A713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C35CFAE-7D21-4017-AB95-79FC24A8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78DC48-6359-4BFB-8BC8-FF500896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4724076-8DF4-457E-A77D-7AE21EE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操纵冷气程度的能力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0ADD71F-9205-4267-8047-9721F31D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A13372-5144-4527-9708-C47BF63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7C0AD1E-89C9-413F-8C9A-221404A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30F1210-6830-4A32-9F0A-EDCCC52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0A10949-8FFF-4295-B01C-813CFC0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3CB0CA5-F0CA-485E-9A51-C7825D8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A728379-7511-4164-AA62-667EDB1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3EFE555-B279-4D51-8E3F-A231545B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2048158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B74CA-81A0-496E-8481-F75920E1E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da8f408b3400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A4B41B4-67AE-4B51-8FA8-353FBE0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0E5C8FC-6316-4605-9511-B0ECFD5D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EA55F9-A312-49B3-A712-20C8AD1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5DDF5B-09F7-4C38-9EB3-ECC947E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610A0D-5089-4AE7-8707-93A2F0D7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 / Hoan Meirin / Hong Meirin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6F576A2-ED32-4288-88AE-8B3C7CC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CAE536-A409-4992-A27D-5574C0DE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她是中国妖怪，身穿中国风的服装，使用中国武术，担任着红魔馆的门卫。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CE9EEB-1CCD-4FC1-B09C-DFB7A7B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16CECB-E056-4340-AB17-B6178179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红魔馆门卫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0D53AC5-275A-4533-B9D5-71EED4C2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A31DB3-E380-4BC5-816D-2221C5D2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F3E390-2D45-4E14-9E87-F402DB3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CC04795-8FD6-48DE-881D-06E4CB0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99FD75-6E77-4B20-9BA3-AF62C48F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8D636C-A5BA-437B-99B5-B6963DE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8D061F7-6D6E-4553-A31D-7CE85E6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17B8D50-9975-454C-B75B-EB13BF6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5645509-D797-4AA0-AD76-0F7C2573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220E591-84FC-46F7-AB8B-7EA4E9FB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CFD37EA-CDE2-4B0B-ADCD-69EA2E4F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3287EA7-CB67-41BC-8696-B16B640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D5C8B15-06F6-4CC6-A57C-03A39E8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5F691D0-FE0E-4FDC-A31E-E1993A1A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911272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B7DE8-4814-42BD-BA5D-1B0F3EF7E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13d2bcaa6488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80D5016-CD56-42B2-BD14-42F2C7E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AB22817-20D2-400D-898F-6A4B83CE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58D745-20D8-40FE-8C09-0D087D5D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89FC01-1130-4F87-B5B5-44BD4165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A7A904-0D86-4EE2-BD35-F193C012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 / Little Devil / Koakuma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B49D86F-4235-4365-A249-1C873AD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526632-AE97-4AF7-8AED-40A740BE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住在红魔馆的弱小恶魔。她没有固定使命，性格任性，喜欢恶作剧，往往没有深思就开始行动。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C0AE4A-EEA5-421E-8AC4-CA2DE7BC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2D91A8-912F-4262-810B-1F859FFA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恶魔 · 红魔乡的四面道中Boss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5710704-6DDB-4245-AEE1-9D95197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89681B-ED8F-4291-BB08-8EBC865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AF69EE-32DE-478E-BAA9-7F4212E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A47D635-221D-4090-B51A-426E26FD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772A3F-2F7B-4F41-AA72-1E50064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6126AF-C3B2-4AAF-AD73-3021D76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779CAB2-4C49-4BC8-9895-A691AED0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D3C13A3-7AC1-4EA6-9573-5E3344C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4A38CF-A6B1-48CD-8388-9C656196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8D6A0D7-B4D0-4BF5-A196-7FA22A56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B17AB3A-3DAA-4062-B833-3254D4B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1894312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0BD0A-0F3C-49E8-A53D-D8729B5E68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0df27a60a47f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AA629B7-E3E6-43C2-B05F-D4EAF97B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985EC08-A56D-4C73-A47F-86BF6D16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AA2D02-3B3A-423D-8C5B-61247BC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ED4623-277A-48E5-9351-70ACC31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08E7C2-0E04-4F97-9DF6-BF5C0D2E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 / Patchouli Knowledge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3E80CC4-E3E5-4B54-8CA3-06753B48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9F4E32-5CE7-44BF-839A-1AD64D0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她是居住在红魔馆大图书馆中的魔女（魔法使），非常擅长魔法。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8608EFE-78E4-438F-8DD9-00233D9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EFC4C5-B59E-49B0-876A-CB2CD5DA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魔女／魔法使 · 图书馆的魔法使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1926C59-7A93-4092-AD19-F9A0D6DE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265451-F5C0-417E-8334-91BD6CE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D7784A-E6BA-4AA8-8C00-AE219DC3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F6AECAC-8082-4E10-A3EA-A95AF92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A1E995-ABFB-43CB-A849-5C70347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4116D53-715A-41CE-AB00-B4054742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使用火水木金土日月的魔法程度的能力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131365D-CA42-4CDF-9771-E98F3A1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7ED34C-73D6-4ECA-BA15-F5F32B59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331A7C7-E188-412B-AC94-91218101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FD7965D-FD2E-40CA-A48D-4E11308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ABE6AF8-4D5B-40E8-8D41-FD2F8E3F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9682E9C-21E6-4318-9DAA-84250A17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5B77B89-D086-4F26-986F-AB753609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6E4F5E4-7D5B-4ED7-BFFF-F7EE1F8C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1920083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74485-166F-4B56-A642-82FE5B234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f4bbac0d0429d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B395CF1-2994-478D-A4FC-B5097AE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B702B5B-CB65-470F-9AE8-7B5DD022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9200F1-38B0-4D2A-992A-25AAEF2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155D0A-AE40-4D2B-9414-8DBA2F07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9A6C4B-166B-4D2F-B184-F80A6B3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 / Izayoi Sakuya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942363B-C539-4586-A068-5B85F953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FDC991-589E-435D-84AD-C61F4C9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在红魔馆服侍蕾米莉亚的女仆长，拥有操纵时间的能力。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220115-4C42-4AB5-B328-A48ACAA6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343A14-5F3A-49C6-9CB2-3956F3F9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红魔馆女仆长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48EE72C-3E6A-45BB-B5A9-5A5CEE7B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C48E16-B1FF-4B1C-99DA-9188EEB9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B02DCA-32B3-4863-B25A-7CD5FA3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EF6B38A-3F4E-4DD9-A403-19369BE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B75016-CEE2-4BA4-8AEE-B4376A16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0EB941-6C65-455F-A185-F816873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操纵时间程度的能力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1A2547B-6748-4AC8-86CD-4AC7763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3C0D068-A491-4DDC-ABBB-25448DB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23227A-9988-450D-9E4C-5F7EABBE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0C8C900-B35E-4307-A93D-A02D2EA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2E42A47-2F33-48BC-B46F-BCEA1EE0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7230F71-4A82-49A4-AA19-660C6476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F7C1648-92B6-4535-832E-985AAEC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蕾米莉亚／红魔馆成员／灵梦与魔理沙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7CA25DD7-75CE-46D4-B1C5-E666CBD1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72EED77-25C7-45C6-89E2-1E1B99C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1770746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A6770-0408-4FEA-9506-D6B3B5F50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c319b2d774cf2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1DB3513-ECCA-4F26-BE66-551228C5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5C95DC1-93EB-4DC0-8456-DE59CB2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0921CE-428F-440C-B793-02A0E4DE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9FF4F3-7E22-4A9F-8920-AD0BCCC9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415F733-AFAB-4757-936D-597100D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 / Remilia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F975A29-C4EB-40B7-BDE1-3308EE8F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CDFE8C-B98E-40D5-962E-AD73113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她是居住在红魔馆的吸血鬼，是红魔馆的主人。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7C4AC2-B0D1-4461-9714-AD5356D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C0A50F-CA12-4C3C-B001-332B8E02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F59F0F0-989B-4482-9D2A-B75176EE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755EA4-EE7C-415A-A571-D45F6B49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A18A90-6AFE-43CF-9052-0E46DC1B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2607E6A-8AD5-49E5-B465-4B4EAA0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37BF49-79C1-4891-9BA3-C29855C1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515345-C880-44B4-90CF-D84C11C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操纵命运程度的能力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DD34425-504B-4BD2-8173-01DA9A1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5E45CCB-4120-4A54-8E6B-3387F053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295A55-CDBC-4645-B010-CF77838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4A4A574-005E-43FF-B60D-55A0439C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49400F14-BAD6-4334-B2D0-03A37B9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6B0BAA1-2549-4513-9DC2-3DD3AF6D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FC9CF2F-F107-4BE0-A78D-1A925AD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芙兰朵露／咲夜／帕秋莉／红魔馆共同体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04F65E36-DF65-4680-9E6C-A4EC71D8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A2673FB-6D96-4D0A-BB2F-40F60F8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1552062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41365-1FF9-41B0-8E84-E034879EE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8b8d489e247f6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789EC08-CCC9-4DB0-BF21-97CBAE53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4049DE7-C08D-418B-8EC3-307A54C4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BC1437-848F-4D77-BCC3-BF6EF6D3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778DD2-47C1-4D21-8320-8E34BD1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8E8F28-ED9B-44CC-BA1C-12401408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 / Flandre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DC2C651-014C-43F8-BA60-1059B79C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C8B4CA-EBF1-4E84-B864-46584AE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蕾米莉亚的妹妹，也是居住在红魔馆的吸血鬼。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B6DCB6-C4F0-46EE-8238-5D1482C5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D2F1C7-DED9-4021-89A7-75202CE3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红魔馆的吸血鬼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2C2DB0E-5221-4629-A358-BC3BFB7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93BFA90-F4F3-4898-9A05-677AB12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8F75C4-D788-4B5E-93B6-813E97A5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6AD034A-609E-4FB5-B22D-7047425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33D1A9-A0CB-4D9C-B64E-CF304BFA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408D3ED-6EDD-44E2-92CC-93F3C87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将一切悉数破坏程度的能力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0DF7F2D-9DC0-42F7-A9A3-F45F67A2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F4F7226-7961-4D7E-A4CA-C04B1999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527B52-07B4-4E34-B626-F3F2B9BE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E4CB6E8-EBF5-464E-BE4B-4AB493EA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2545D3EC-1680-4759-99C0-15681821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51B0B0-C609-4834-BF5B-03403D54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669E564-C4DA-498C-A17C-5DD2335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蕾米莉亚／红魔馆成员／前来挑战者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B804E162-04B5-4497-BA1C-5226F50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4F4786B-C6E8-4EBA-99BF-9330513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62188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D0337002-D850-45F7-8AF9-317B8474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618F9B6-3F30-435B-A806-CA7294C8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441637B-9898-4886-AEEA-93B207D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5D18A64-D083-4E75-866A-5019B80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46F092-0DA0-4E95-8884-18F098B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F8E4A362-3CE8-402B-BDB3-921067DD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E7F87D-FF38-44A6-9A84-6E17FA63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84E1D5-39D2-4D0A-A18E-8E718C88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7B295011-8ED6-44E1-A0A9-471D3AC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8BA476-BF41-45A5-A51A-07539BC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0967696-3555-4568-B3E4-B6A9016C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7FBF9B-7317-40D0-A575-8250ADC9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E283A8-7175-48B8-83DF-9D607F0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EE24213-4893-4051-BB3A-C3EFE9C1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CCADEFB7-529E-4264-95DF-5887DBFF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6FC1F4-47B8-4FBC-AC9C-431845C6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F4FA753-EE9A-4703-A60B-BD34B113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ED083083-C9A5-4FCD-9DAA-6F6F03E1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B1862091-0785-4D22-9F51-F2546D81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74F3B6D-9272-4664-A526-0C5891C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BE9A5F-3762-4177-9B4C-6A083005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24705C1-352D-457E-A8C4-1A11F620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01EED75-41D3-4209-9A8D-B3B208AA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F365CF7-81CD-4937-B73F-F48D74A4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223321B-7DB2-4193-BF10-28B13F6A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5309A3FC-32DF-4147-8ABA-2CAA81E4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3630F747-EF54-4A25-828C-EF2A219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0B1E006-D43C-4B2E-BEDA-87BCE449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DA32C3E-ED57-41AB-A58A-AED08715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E34AD474-19CC-4663-B0B8-0C4AD0F9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7E8365D-21F5-4AA6-89F7-3A438864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8BBF36D-9F9A-4022-820C-C84BA72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F0511D2-4D51-4097-89FD-6DE2ED1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48382027-1FF4-4D81-ABE8-3733287F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69EF3E-2478-4302-BF80-12D084DEE3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6e2577a2940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EB9505-AE33-431F-879C-F8C034A39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ae3ec343948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6A46F-8E8A-46BA-AFBE-A402F3415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8ecac403d40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B66326-EA6C-4770-AAC6-9734894B5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5d1c118eb43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F8C9D6-4850-4427-A480-C371DC7B88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3d75fc9e140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79EBC9-B934-4967-AC7F-CF56C46C7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525c28ed74b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67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CE21A815-8384-4F00-A30F-DF8225F1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C9CAA1F-0A74-4F46-B07D-FDDD43F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62826FA-7681-4A8F-9422-BBD972B9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F9B2A08-2EB6-4F5C-9E28-7973B12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D2895D5-F2FB-4718-9217-B22064ED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42578B69-3DC7-4CE9-991E-C07A2B6E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EC71A7-0502-4573-9ABE-9244DCC1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29CEBF-56FA-4632-9BCC-6221C2E2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03F59FBA-D0A9-4408-9542-E5A36125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71A9C1-A45F-4854-919C-BBDBB8D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346FF3-2EE2-461A-8EFB-19C39608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F37FE4-654E-46F0-AEE0-F5FD38BF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4BC858-903A-4F5E-9B08-FB2A5A98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CA18C09-D921-464D-B7F8-BC7A5A9E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92BA011-E969-483F-AEF8-8B4E431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0B60C5-DF1B-49D1-A54D-82468744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5DA54E3-6F6D-4B5E-B589-2D78345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F6BD536-712B-4C7F-B430-494C719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7FE6917F-2F98-452A-913D-2C12376D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B0D404C-9388-4922-9135-99E18EB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3BD71B-6205-45D8-B908-BD0F4927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D969F46-7668-477C-B27F-AE592444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D39C34C-1D48-4FFF-AFCF-B2848CB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50546C-55C9-4278-973D-4477E432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329F317-CA98-4426-9493-459B3BD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A068EEB1-6C40-4793-9FF8-13E747E2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7FB2561F-543E-4F3D-91C6-3C98D43D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6D0CD08-B144-45A6-B106-190D58BB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787A694-63F0-44FD-96FD-EDC360A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1BBE8454-3A40-4477-BE95-FCF939C6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2398B69-082F-4A02-BFF5-9EFBE79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35D626C-7981-42DD-B044-246A3CCE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6D1E169-5A96-441D-AE1B-FB9FE569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D3E0C877-2A21-4B22-A748-F0D77EE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D4BCE-82DF-468A-97AB-C2621A07A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4ca2e75424a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52CCDC-57C9-4B25-9E75-05E998AF6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40805486346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139FED-5CF4-489E-943D-431E658AC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9882a2a3043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B531BE-30E3-406D-8585-5A46540C1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eb4506e9f46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178E6-F88F-479E-BEAC-30AD19084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5f693a2d64f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ED4E51-9588-47BA-94F2-888C3D8DC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eb1243c684a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4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24DB1-7945-4E74-A76F-B10D60F24F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33480b8484ca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C036F44-53C5-4CC6-BC2D-0C448C9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2B22A1C-14B8-4603-B39F-4F0DF713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699509-9656-469D-B109-AFEF72F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8296CB-68EF-44F7-8B13-400B0575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9D80B0-0DF5-41C3-A29D-33D4A13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 / Letty Whiterock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8824F40-10A6-44D6-9BF2-885F5BC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6FEB49-292C-49A4-A766-C2F40DA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她是只能在冬天见到的妖怪，是雪女的一种。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5CCEDC-6AD2-46CB-B99D-9FCED51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332454-C876-4984-81D5-FE04A322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妖妖梦的一面Boss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5943F5E-3226-4295-879E-1B54805D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A6FC91-AC38-40AD-95CB-AFE436F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7776B5-CFF7-49D3-9141-F598F55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操纵寒冷程度的能力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29D34A2-0360-44E6-9088-20288EE3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9F6AE7-A3CC-42E9-B523-FAAA739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88753A-A51F-4482-8CEA-1ADEC7F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AD9A379-1F24-4BE4-840B-807FB069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A9C305-0D2A-4118-82F7-51F6B43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7CF188-8E6D-4FA6-8C59-E889F59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FAA06E1-EB5A-43A2-9A0B-E59581A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FB1848C-53DE-4D87-94BA-5D60C38D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6000581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C9738-7FF0-47AA-BF1C-9F8A3AAA4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8d628d7dd464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B793F54-7964-4A49-BD27-2B4EEFAC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E104BD6-EDD1-4A50-A76D-BA95FF0F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6A57FE-C625-40AC-B4EC-ECF25677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E99003-7842-4CA3-AD52-0359CDE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1A3443-8982-431A-9BCD-925BADEF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 / Chen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C90D317-6B62-4AA1-9393-C6310FAC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EA3880-A2D4-4525-9BEF-28AEAAA7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她是凭依在栖息于山中的猫妖的式神，是八云蓝的式神，八云紫式神的式神，但并没有被冠以八云姓，也不和蓝及紫住在一起。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8A9EBE-9A81-43B6-851E-39760291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AAB1EA-40F2-4427-9CA5-75F78FB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2375C0A-1454-4105-8D0A-2F5784FD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1D816C-D0F5-4F58-AAAF-7489EF68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89BD24-D412-46E3-8452-E47011AC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吓唬人、使用妖术程度的能力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D50DB6C-470A-48EA-B386-18EF97F5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1B7051-A145-45B4-85A1-CCF4C3B1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F7E215-DF59-4DF5-9202-1C9B1A55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E94211F-6BFC-46C1-966F-DBE0EFF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782652-2057-43DB-9D76-CBB68086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3447BBE-C0DE-4226-879E-090F3E0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C9B34AF-2C34-4D07-8201-5FEEE1EC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30D4827-1963-433A-AA19-95CACED1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1255505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64C14-AF74-422E-9EC5-28600F523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a1c494f074d9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DFC1100-62E1-4B3C-8AD3-85066DF5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C14D73B-94C0-4007-8CCB-F1B7F06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6FF119-5EF4-47A9-9E7A-A10E730D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E2F9B6-577D-4F4B-A2E8-4097B8F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96B0CE-4A75-46B6-ABAA-40779D3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 / Alice Margatroid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DEE6AA7-D646-4E30-AF13-1DB29E1F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212BF5-5EAB-4167-A49F-4873A87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操纵人偶的魔法使，居住在魔法森林。她在战斗中使用许多人偶来布置弹幕。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F0C31C-8D82-494C-B4A9-A9B888DC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A69F020-FAE2-482D-AB5D-92EF2FA4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7944172-CD15-44BE-A6BF-4617186B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38B650-DD96-4A58-88EC-8D45EA3E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9CED0F-7D1B-41D3-9679-E67E42DA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92A5415-1885-4FC5-8079-4B63CB78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D4F8B9-E952-437D-A05C-0483947F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DAC2C2-ABBC-439B-B0DC-C4CF4880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3E49A57-F898-46EA-9AF2-C142B01F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69D5BD1-BC06-4F00-B2F4-A907A638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6E3382-263A-4412-8538-3EEA43DE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东方怪绮谈（系列）；东方妖妖梦（Windows）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9C7C22A-EBFB-4F0A-9D08-1BEC6C7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99B847-8AC6-463D-BF72-07649644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4C1B1F5-5791-43CD-9BFB-5B413230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 · 东方妖妖梦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7F016E9-F624-4443-A426-4165AAD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74884A-02CF-4C3B-AC19-BA50333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729584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9A6D5-C213-4BFD-93B1-6F4C04236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282804e9546a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76AEABD-52AD-4653-BC64-7674561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0D15EBD-E4AB-4D08-9C15-7683AF8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9DE5C78-AC24-498F-8322-F0C7EF1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91C43E-FFEC-4C98-91FA-7D0DEA3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0F99C9-112C-4E15-954F-8B675261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 / Lilywhite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148DF8A-9DC8-4A1B-B2CA-F7C4144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7CA1F8-9873-4E7D-BBF9-7D9AF290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传递春天到来消息的妖精，经过之处会带来暖意。她并不好战，春天以外很少被人们看见。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3AFC8C-34FA-4F0A-9F07-D93AD7ED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60D5E9-96C1-4CF5-A421-4098270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妖妖梦的四面道中Boss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85821C2-C119-4FC4-B450-7BC76604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C5C486-F513-4523-BB67-E61737D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515C1A-440D-4E17-AAFB-9DC4AC0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告知春天到来程度的能力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568CA50-BAB6-4769-972B-65A9343B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12C9711-F8AA-4E96-8B49-95FB464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D578B5B-470D-4207-8982-50859510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79C6135-4569-4834-9655-352D9C3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3DF19D-D969-44C4-B9E3-8A020527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4873AB-BE3A-4AF6-8D17-2174749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3E2CB69-135C-4590-93C3-1B05390D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9C62EF-484C-4094-B819-B0DD789E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4570629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743EC-D512-404D-B442-46582241B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66ee1c5b44fd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5566E9E-D0DF-497C-8093-77C2974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6F7B35F-4C38-4901-8CC6-F890E540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1140B0-126D-484B-93CB-1874D3DF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72CB83-B835-4C05-8989-E43ACF25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7942EB-78CE-4509-9839-05068DF1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 / Lunasa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BFE904A-3302-4224-A52A-4EE7BC19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AAB5BB-4931-48E9-921D-64C7CB66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F94673-CDFC-4F4A-A0BA-62F388DF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4D3B36-D38C-4CE7-953B-3953578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44E5137-C74F-42AC-88CE-ED169974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FC7CA8-0826-49C2-AB10-81F0A69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E35070-D856-4EBA-A125-4A35BD7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演奏忧郁之音程度的能力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416C77F-C4F8-47E5-B624-11CB6B88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9900DC-B48A-43B6-99A0-AEB5DFB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5B4B2F-A295-4C69-90F8-9DA6AE9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28CE614-9344-45B1-9F85-E6BD8265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D0CD3D9-CB57-4E28-B145-B522DB4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1F25959-88A8-453C-86F9-D5DFF2C5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E19AADD-D751-492C-BF64-54C5EC0C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F3D0D48-5493-4823-B33E-776EFBC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12626111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32A54-766D-4F36-BB7C-E32A5F6ED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5699b4423428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AF7FE71-0E2C-453D-B18E-324E992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0303204-1245-4C9E-9C83-C99BE1E5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942771-DC7E-4CAC-B604-0C735C1D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EC3882-CE79-4DDE-9138-543C86D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388B1D-3FE2-4F5A-8871-E5CBF76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 / Merlin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6920B8B-E05D-41D5-819E-62FC260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B14000-30F5-4C7D-A122-BD86DC0A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608541-9B54-4DFE-A29C-AA16F0E3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0E0F33-7E03-4101-A323-3F9429F8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0EA378E-4AE1-4012-AAC7-A405A99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F07DA8-A37B-40B1-A42E-DA0F4E61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04941F-9F68-4004-91B3-E77BE57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演奏躁动之音程度的能力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461B062-8166-458A-A070-FA1BE3A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6A2F45C-1E51-4BDD-ACC4-892AE2BF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5835208-AEF6-4EBA-8C67-178A469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9617DC4-2F9E-4C13-B321-085A5B24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06A8C9-AA6C-4A53-B9F0-BDAAED3C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F3F22F-292D-4F30-8947-4A8E9A6F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5148173-E17E-4AE3-9CE9-2CB5168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974D8B-460D-4C41-99CF-8E65F07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4511763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6F755-2D1E-40FD-A1B2-A7C7C7BBF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d1fa57f6b4bd9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61C2DBE-3E67-460C-9935-3628994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558F13D-D8B3-44F9-B043-EBA13B00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825C3F-7988-49B8-A9CC-0AA6327E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7BE22D-C812-4ADB-AACE-B54A393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F77C03-91BE-4A4F-9BBA-C49966B8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 / Lyrica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F434EF9-43A7-49B1-9B7C-C0A8481E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A386CA-3871-4670-950B-38047DF0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普莉兹姆利巴三姐妹之一，由蕾拉·普莉兹姆利巴创造的骚灵，喜欢举办音乐会。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BE5D4A-44AA-41D1-BA28-0B2914DE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BCBAF4-FC40-41F1-861B-4994E76B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135A0B8-411F-4F43-9DCB-09C7B963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011780-F45C-4460-B232-E10BAC1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39B533-9050-4524-8464-EECE2864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不用双手即可演奏乐器程度的能力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2930F9C-1FDF-494E-9C88-A88D221A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6F0C77-F6A7-475E-A3DB-603B42D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C458057-03BC-4B3F-87D4-8AADA680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0D21A91-B252-4737-90B0-BE47C6C2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373067-CE06-4FF8-939E-58903708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7558E0-CFB3-453F-B48B-E93A6F81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53740C1-FE97-4463-BE84-A428680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DDEFA6-26D2-4575-BFDA-E84F6106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872489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21043-B80F-4D2C-AC77-AA14F18D6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cf76a9df047db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3567EBF-7834-446D-A1C9-C3C62CF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A072EE9-3156-4C98-BA67-04D1702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D18945-FDF7-4B10-B143-C8BAF71E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EF25C6-307A-461E-BC71-656CFC15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54428F-EEF3-4AE8-ADC2-82A15E9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 / Konpaku Youmu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EC4A8CF-28C0-4568-B765-86889FA9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2C5776-D908-439A-AA64-7342F3F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她是人类和幽灵的混血，而且还是半人半灵，担任白玉楼的园艺师，并兼任冥界大小姐西行寺幽幽子的护卫和剑术指导。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DE3E26-F2B7-4669-A821-A3D3179E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03C771-2468-4CDC-9EAC-CE15DE27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人类与幽灵的混血／半人半灵 · 白玉楼庭师与护卫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DB88B95-6184-4069-8379-2BAA5B6E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A3A083-786C-4547-99D1-6C95760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57359A-ABC7-4A8B-B317-633E2700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CA92482-2388-4645-9695-B6AA530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A1FB18-8448-4447-94A6-C2020E4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28F6100-A7B8-452B-8F37-0763A29C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使用剑术程度的能力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6CCA4F5-D926-4036-84F0-38842CF1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9B5716-0E36-461D-A25F-AF654408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5003EB-58AA-4FEF-B8D2-06748DD8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9967410-AC97-4649-92A5-32B6CCA2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46371508-D9AC-4B14-BE5A-46CFC4F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81030D6-3A1D-4998-A7CD-B9C21F65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C70DB4E-164E-4778-9026-3F782C9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西行寺幽幽子／八云家／冥界来客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1BCC241D-704D-41DD-8BA2-B3BE6460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CCCA996-6376-49EE-BD53-04FB3FC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10222157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9CE0A-FE56-4F83-A521-674195BD8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efe0f29b440ff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31FF1EE-7C60-48C6-8C16-3B0B52B8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3F54405-89E7-4B64-B10C-FB78EB0E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302D65-44A8-4BA3-BFB0-C711549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1FB541-F8D6-4AA0-8645-421E4682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73A138-07F0-4865-A651-E3DFBF7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 / Saigyouji Yuyuko，Yuyuko Saigyouzi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321261E-53D0-40B7-A19A-169C298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07DC3C-D333-4931-A664-81C9AABE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她是亡灵公主，西行寺家的大小姐，负责管理冥界的幽灵。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8E124C-788A-4301-99D4-9DF25F3E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1CCEB1-38EB-4767-A040-146843FD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白玉楼主人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13FDB64-305C-4C1B-999A-5E53510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72636B-C901-441C-8AB0-3A73E79B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E312E1-AA08-44BA-98A9-5C528539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1FAA3C9-C8D8-4FAF-BC5A-D7D1312B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70DDB3-4C25-4261-8E04-BACE1337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5BF1D7-A46F-4E2A-A2DE-685CE6C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操纵死亡程度的能力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843D17F-D945-4E23-81EF-3EA33198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1F55197-DED3-4D73-B595-5DDE35F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5726EB-A526-4103-BF9D-9F25D65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8A04568-C3E4-4C7D-9419-C180E54E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9FFD4869-7466-4ED7-9C7F-CC84884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B6B501A-5364-4F0F-B5AB-A79B45ED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9612B81-82D6-456C-93F9-3C5A6C1F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魂魄妖梦／八云紫／西行妖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DA003C9B-0B4D-4FC7-AAEB-9206541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96A50B8-CAA4-4708-91FB-8A1D71CC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15968129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1103E-C44C-44A6-B769-890431008F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551c3b06d4f59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EA709D7-F827-401D-B9F0-C139021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2EB708B-F0A9-4326-B175-66ECDC0F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79631F-78D3-4CB0-B236-66FBD27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F45052-5F33-4A38-AB94-C0E7FD7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35CB19-4561-4911-9E45-459BE33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 / Yakumo 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A1D60D3-891F-4984-A781-A3DEB6E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0F2EA4-EFE3-4CF0-B58B-58B793A3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蓝是凭依在九尾妖狐上的八云紫的式神，而这只妖狐却是另一只妖怪（但是也被称为“八云蓝”）。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2E635E-80FF-428E-ADDF-A2D92892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039B891-52D3-4AD9-A0C0-9D42860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妖妖梦的EX面boss和PH面道中boss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28C8C5C-0E15-47B7-B8B2-2BBFA970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B4E732-1BE8-4F95-8492-096E4AE4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E1DA58-7AC7-47C6-A3BE-15B01AC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使役式神程度的能力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5EE9CB6-6647-43F9-ABE3-B4ED015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CFFE7AA-9CE6-497D-9C5A-55BFAEF8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844246-0CE3-41BF-90A7-901428D8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F8BE1F9-ACE7-4CE1-93FF-824988E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4BDBEF3-917A-42AB-8328-34012DFA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42D1CCA-866B-4514-9DE8-CEEFF571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3A15B84-0CF7-4D29-BA79-33595BFA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A9B2325-628D-4DCB-A84B-8486F9E3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7321235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3BC76-4D34-491D-81DE-0D5B653AC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db1947e024fa2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A60C4D4-5048-4454-B98C-424B2EFA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83CCCDD-652C-4531-94CB-58B9A19D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1C5C0F-85E1-4AF9-8A97-42E2BF04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411CBC-C1CB-456B-8610-B44107CD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9DA78C-BEAE-44A0-9246-AF8938E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 / Yakumo Yukari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F0D8316-EF11-4529-BF10-613880A4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82BFD0-E20C-40A5-8BA5-2D0D4620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她是幻想乡最古老的妖怪，也是曾参与创立幻想乡的妖怪贤者之一，一直以来暗中维护着幻想乡的安全与稳定。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4C0C69-73CE-4466-800D-A545FDCB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88CFE1-457B-4AC0-A1EF-0CF2A9E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幻想乡贤者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905F4D3-1E84-40D9-AB0B-E9E531E1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A1573A-2829-45B6-A7BD-011CFCE5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0ED95B-BEC7-4F02-ADE3-804C7E2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操纵境界程度的能力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30E9C6C-CE86-4AC2-A5EA-90014E2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FAD13B-2334-405E-88FA-188975A1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DF48F33-754F-4123-923D-8A230E5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D4625C5-885B-455A-A563-0C5DAF6D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A51096C7-5710-4AD0-A588-4EF4A99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DFCB1D-10B5-4C42-956A-E32FC7B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66A37C-BD36-4E3B-A0B9-CCE0A228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八云蓝／博丽灵梦／幻想乡的贤者们</a:t>
            </a:r>
          </a:p>
        </p:txBody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A89856E-E789-47F4-BD9C-3D1D95B0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2EC8437-4EF3-49DF-BA8E-63245E1B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18061857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021FE-E142-4AEC-8287-2E6659F3E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f7bbca5454ac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CA05F02-31C8-4FD3-B311-44AEB541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5F849DB-7631-4B63-A3A1-1047A803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6D95E9B-B831-425F-8332-E4630E5B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734EEB-ADE0-4B7F-99F5-A7E4CD7C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5AFC1A-1309-4022-B51F-1499D65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 / Ibuki Suika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ABC8BB6-319A-49E3-9E54-AE1BCA7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A843FB-36B4-4C4C-8E09-CE4BCB03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她是在鬼族于幻想乡消失很长一段时间后，再次出现的鬼。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5E18A8-D8A9-467E-8BE0-32F6CFD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5CD3D3-A847-447B-8E16-B213A80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F8F23F9-7BBA-49BC-81B9-7D595902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A234052-3A03-49E9-8034-C60C739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3B448D-D77B-4A41-8B53-1F19D8A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操纵密与疏程度的能力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862BD39-4943-46BE-9CE8-6F9B405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F90C74-62E5-4BC7-8A0E-F45AF54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BF9FBDA-9D11-480B-9D48-2A8FF10F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48CE921-B159-40D6-9075-538F53A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A6B09F-F88F-4BC2-A57B-3873912A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5F5509-51DD-4EBC-A048-D1C70BB7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1294B5A-BFDC-47A8-8A6C-82D81DD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34BDFAC-A6D9-4337-A822-AF795A4D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5936718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1C4ADBCC-6DEB-4927-9D1C-DABFE6E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CA29232-2670-432E-8ED3-C0BBDE84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796C97-3A1A-4B12-A4F4-F244FD7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1B57D3-6F8D-4727-878B-895BCBBF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543EB5-DCC6-4E86-BD10-FD282A2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17ACC17-7E2E-44CD-B82D-04858D2C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40B39A-CB4A-49F1-B0BF-E42B369B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9AA9D6-C48E-4934-ABF7-8DB0FF0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0F527240-23C3-447B-9A90-0646A485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4BC912-4739-4857-AAA7-C3D89E3B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787FF40-AC7A-4E6E-843A-D1525454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5C8E19-58AE-458B-A88F-25CF569C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8981292-601F-495C-B2AE-C2D27E1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B533F35-C015-40FA-AA80-EA862EB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F0B26093-08D4-4627-BCCC-3B5EE2C8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A91A98-C3DE-488C-9CCD-D0B3F53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B83D668-4B46-475C-9713-ED766200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B3AC370-BA43-4ACA-9AAD-82CB8702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171FB2EA-325F-4E9E-8A81-E7B9CB0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4DD47F3-7646-41A9-BCA4-5A47ACE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59E4E8-37C6-49CB-BB73-5A96AD6B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0473A911-5A08-45AF-818B-6FF39CF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1018DE9-E15F-4C44-B37B-138E619A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652CA78-F755-40C4-81FF-83E6A114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0AB815F-0EE7-4FA0-AA84-6A54275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175CD96-E7C2-4677-99CB-2DD91AD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453B01AC-F541-4E61-AAE6-3E701EF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6422D2A-697A-4C08-A285-9D6399E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22E3DA4-25CB-42ED-8C65-8857D85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8F295307-0447-4EBA-8ED5-F1F4C181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8AF01AC0-04CD-4E61-97E2-A4414224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6D1400C-BA1C-4EB6-BF79-4B1D134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45CC4AA-73E0-4ADA-8E7F-39817A5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D23AF55-CB65-43CF-8584-7D161740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748FFB9F-8B59-4F27-9E6D-5A21163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DD09B0F-B6C6-4247-9235-154FB92E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E1E5EAC-4B8E-42C6-991B-D3CC6D18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CF87801D-6909-49D2-AA00-50337D9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F886FC-192D-41FF-933F-5C8FDA4E4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7ef69df2e4b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BD8080-D191-4E44-A144-B189507A31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fdfe92c524f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E7A57A-4F2B-474B-B2B9-FE440719D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c4b582e244830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8B4E85-CBBE-4E65-A8D0-464C218AD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1888cb00541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00332E-E9D2-41DC-8835-4D03675D1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a59a2e9a040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0F99B5-1654-46A0-A312-C14550587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a08f402614e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A6C413-91E6-4139-B597-3672B4469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840e2b32a40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361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EE8CFDC2-01A3-45E9-BC48-14394376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A9233B-A933-4B4E-B524-10B055A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030AD92-8E97-46E8-870F-07F2D5C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BC3EC6-D80C-4693-9E75-11EBC220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B391FE-2728-4281-94FC-3CBAA8B3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2BCB5E1-871B-4119-A5D9-31CCE66A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2DDD4D-F2FB-42B3-9D28-54C8A3E4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40D15A-1122-4452-918D-AE3BB05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C8BCE081-AEB9-4045-9D14-2AF3D46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B5D7AB-3659-4182-8382-30EC5E6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8D4EC49-1672-4785-8328-6CE7D8E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09F736-CAD3-4F2B-9DD0-F9FA749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8ECB48E-5D05-48B6-9527-A7DD5324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DEA980A-2E27-43E5-9334-1402655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9B51C7AB-605D-449B-B6A4-4BAF1D64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73F92F-899B-4CDE-843A-9736B76B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0591722-204B-4AAE-AE80-18DDDB2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61003DD-7710-4C0D-A07F-CCEA16C9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E2195192-209D-4E7D-BC92-D741DB99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5307AA3-FC12-4FAD-A690-225AEB87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A52F208-EAB4-4D24-B820-E75E390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CD5AD24-FA21-46EE-A9D3-41D92759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616FF8C-B643-4849-890E-6F7F9C3E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3966F0C-8829-411B-90FC-55822035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5B510BB-6B81-4F46-A4F1-0E345059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7161B94-9481-4042-A514-3A50A13A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048ACBD2-B01F-465E-8D66-7F48DE6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4C365C7-5F38-4D6E-90D7-5D45BF21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AC36D6C-3680-4018-B02D-42F057E5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F841A781-C890-4DED-860D-032005BF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60E030F-5035-465C-91AA-EC0FEC8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A4B8223-CC39-4040-8F30-C4B59082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BE678DC-2BE6-481F-A081-4DF5B400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06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4BB282DE-96A1-47E4-ABB0-1F6A2E4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EA7BC-43DA-4E55-81EB-C2AD33E25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2508557c644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3D517B-B8DC-4EB1-8D4F-BAC78D5C6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ba95d743c4a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289351-0339-4E1E-B836-C8C51EA80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fe370721745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A3AD1-7F48-4251-9FE2-467808B13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8927b90b343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84437-64B7-4990-A7CC-57BE40E94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a631fd66445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028679-83F5-4381-99BD-D99EB37E0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f2218730e48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01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0DBA8-F9B7-4081-8E45-B0262FEDEA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022a26eb04a1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BEF05AF-30AF-4E5E-A61A-01674988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3E483A4-D688-4B79-AAF4-6EE34A1E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B52E6C-15DC-4CA6-8EF4-AA77B77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F28C81-4720-4155-A03A-97C996E3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2CFFFD-0BC2-4CAF-B8A6-95167FB3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 / Wriggle Nightbug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82C6B33-BC5E-4A74-82BF-8D5F0A24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9653D4-2757-4171-901B-EC70182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她是萤火虫妖怪，身边总会围绕着很多虫子。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DC047F-D2F7-42B7-AA11-80F20C6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0EBA4D-839C-4B84-982E-BDC3DEF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妖虫／妖怪 · 永夜抄的一面Boss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BD033C1-FB73-4A33-9458-14AE765D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24D2774-D43F-4DE3-B933-7C0882B2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537AC2A-782D-48A4-B6E6-088EEF9C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操纵虫子程度的能力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E5D5A55-C54A-4E0F-8EA6-2988E4F8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155932-E6B6-443F-8C69-5930573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A8CB6E-ED4B-4160-8C00-93989640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2B15FF4-5901-4866-9BC1-7799EEA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4CBB543-40D4-4BFF-B5D2-FDC497A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F6F85F3-4793-485C-B632-2EEE7F9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2D206FD-B6B7-4BF1-BFB7-6B313F6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1EE7DF6-DADD-4DF9-9C1C-FBB04056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3769248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CF3B9-321C-4237-8AAA-47C7529C5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9b97dff0a43d8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979A15C-193A-41E6-8D4D-30469973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B90B7D2-01EF-4F76-A939-56AE1B9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EDA4FA-FD5C-4CAC-980A-A3DC952B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52E24E-467D-4C6C-9CF9-12ABB4D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6A7390-1388-4D1E-B22B-9CC1936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 / Mystia Lorelei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1192256-32A5-4D2A-AE05-6203EA0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199DCE-BB84-40AE-A867-3F1741B3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被称为夜雀的鸟妖怪，能用歌声迷惑人类。她喜欢热闹，也很爱在别人面前表现自己。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AB8AA08-1CC7-423E-8F91-B3B55359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30D3F2-4412-406F-9E8A-779F42A7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夜雀／妖怪 · 永夜抄的二面Boss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BA9E474-F868-4029-8259-8CA9EC0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32FE4F-7A65-4567-87C0-BA9722B5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62D108-8000-401F-A992-5D981087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用歌声诱人发狂程度的能力 用歌声迷惑人程度的能力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529F98-B4CA-46CA-BE73-6C96C7A1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1CA10A-8C5D-4C32-B012-98C24E6F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A865654-312A-41D2-8D8E-63D7936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17F7797-55E4-47EF-AC63-66B01BA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388DB63-69F0-4D25-9619-EA443A3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355D25D-C791-4A77-9EAD-A039B014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4B6DAF4-CAC8-41E4-A26E-87BC54E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219312-1033-44CD-9A64-8AF349A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2294464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02D90-B698-449C-B34B-289237908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26452717946bd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0F9548F-702C-4AD1-A547-F6BEF327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9A262C7-38BE-4F34-9FF7-BDA52FF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431A33-D832-42CD-A0C1-7196824B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EC85C4-D741-401D-A75E-86090E47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A35C8D-D518-4B85-BE0A-BC9A8BF4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 / Kamishirasawa Keine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AD9FCE4-4037-4004-A8F9-03097C59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35962D-BB73-45AA-868D-D76F31C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在人类村落开设寺子屋的半白泽。平时为人形，满月时变为白泽，两种形态的历史能力有所不同。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540025-6B48-42B8-911B-7ED80E04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3F92CF-08E0-46AF-A3B8-BE81875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半白泽 · 寺子屋教师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D2643D-CBA9-4409-904F-3EEE521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992BAD-B0D0-432B-B038-88DD484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BB72B73-7F69-4E82-80E8-6778D7D6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人类村落／寺子屋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D1CB22B-538D-4494-81AE-95366B99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5DAC4E-EE22-49CE-9142-95A91A92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3DD7D2-A079-4B30-84F9-250A6E5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人形时吞噬／隐匿历史；白泽形态时创造历史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BA68D9C-E8BB-48E9-856E-26CA42C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2D204BB-E446-4FD4-8CFF-9BC79170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277D7DB-5CF6-4390-8097-5DCBD69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A133F87-99FD-451E-B203-6F31411B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C2CDC9D5-DED6-40AE-9BB9-1A748AA6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623CC9-1E68-408C-9D4F-233DC40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BEA7457-0452-4807-BD5A-984C21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藤原妹红／人类村落的居民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40A5AFE8-C4B8-4FB8-8580-C15CFE0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5A08813-8DC6-4C76-853D-3D24019E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7339963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98E72-4C91-4248-9B47-CBF0C3EA0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fac96309a46d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0731D0C-64B3-4317-AE27-8F1EEDB9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9537A91-6CA5-4017-A0FD-EEE49FB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AD4E24-CDDF-423D-9B8D-CB6EAE49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42FDCC-A4F7-47BA-99EC-841A2EA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12BCED-510D-4452-86A3-9269F81F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 / Inaba Tewi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08FA36A-44ED-4798-999B-417CE8D8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39233A-9F28-4890-AED1-75BD466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居住在永远亭的妖怪兔，也是兔群的首领。她能使遇见自己的人类得到幸运。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F839C1-CC1C-4FDE-9AC4-0B114869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D47FDF-95F6-47DC-B228-B1A99A7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妖怪兔 · 妖怪兔首领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167E24C-C4CD-4345-ACDB-ED06105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791CE7-2C1A-44A6-AF7F-8CEAA806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37659A-BC51-4F44-9BA0-C825B765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108B72F-E68E-440C-9B6E-C1E02D4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38C293-D872-4A73-AEFD-71208BBC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7C1A86-3390-4EF7-BB7E-FF9B99F6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使人类变得幸运程度的能力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503A4A9-C91E-4512-ADBA-1E00DF46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51A569-BB2E-4BF2-9282-6E697971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763F6F-DB02-4E3D-BD8F-21A5C02A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6528D7F-A2AB-416E-B8C1-17BA0DF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8A99AB-D235-4F3F-88DA-37D8822E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001B4F-7736-4EFD-9E51-8CBFB17C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895314E-551B-4AAF-9D88-B0C9830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F7F7379-DC97-4611-A787-93F2CE3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18171060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A1261-2E6B-4738-824A-7662E5B08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a1a48ac4844e5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D430A5E-E2E7-4D63-99BD-DBA269A0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6ED74EF-497A-47AF-A03A-27B4BBEB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2952D7-CFE3-48BF-99BB-F6B7A4A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19A5B0-87C4-49F6-86F9-673CC316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31CEC0-6F25-4599-A38D-F755CFE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 / Reisen Udongein Inaba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D0FAA5A-A215-4D00-91EE-8C3FA3C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B4D78B-FBB4-453E-811F-EC95DE01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原本是月之都的月兔士兵，后来离开月都，生活在永远亭。她拥有操纵狂气的能力。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73048E-541F-4C79-9164-DA8ECD81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5A3E2D-02B0-4355-A078-F568D8B3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永夜抄的五面Boss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CFE83E-6C47-43D8-93E8-859F7DA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6C2019-9809-4DDE-B664-9BAA4DE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F8E03A-6A6B-4986-9562-234A07C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A71A0C8-6F76-4808-8F42-28E0FCB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7BEF37-E91E-45D9-92A0-0419B52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EB5578-F3BD-46CB-AAA9-97E907AF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操纵狂气程度的能力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5E2C0D8-3BC2-482E-BC34-72B449E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9E4CED-5267-47C4-9C08-4DE50D5B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7A14145-56D6-4CE4-BAF6-493891E0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48971FE-BC99-4E87-9BA6-7A01E8DE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EB111AD-DF43-4AC2-BD11-FA415AF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40A2DF-F0E3-45E6-BCE5-9FB84476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4F59650-0117-4B81-8C60-36A2045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八意永琳／蓬莱山辉夜／因幡天为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A84C120-9763-4EEF-997F-A231F35A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6C17C53-F526-43D6-95E5-CF7276F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9250360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F3069-204D-4D8D-BD96-46F61F78E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5a13c0def4c4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00CF5FF-09C0-4EA0-A6CD-9A1DD44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D625009-52A6-4BF6-8C8A-BAE5F563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425585-66F1-4E47-9E0C-DB1EBE0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F7AAE3-496E-4E38-A732-99F7638A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565D9E-9200-4EBD-BD71-22BE53EB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 / Yagokoro 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B575D73-E660-4B4B-824E-3F4F24A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B23C0A-18C7-452C-A096-3E22E542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她是月人，也是神明，曾是月之都的月之贤者之一，被称为“月之头脑”。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E92776-B15E-4A99-AE0D-20503F9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EC3C04C-869E-415E-BAC3-C42CC7A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永远亭的药师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4FA8AAE-0CDD-4CCD-8427-5DD8102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6E8B26-8F83-4BFB-A70C-1F3DF399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428D5B-E944-4803-B784-08FD2535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25B05D5-3590-44B0-BF9E-EA5EBAA1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ADCB71-E13F-4697-870A-F6427B7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8C5681-61A5-4EF4-9485-E67D3958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制作所有药物程度的能力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CF57D46-F55D-4A9E-B9E0-6B29423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C5953B1-1AFF-419D-81D7-01C7AB01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BB19EC-8ADE-46A5-ABD5-691D1A4F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FD9EF72-53FF-415C-AE55-D5356C7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382A668-C67B-4F9D-A8AE-2CAAF2BA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EC76F3C-1650-45CA-B97A-144327B6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4517278-3F4C-4A8A-8F2E-3A945DB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730575-2555-4F86-9D8F-9D45B6AC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913069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82A33B-A192-472D-8042-F87BED398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629f704ac4b0c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B15FBD7-4577-4B67-AF3D-7F8240FC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039EB47-1385-43E5-80F7-11AF65B3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B02FC5-2DB2-4BC9-8FAF-C7F07FBD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808119-7119-4A38-81D7-4866A205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9FA942-8C95-469F-93A1-9B519212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 / Houraisan Kaguya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829E1B6-BEEC-411B-8036-77DCD030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853EBD-906C-44DC-A3AC-743F2985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辉夜就是《竹取物语》里面登场的那位“辉夜姬”。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A2EA8A-4887-49A2-BB4D-D5231FA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D5BB6E-88BB-4F86-86A1-29DBB7B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永夜抄六面Final B的Boss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B7B108C-16BF-4393-B33B-BD8AAC0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C87D28-2C16-423E-A48F-4F73E39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5EF5A7-E4FF-4B53-87BB-F1AA0E37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0F5A1E6-7056-499C-B580-5A0AA3D5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A334325-7054-4415-9A8E-07122FC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DDD81E-B99D-4D6C-87F9-3433A50E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操纵永远与须臾程度的能力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73C63EB-814C-4312-9028-FBE52FC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68B9C4F-8EFC-4A60-8367-E74AB1F5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AD5754-AB72-499A-A059-38EB7C7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CE69058-CF10-4DA6-8E95-3F4F03BF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505E9EC4-E0FC-46E5-B49A-2B127787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F3858A3-A7B6-4097-B4E7-206C064E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7B7D1D1-D32C-47AE-8A93-AE67266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八意永琳／铃仙／藤原妹红／永远亭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DC57F2B3-FF46-401B-A76B-80573AD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EFD0147-EAE3-4535-8F88-1236B132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20323555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1B6C3-D4A1-41CB-BE5C-1F902FB51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d4de0b0bd40e2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9A36718-E0CF-4081-842D-DCCD5751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BC5DB3-EE16-463B-A51A-5198671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9B8B027-29D5-4FC8-B666-F62EABEA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BE40DC-BD24-428D-A0B2-1C16A3A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6B5C6E-4DC5-447E-A42E-F7D28CB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 / Huziwara no Mokou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23A11C1-1F11-451A-BAFF-6177DBE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242A74-67E7-4B44-A769-57B1D8B7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她原是贵族家的女儿，因服用蓬莱山辉夜留下的蓬莱之药而成为不老不死的人类。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D1255E-4A75-4F24-B640-E241E21D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606E32-DAC4-4EF8-A3CC-30CF34C1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人类／不死人 · 永夜抄的EX面Boss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D1D04E3-1B1B-4355-83EA-DE62BCBE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F6B973-33B4-4BF0-8356-8475797F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53B1F1-46A2-4B32-804D-7441CF8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3DE2889-2BFD-4E49-8149-B58309F0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ED1EA0A-A942-4D6E-BBDE-888EA52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52DC548-5524-43FC-AACD-F5D24E29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不老不死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F7E71EF-97D0-4835-95F7-0E5711C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74C111B-5EB4-4957-90C6-4BF71CAE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7E77D6-0776-4C29-BA83-B529F982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E4F8C8A-3267-40CB-817E-1264843F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13E59663-2D2E-4A03-94F1-A00E9242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079F15-A47A-4957-ACD3-503FBD8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D08FED1-3FFC-4C2D-A9D8-08D4232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蓬莱山辉夜／上白泽慧音／迷途竹林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55B5F83-BFDC-4B1F-AA95-DF1A94D0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F3D75A4-A12E-43B7-83CA-B0F970D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13858097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7F282-727C-473B-902E-D565ABA05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0da089f3d466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455F1B7-3CA0-4994-B209-E743328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538EC36-E42B-48C4-A77C-247A9B6C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F715C6-5CF3-463E-849A-3C2D9C6E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88F0F9-BE59-4143-92A1-44C31A6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F42C55-E4F7-4482-B367-B51458B6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 / Medicine Melancholy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88653B2-50BC-4ED3-8524-88B54622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853A0C-2D00-4FF4-8B0D-26A46B5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她本是很久以前被扔到铃兰田的人偶，在几年前妖怪化，因为年轻而经验和知识严重不足。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E4F8C1-AA24-4121-9953-5B76E0B1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EFE79C-7734-4D38-9FE1-F90466E5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人偶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435BFDD-C646-4FC2-A6EB-3AAA8A8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6ED237-7B06-4E39-99F2-B7E4925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9DDE90-0D08-4ED8-A2D7-79A5DD69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无名之丘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BA844D9-A9E0-4C57-9EE8-C81380D8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C893A5B-9616-41A5-85EC-77C5B220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D052C6C-7A83-4501-AA15-9761B4D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操纵毒程度的能力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09AE5D7-1122-454D-BCE5-D4D6D74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848A34-37C1-4C8B-A311-2FF9AB4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E2BD114-5694-4C36-9E5E-7124C9AB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87C9B9-293F-43A7-ABC4-C2D978DA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6B6AB88-54ED-4368-B970-F5ABC5D8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AB57CE0-A200-46E6-8632-2EAB7435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491F4D0-3CA6-4214-9123-AC6DDD83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94467A9-B791-4572-826E-5C05A093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8528295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69BEE-6DDD-4369-A2B7-9ACCE300E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526c4b9fe4f8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57228EF-DC9F-4AA2-B198-16A480B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C29BED0-2705-4C6F-8220-48F73B5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675EFF7-E627-484A-90EC-00C1F11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56A359-6397-49EC-A9D3-EF332B3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F4B3FA-2AC7-4B74-A187-7196D78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 / Kazami Yuka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61A76E2-A4A1-4BA3-B846-364EFFF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B227B7-9397-4F51-AC2E-7B6AE89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操纵花的妖怪，在太阳花田活动。她喜欢鲜花，也会随季节前往不同花开的地方。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7C3800-AAA5-40FD-8AC6-2D94DB50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9022B3-2FEE-45A0-B86D-7174FBD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《东方幻想乡》五、六面首领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6806CF3-6303-4798-8CAD-90AB9C3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C61382-6719-4F0B-A1A1-0AC48FAC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1CE479-051B-41AC-A58C-710D6885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太阳花田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46FA51E-8FC4-4C62-BA60-F1B882A8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6E8BCE-2472-417F-86A5-8EA7636E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23BE88-7B59-4337-850F-F9404CC9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CA7BF74-B29C-451F-8DBB-6EA2772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7E63D6B-2927-4EBE-AFF5-28CB28F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C547572-C538-41FC-B09B-4963E068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东方幻想乡（系列）；东方花映塚（Windows）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118C879-BF00-42FF-88E0-D076575A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3665CA8-4B6F-4B01-B48D-46BA46AC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037206D-3DF3-46DB-95C6-EA8C99EB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941A3F4-8049-4E65-AA35-9E571D4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0AEE7FC-44C3-4614-875D-DC6542A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7417006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A25C4-1384-4250-9168-5C078166C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0e0e9acce467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0E495BE-1540-4520-B854-1A2CDEFF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8347B3C-FF39-4531-8BEF-5BB96E5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9B4C3E-AD75-4E25-9976-8294EAE3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6504FB-544E-4F98-A395-95466B9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5D80F6-94F1-4EF8-A4E6-085CA8B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 / Syameimaru Aya，Shameimaru Aya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BE5EFFF-B805-4744-B201-E70BAE01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43CA1C-7FF2-4DE8-AC4B-590996FE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妖怪之山的鸦天狗，也是《文文。新闻》的记者。她以速度和风的能力见长。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54E9A6-415C-4465-A08B-029E899B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698846-7DD3-48B1-9129-35EA594D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鸦天狗／天狗 · 《文文。新闻》记者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F42E055-E31D-418B-8981-50D6C9EC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0DEB2C-F7F8-4291-BEE0-372338DF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C89240-2B48-45A2-9755-5D08DF5F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妖怪之山／文文。新闻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AF243DB-8BA3-4F68-B9C8-62F23061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D9E5A1-AEFC-49AF-BD4A-7A338133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735FF9-1D9E-4EE8-BF4F-27C4C52B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07BA3C5-764E-44A2-AE1A-39BF9D8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960A43A-2F87-45AB-A143-5BB8AD0B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EC8B5E-73E8-490B-9082-4605832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东方文花帖（书籍）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BE1A9FD-6787-46E8-8266-A487037B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7F80AB52-858C-4548-B9F2-BED287B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AA32AA2-1D36-4013-98EB-FE5B074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B9D7BF0-7024-4CC9-9552-2EFE054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天狗社会／河城荷取／新闻采访对象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6F08CD1-FCF5-4363-8493-0F738D08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B525F08-B394-49EE-BADA-2242DBB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19782042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4A99F-DDC7-4170-B6B5-8E20F8115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ced0ac63d422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09B9A04-5C9F-42F3-9DB9-63B3B301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A08964C-A4DC-4D99-BAEF-F11419AA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2E08C3-9267-48E1-A4B3-568D6E6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9D7C71-C913-47F0-9AF0-03E7B348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62474F-C0B2-4B8B-9D94-F1487FF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 / Onozuka Komachi，Komachi Onoduka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87A39EA-0E2E-495F-904F-EF527638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8044EA-D353-4C2F-8824-1A4202D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负责引渡亡灵渡过三途河的死神。她性格爽朗，喜欢聊天打趣，以摆渡人的身份与亡灵往来。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A9D7C2-A2AC-468F-844A-3F32452D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8874EB-EEC6-416D-8106-99A124D5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死神 · 船夫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B339F45-9A9B-4C06-B7F4-6185835C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FB9D886-B2D8-4CA4-8C67-B8E47A7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814220-7829-4B10-8768-C5978437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28C4F33-818A-4674-A5E7-B5070488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CD7EA3-010E-44D8-9CCC-ACCF290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DE743D-B11C-418A-9F7D-53CB1714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操纵距离程度的能力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10EA322-303D-4843-AA28-31A4589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50FA664-CEAE-445A-97D9-0DDFFB59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E63F86-827C-4133-8F37-F7C5498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1ED4E2F-B96D-4877-8381-A55F1508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22E31F4-C273-41B5-8F34-22B5B801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293C586-0E4A-44F1-8FAD-22908297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A8C2089-CF18-4C2E-B482-18312967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EDAF02B-097C-47FB-93AB-8475BE2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0402569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5D4359-9D9D-47DF-BC0C-7D208C417E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c7103462413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CBAA241-304A-47A0-BD2A-E65439F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8FF2EF6-A135-4F6A-90A6-E43FBC44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CCE3EB-00FF-4804-B3FD-B69B110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7F4381-E050-465E-8CDA-CB850469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432C5B-C8DC-4ABE-8909-34155AB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 / Shikieiki Yamaxanadu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54936B5-B01F-46F5-8562-A0F80666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5CA98F-9006-4FE2-9532-109990B2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四季映姬曾经是地藏，后来全国各地的地藏联名上书请求分担阎魔大人的工作，她也成为了阎魔。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4C1135-98C5-43AE-AC7E-A443E82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3BD5D1-F93D-47B7-BE52-212F11DD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阎魔大人／阎魔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7D74D36-843E-4F20-AE67-2BB57284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A674DD-9D47-45F7-B72B-750B5F69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9E977B-16B6-49B2-B57F-6B57DFB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彼岸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E1A8582-6D28-445B-805B-ADE71D55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0F30AAD-891E-4D69-9652-A82763CB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D33501-E84B-4F33-9F2B-AA11E074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判断是非黑白程度的能力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3394AFF-80F0-4AB5-A503-E2A21E2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09620E3-2BFD-4154-9A9F-5A9E0B1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AFFED82-BB31-47D2-9486-C77A6DD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0A6686F-290A-44BE-AF43-D22F6240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2FEF898-22B4-44F8-B571-0DB4AD3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AF7BFF-C964-4C62-A1D2-35554214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9AD766F-73BF-4EFC-872F-FA42C75A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BF3F1F5-CA48-4275-A135-F2699DB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9926289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D9DE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A93AAC68-F571-4D56-A32C-41B66986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E65527-B1A9-4D76-8575-52B571FE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2CE2EC-0DEA-473C-97F1-B3945A64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defPPr>
            <a:lvl1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1pPr>
            <a:lvl2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2pPr>
            <a:lvl3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3pPr>
            <a:lvl4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4pPr>
            <a:lvl5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5pPr>
            <a:lvl6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6pPr>
            <a:lvl7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7pPr>
            <a:lvl8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8pPr>
            <a:lvl9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pPr>
            <a:r>
              <a:t>IV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40A21F2-19B7-4C88-A0F9-917AE784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8B8097-0120-4C8F-86E4-4C63D2B6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风神录 · 绯想天 · 妖怪之山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53F2AB37-1D08-4EFE-A590-8880824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80A83C-64CE-4BD8-ACB1-CBA2C2C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10名角色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AAD5E0-414B-496A-B2B9-2CBC15D7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2CE1A477-3AEC-4D68-8040-C47B9F55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1C532A-EE2D-4A2D-898E-53315F1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041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4FA899A-5E6C-4CCB-AE10-80A1DE9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C3C211-77CB-46FF-8236-CF2EC6A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B21EF3-593A-4DFB-8AA1-26E3528D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A77F3AC-3957-4BE0-B064-9572B6AA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A131B282-1FFE-4E54-9E1F-9EE7D76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B83928-2494-4334-9CAA-33C22B78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58442B-7F7D-405B-B185-495185E4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4804AEBB-ACF9-4EFC-A69D-D17E3640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EDC5A98D-8ED4-4C95-B721-67A15C56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B860940-15B9-4D91-B717-C2B7B0E6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30FBA75-45C6-4C5D-844F-9C08F8D7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437562F-EB5C-4178-A6E8-4BB893D0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52D5E08-D035-493C-A4C2-685DD32C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C9EDBCD-CFCB-4478-B440-2EAC5CD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1EAB654-5AD5-421F-A286-15CC5A22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6E77C9A-1CDE-448D-A0EB-5D39F675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5C8F2586-2813-4B26-B7D5-0866EE9F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A33C271-402D-4C76-A971-A340710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B2F8A6B-F8F6-4AB4-9281-C1F8A4B7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0015CCC6-6D27-4114-8B4E-AC1B496B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CF216D86-4AC0-4233-B91F-4238A16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3CAF629-831D-4DBD-86C7-5475F676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F8F6EF5-4E22-4A26-9303-642ADC03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37FDF4EE-5801-4D01-AAFB-22D0FCD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4F0C779-D7FE-4551-AF4E-DC363A31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838C0BD-96F8-405F-84EA-9E23F857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41E6EA7-E0FD-44ED-995C-5C06892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11BDEC52-C4AF-4138-AFFF-9D79545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662B1C60-EF8D-4A9E-9228-55FE6195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6B3B2CA-2B28-4B23-8B25-6AD32CA7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7DCAB0E-87F2-4E61-88F7-53155A5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34C11A99-F66A-45E5-9C23-DE0C3963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91CC3439-FD0A-4869-B73E-7EF5ACBE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49CEF4E-112E-4605-8E2F-74419D8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93E8443A-472F-4D65-8A06-2915635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6BBA933E-34C1-46F2-AF81-7DF65A9B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96A75020-6D5D-496D-B807-83D8DA18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32450D05-8AD3-4FCC-B21D-2D9B692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FDA161A0-675E-4330-88D1-6A80FCC1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6022591B-3743-4852-BA9E-F78B6BB6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4941EA-300A-40AA-80BA-18898E8F5C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f9394e0d94d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B6B0B1-8245-4C1C-8BF9-2303375825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445e8580e41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7DEC06-CA35-4F0D-8817-5C9E8064B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7b030d6634d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3C0338-51A4-4F27-A153-192107D18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c40593ea54f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AC5BE9-E104-40BB-9767-DF7187AA6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1a3977e7c49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29E950-C70E-4E5B-92D6-3DEBC287E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2b29addbe47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F3046F-2E7C-4FDA-97DE-8D18A056F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f2aa75f894b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2BF145-1DEF-4FAF-891E-34CECE25C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eef047a5148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0FBA36-C4FC-4AD5-964B-465C01268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80f2473fb47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0646B4-0C21-4469-B51E-1CE47FE17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7aece67a445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513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295888-C5D1-4890-90B2-B875D86C8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cefa76f264ba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DA2F0BA-CBFE-4266-A4A9-59BEB3D0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A344A48-B476-4EF4-8FC7-6C3DC67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A44A0B-E746-40EB-A1E1-D41B6AB0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F6C800A-1B5A-4789-915E-3ABC2FE2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7083FA-289B-4C02-9435-5692DE31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 / Aki Sizuha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57ABB1A-9999-4DF3-B599-E5D4CF21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904580-2EB7-4E93-9B80-304B693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她是掌管幻想乡秋天的其中一位八百万之神，掌管着红叶，是红叶之神。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5AA295-B17E-4397-9330-3E12D1D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1DB7BC-6870-4DC7-8914-A7624B1C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红叶之神 · 风神录的一面道中Boss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67C77CF-F11B-47E9-8821-5CE2386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66D239-B272-46DB-9624-7698A1F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713253-7006-4578-A3C2-95537C1B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A220D14-16AE-4D73-8696-D13309D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6E2353-C2AD-44C6-925B-18BC213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EA3A71-81A0-4213-A96B-3C76BDB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掌管红叶程度的能力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61D1EF3-AE18-4B85-9A62-FC4CA91B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061AE7-9FB3-45A5-B330-7A1DB62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162BCD-ECE9-4BA5-9A14-348A80D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324CD7-DCC3-4ABE-BA34-6BDCE8B1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F91EE63-9DA9-4FD6-917A-E7604D4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B344683-3440-4316-820B-05BA10D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0AF2D94-CFB7-480E-B66F-D99ADB65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F635836-BC15-45A7-AF15-9C3D32C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544084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7D584-D0B0-47C4-B712-DF8B1406F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5714777714b9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6489097-437F-43EE-94D6-9EE011BF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D271365-B28E-408B-B6DF-74CDEED5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BE9C3F1-BD58-4342-9FB9-AD7BD4D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CC092A-A03F-465A-9436-CA7C1C61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ECDBB7-F45A-40A0-B9D1-C1C33B96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 / Aki Minoriko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64C0E80-A7B1-4BE2-80C1-C7A02EE5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48D297-E3F8-4297-A778-91F1951D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她是掌管幻想乡秋天的其中一位八百万之神，掌管着丰收，是丰收之神。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386C05-15D4-4FFB-875B-677785BB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4DE509-24EE-49F6-B7E2-6328FEF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丰收之神／八百万之神 · 风神录的一面Boss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B1720CA-85F8-4683-8FE4-728DAB7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EDC4B8-C86A-403B-A883-AE5A8EC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A44B81-B5E4-4EDC-8BBC-80EFE340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495E114-23DB-47AA-B632-6AB0CB1B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49D608-FEE5-42B5-9048-EBC1D76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7B5D98-87FD-4468-93AF-339B32E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掌管丰收程度的能力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C12D368-F185-4039-8945-0B1B2EC5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921B492-0F68-4F2D-BC23-941710C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39851E-C5E3-419E-8F4A-0F8D800F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E9EA8AE-F6F1-4C3C-B730-BD7DE946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9AE6AC-9277-419D-AE8C-D3085C12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693015F-2703-48D3-B067-E6E741F6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7850685-62F3-4156-BF1B-399D3D2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84E6B16-892C-4BE1-B5A6-9DDA28B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11396888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76B8C-EE7F-49D3-9B41-18CC959CC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c20673bf04c7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8152699-08D7-421F-85A2-825DF7ED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FD914F2-2B24-4C20-A13B-8DCC23C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0EA145-75D0-44C1-BD3B-2CE2F583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220624-42F9-44AB-88FE-345391DD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303CF1-9AC3-4959-854F-6037AEAC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 / Kagiyama Hina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9E4B480-9386-45BC-BF84-78C7A0F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8C91A2-9B09-43C7-AE57-DB9E6AE1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她是厄神，疫病神的一种，实际上不是普通的神明而是一种妖怪。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308FEB-981A-4852-B510-151A24A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73A3D0-7353-4A1F-A243-010BD2A3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厄神 · 风神录的二面Boss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F9EAC8B-CECF-4317-AF23-600AD47A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94B482-C1CB-4126-ACF6-C8F3E2F3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2FAEC1-157A-4A02-A0BB-CDE75A6F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B04FD70-FE2D-404A-AE54-6226E16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3E7A17-AB07-4268-BFEF-C4B3551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85CABB6-A391-42A7-A209-6475765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储存厄运程度的能力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69D558D-A87B-4C76-B6B3-D5DED5B8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94BAED9-9026-4B80-82D2-7AE3C7FF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ADBBB8-411E-4E68-AD33-95867E8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27F42CA-F586-4620-98C2-9A32AC7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876F69A-F62D-4DBD-BE37-74C3B336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D692B8-E175-43C3-A3A0-42B111F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CB44F73-B4BE-4944-A099-E5A4D6C3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9858533-E885-4C99-864F-AD84BD7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26553922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66D86-66C3-4D32-8B78-BD5356016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607400ad744e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77AB943-F51C-4ED3-8955-F2E9E980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B738179-4601-4A7D-B0CC-4365DDC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BB4CA8-BC35-4421-87B0-30BC746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2E1762-DB0D-469A-A1A3-F4523A4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3CF984-8AC3-491D-8F2C-377F703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 / Kawasiro Nitori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3ADBBD2-BB19-490C-9B88-CF4B2BC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2BDAC9-F4ED-4702-B287-969F982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生活在妖怪之山的河童，手艺精巧，擅长制作道具。她爱研究机械，也热衷于赚钱。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FF31C7-5A6A-4529-B769-A0181964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17966A-DDA5-4BFA-AC66-B5882595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河童 · 风神录的三面Boss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61A10A7-E427-40CB-A5F9-846170B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496D1D-C0E1-4979-8655-2DDE781C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C9E5E7-AB3A-4F17-9E39-5653C8CA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A4A875F-6413-4AF8-869E-9C03F0D4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919CCD-F702-424C-9141-2B2BDE88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AF6B7E-7A96-480F-A532-F2BD5A18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121EA24-A28A-4F60-A8A6-3F43880B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E158C5-F003-4031-A0F2-C1AF4EE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790453-4A20-4C74-B267-B17F22AD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BF85762-95DB-41A1-971B-9061553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7E813D3-8AC0-44FD-8210-D30E0051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76ACE46-A776-4316-865D-3956D4B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 · 东方心绮楼 · 东方深秘录 · 东方凭依华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02AF00C-4E99-4306-A810-EBFCD77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9647511-5C24-4C80-A249-B64C2B9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132432998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6B495-C2A7-4785-8C7D-8672C23B1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89ad1470446d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A097A7B-FE7A-45B4-A350-FE5F7E6D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2EC64AC-259F-44F4-83E6-380473B8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6396F2-17C2-4269-BC0F-DB72707B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E665F6-A172-4DB0-9706-B68319BB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CEEB4D-8F4F-409C-A970-8EC6E71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 / Inubashiri Momizi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2472680-BC01-4F80-AB6C-6645C17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3F4E7C-9BE4-4F44-A74E-60F83571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她是在妖怪之山中负责巡逻警戒、防备入侵的白狼天狗之一。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B0AEAB-27A1-409B-8832-CF6331D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7E16DB-B457-4502-997A-1786569C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白狼天狗 · 风神录的四面道中Boss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9E19BBC-51C1-4E2E-A9BD-5EB70520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64F17C-CCA9-400F-A9C2-F2558D6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5B96ABF-E203-49E9-B08D-9F2CF71E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9F9B96E-4B86-448D-B034-EB8A05C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3D31F99-93A7-4E26-8713-8A53F31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9163E1-CEC7-4FFF-B67E-9424CB0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看见千里之外程度的能力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AAAF37A-AB32-4DF9-9672-D7A29C0E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9BD596-0870-4FB2-BA02-C2551FE9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D6B2A1A-5641-40D5-B40F-9CC9A18D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3199514-7EAE-41B2-84D1-9E01E00B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D67D73-30A3-40B0-B786-E079B7F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C5EEED5-285C-44DC-ABF2-6E99E992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02F546C-2EE3-4977-8643-74A4C959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175883F-972D-498F-BB70-6FFE641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153956280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8ACF3-C70C-4907-8A44-264ED50D8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cc51065a64dbd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E31D037-2C55-4C36-A2A5-1A41E669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7953494-F31A-4D91-9B80-C908AA86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BE33D7-0B8F-42C4-B0FA-E4BE3120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815957-F985-4E6A-8742-D0C14453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1204F8-FDA1-4A37-8DB3-619736CF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 / Kotiya Sanae，Kochiya Sanae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E82F5D9-B014-4025-BA14-D57CC7E0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6BFD65-2AC1-4F02-9327-2CA0BA9A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她是从外面世界来的人类，是守矢神社的巫女、风祝与现人神。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9B0FE6-283A-44E5-85CA-D40A22C9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59E0C5-E271-46FE-A115-3366AA8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守矢神社风祝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B9294DA-E483-4254-9B37-4A97B485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174458-B498-4CFF-B312-12345922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2A9F4A-25F9-488C-AED7-1E8E436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DFD1378-E4FC-4CDB-A321-08FB2C6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675470-FC1A-4E82-A516-50B876F0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D2C1BD0-E806-4A6C-A410-534836FC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引发奇迹程度的能力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68773C3-E728-42D9-BFF2-21DD63B8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B1C8C8F-D756-46E3-80CF-5E67A5A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BFCFBAF-6B3A-4CDC-9D92-E3CC871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E1BAA1A-0B45-46BB-9AB6-DC4C65DD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7A07D00-D232-42E2-8D8C-561C81EE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6FADE95-4CBB-44BF-8341-6AECF46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57410B9-3B1E-4CF4-AF4E-12E1F1FB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八坂神奈子／洩矢诹访子／博丽灵梦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2109BDC5-B48B-43DE-BDF0-E84AC3C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FA99C79-72DF-4422-B1AF-04656034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5611985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D789E-0E63-4796-846D-44F86974E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aa709309c46a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AA8308C-4F15-410C-872B-669D542B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6D22650-DA22-432F-A059-7DA1BAEE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E9563D-DC99-48F7-A8C6-300A4573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6451A3-508E-4105-9755-E59B8782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9A23FE-1429-468A-9340-8362F38C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 / Yasaka Kanako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70A3777-2EBE-4F2E-BB37-516AC263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F928D7-03EE-4103-9C92-4C4A4C34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来自外面世界的神明，现为守矢神社供奉的神之一。她与早苗、诹访子共同在幻想乡经营信仰。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94A666-417C-490A-AA97-960014C4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9D5620F-451B-47A7-8FC3-DA66FDD4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风神录的六面Boss和EX面道中Boss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D290000-D38D-45FD-923F-BB272447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E0AE51-DAAE-4802-BD62-5D134275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8314F7F-DC8A-443F-8D8A-BD5304A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E551655-26D3-42AB-992D-E308B343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7529A2-E9CE-4AA3-9289-9E3F6F32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774219-6D07-400C-AD6D-FDB61C0B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8A7F09F-8B83-47A1-85C9-2189C5A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EBDBBA-60BB-41AD-ACFB-7D84957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BD6BDB5-3DF2-4913-84CC-A8193F38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C7F7A8C-B323-4CFE-89FA-562D03A3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CF616B-87B4-4694-AA8F-48F31BCE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51A70FA-CB81-471B-A1FA-D08A4AFB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647853A-8BB9-40BD-87B3-91C11B1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DA7018B-47ED-47EA-8981-339CB800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25102199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9C7D0-EDE8-4836-B65D-15D226C61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399116cd349f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2387FBF-F042-4857-94C4-6D071153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43C21A0-3B20-4484-9039-8EEEB09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AE63CA-B75A-451D-A01C-140EDC24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55D3EF-140D-447F-9D4C-F23A9B4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0E07F1-1EEB-454C-886E-411548CB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 / Moriya Suwako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FD84C72-13A8-43CB-8C77-581A783A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DBA4D6-0B95-4BB7-96EF-51875CBA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守矢神社供奉的神之一，原是外面世界的土著神。她与神奈子一同来到幻想乡。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DDE508-4FAB-46E1-BD0A-6398A8A5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655A09-F173-4556-8C5A-6247B09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风神录的EX面Boss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2CB5980-02F4-442A-97E9-9BC8AAE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85EE16-F2C8-415D-A125-D0A8FA1F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FED214-4EFE-442E-ABFC-BAE2FA55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03301E9-9C1D-4410-B47E-93E162D2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3358C3-1161-43C0-9A4E-3A6F8518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FD23F5-000B-4347-88ED-460DF8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创造坤程度的能力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2EB4F47-FF16-41B5-9845-E9572B02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35A6B99-C5D3-42E7-983C-8A69B10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44D7058-54A1-4579-90AF-023B146D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18570FD-5BB3-4673-8B3B-48E3975B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60E0DD6-4D63-44A0-881A-992AC69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0046E51-B7B8-48F8-BD7B-8E022738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D7F6581-6CD6-4024-BAD6-B02A05E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AEDA04-B2D6-4CCF-9AD5-2FC5DE4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79472288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4A1E6-9C07-4D09-ADA6-E672FCA28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b6de1d41242f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27E3D79-E092-4424-92A0-BE3E023C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6925CD1-5F0A-41FA-B0B4-D91C85D5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CC0422-C1BE-42CC-A526-BF216DA7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070F6A-D7F9-449D-BCBD-5C92950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22D107-27E4-4E97-80FC-8E52627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 / Nagae Iku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616F5E1-9321-4C7D-83AE-EC2065DD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2FCA3D-63A1-4827-8DDB-FD39F358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她是被称作龙之代言人的龙宫使者，负责将龙神说出的重要的信息和地震的预兆透露给人类和妖怪。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676EBC-76C8-4EE5-A2B4-D6FEAA9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C7E76B-6399-4FA2-8F42-2A3D7312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妖怪（龙宫使者）（绯想天）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7AA3E14-9156-4330-948A-931020C2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78CA4A-760F-4026-B1FC-9DD498E4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727C10-E091-464A-8F87-01E9988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读取气氛程度的能力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C5F852E-1F4A-4AAB-9E7D-646A446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447887-DF3C-4EFE-9FB7-5E73CB1E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521C3A-103A-44DB-A1F2-CE7EC73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2FE5023-4DBD-4784-973A-D5AC475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7546C58-109F-4003-8478-29B98AC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0429DF0-C9B7-4CD1-BF0C-89545EA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F2FD3F0-D3AD-4BDE-B14B-D5F10A4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8C1F462-55A0-4FB6-A3AA-DCB670D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9779241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31E72-EA3E-46A5-927C-A4F61AE5C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b41a8eb8d4be2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F121C91-2741-4E6D-BC42-F46F5A68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2AB4F3D-DEAE-4DDA-9F48-F88724B3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CA0EAA-A108-4D92-9DCF-352DC0C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9F1219-C468-4B07-8EA4-4F687C76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5C91E4-CBE4-41A7-952C-459F0DD1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 / Hinanawi Tenshi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9436538-9477-4F7D-9D0C-8A26651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B948AE-025D-431A-BF41-74A756F6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她本是比那名居家的大小姐，随家族成为天人，因为不具备天人应有的品行，性格也与其他天人不同，所以被称为“不良天人”。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42385F-17B3-45CE-A889-369DF4D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258A2B-F1A5-4E9A-BEBB-50AD9ECE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落魄天人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A83401F-40AB-4BCA-A2CD-3100C00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5EFDFF-B57D-4398-A1E7-82CDC515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CFB9A27-009E-433A-8324-BB263267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A095193-9F63-453A-B798-F50C844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FAB2557-AD63-404E-8AE5-7518AC8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B0BC0E-A994-4BFC-8CB5-8D8093E7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操纵大地程度的能力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2C16434-F072-44A2-882B-AC16E52C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858FDDA-ECA2-4BB3-953F-88BAD09B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DBB77AA-D198-45B9-8E21-9484FBA2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FFC9660-79D4-426D-AE23-6FFEF63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78BAD4-F3CD-407C-8892-5F20AD4A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CF0BEA-67ED-4815-A38A-A6C3E8F2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3C34DF4-ABF9-414F-84BF-86494BAE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A789DA7-8078-4C04-B57F-D86218CF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7245392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43E3725F-1D28-4589-B77A-0F73F4B5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70E87F3-30AA-4A97-A96A-2B74BF5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446BCC5-DF2F-4EFF-A709-12180AA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3E7E17-9F9D-42CB-AEBD-42874721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B4C207-735E-48EB-84EB-51E8BF8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7E6A4D29-A124-49B8-87F0-1E4BB20D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E60E58-C2CC-427D-8D79-86E44FE3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99EA78-543B-4CC6-B00B-C14B8C8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A6A97A73-AC67-4CB3-B1C8-C27F6106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893BFD-FFE8-4CAA-9744-78579151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11C4C2F-6F92-40EC-B5EF-508EEC39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7EACCF-7C48-4E6B-AFD9-5D45207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500309-30AF-4F02-8ED9-962643AF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62EC7B1-6ACB-4351-97BE-7C4E41A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32B5C859-E1AC-49C7-B079-A7356F0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DCD58F-8543-4315-841E-1A928531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836384B-5901-4B98-A70E-66F6232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FD817AB2-E515-4984-B51E-58561E45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2FB2747B-A237-4B8E-BA29-F374C32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5E9D48B-14AD-4D0B-9942-CDC31FC1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ECD1D58-3C7C-4B57-9F76-DA95972E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EE41519A-4A4E-4A19-A786-10506B31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43694C9-A8F5-48A0-AF46-AB53126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B7E4D5F-CD94-4A1C-BA8C-27750FB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9053997-72CE-4A80-AC7D-E9524350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133DCF4D-CE5A-4FC1-9F70-9AFB175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89DDB167-A84A-462E-B928-16F6686B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A07D6D5-DE0A-4564-AD0C-7A4BB55C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7AC0FFE-4F0B-4CD6-A42F-01C8B02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54B46D0B-33E2-422F-A743-FF79BD81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E97D887-2102-4C2F-8D1B-B0701EF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5D41DC8-C63B-448E-9B01-C8E081D3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FDA49FA-4DB2-4A71-A16B-D0BD19F9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3107BCC0-94A4-458A-99DC-32F08D6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22ED9B6-EFC2-4C1D-A21B-4066731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5DD13AF-8418-4F1C-9474-EFF2EFA1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A7CF43B-D2BD-4F73-9731-E0EDBDD7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0BFD3A2-A410-400C-B7ED-13C59093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832DBF55-2BBE-46DC-872D-69F87E2E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2A1B60FC-378D-420F-B052-5871389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73216EE-BAEB-4030-9399-3772DCB6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E6155AD3-3D55-415D-84DF-E3164B6D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77572655-B901-4EBF-BE2A-A2EF320F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6654D27-13E7-4C82-8766-A0E451B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F8983ECF-B5A5-4A05-A4CE-17292C8F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586CB717-2D51-4A7C-BB60-6DDEEE5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19AE2C3D-DFC8-494D-AAEC-640942F4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DF1E3E6-79D6-464B-A3CC-2FB58A0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A5FB9C24-9027-4008-84E5-5BF049D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06A59AD2-6F5C-4AA8-B404-3B3E252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FF54FB-A8B2-4C1B-8B16-EBF0D75C7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c8a9878a94e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8A10E1-5C42-4216-9B28-0CD8BD3848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c12c4723549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B2E583-4E92-4465-A243-BB388A76DD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461c22d2a48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2C9903-54E2-4DC1-83BA-DB3C82774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207fbbb7747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137FA0-D563-4EC8-8CC8-B0E3478D8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2835b821540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36BF42-AAFA-4D90-84A3-C89510D620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8a79c666e41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DFA735-E93F-4E43-9888-D23048073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0901b8e1143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B7A4AA-95AF-41D0-A7AC-5C11CED48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65a7bfeef44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3822C3-CF7F-4E4B-8C80-DFF30B6889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eebe474cd41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7063CB-EA48-41DC-951C-4C48F40B2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0b338bc6243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1236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48DD7510-3DAC-4A04-9BFD-BBD88010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EFF5BD4-8DC7-4DB9-9675-79F8CF1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926EC1-D0C7-4C38-A824-C606E550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24B32F9-BBEE-4BAF-8173-2548E0D8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4F9DE5-A69F-4042-BC8C-76D44B93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B64EF343-4040-40B4-89C7-2AF37772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0A32DA-AAFC-427E-B63F-1E62AFA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1E07F7-F4D6-49FB-88D8-4DA8099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A409FC64-CE93-43EC-9010-AAA56D8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3BA3FF-3F02-49C8-9F9F-A77CB3A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7213FAF-E683-41F6-93BD-B2B58C2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7EF3F2-F86A-4B8C-BC44-E56ECDF9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F038C0-244F-4B9F-AFA1-B1D6AB11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0C25424-B7CA-42CA-B9DE-98DEF1EF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07A5310-EC80-48CD-AAD9-878DA2C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2D0856-132C-46B6-991D-A7AD9EB6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2B74F44-19BC-43F2-BAE6-36FA4AC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311A37BE-167A-4F3B-8DA9-488E911F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5510E930-17E4-4401-8384-AD46449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584B2AD-F30E-4B86-A55B-2729004F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101E3C7-5E0E-4D05-9A6B-18EA7D1F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792FC724-021F-4F68-A815-5ECA12C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C8AF958-6AEF-4332-8E86-DAC833D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CB4A4D-5A7B-4FC1-AAB1-75B99D97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CFABBCC-D810-44C3-9188-DDA8087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5C9CC172-5C4D-4721-A6CD-6735997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80DE80E0-455A-4CB0-A82D-9BC7A6E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BF56BE3-CDC7-4C76-B070-E611E8B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DB1DF1A-5DB3-4A0F-9D00-B2A6861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8F3FCA7E-91C4-4421-B9B8-C7DC8C9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EB730E0-B2A6-48FB-8792-FAAE3CA7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E12E5FB-C0B2-460F-89A8-60ABFDAB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A80C9DC-C659-400F-A1DB-43B7A0E8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8914D537-4828-44FC-9308-FBD04213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DCB431F1-E483-4CCF-A5AE-930CB15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723C5D1-8FFC-4A0E-AF57-5199ECCA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2177829-7253-4CAF-A993-69EE150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AD0DADC-3B68-4F62-97FF-AF46BC95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DE04B1AC-FE46-417A-9CC6-321CD066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9F98777-C4CF-43F5-8A9F-3AB56450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1F8EA63-B8AE-48CF-94B0-66F95494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76592245-09CF-4F3A-B8E2-1900665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2A9E16AD-DAC4-4F69-9FC8-FB1FC29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4FDD4DF-23C6-48AC-B83C-FC6858D5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8E59518C-E862-494C-9041-9318A45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B2917D4A-36FA-4160-98E3-0625B5A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9336C13B-7BBA-438A-A855-0A46EBE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1E258389-F61E-433D-AF41-B0A3485E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3535E313-CA6C-4A91-9E42-3AB50F9E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91116561-9773-4E93-9522-9F978A6F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0CDC64-74B2-4F17-8CE1-B29FFB9534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191d7fe854203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875867-39A7-4931-AB12-7412CBCD86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5d2b2b304461f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199B7B-DE15-45B6-B3FC-F72B1A46E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8804857424e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8AB931-92BF-4F05-B509-573900AAF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5dc7d7e7c47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30AE02-0C44-4371-897D-8C1B1B975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082fec5aa4f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AD5EE8-2F83-402D-BE42-BD4249B45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f5cb9100648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02BB46-0E1E-4590-B5D8-DBC6B33CF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60dbef4a949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EC3AF5-18C3-4DF9-A9F3-4BD528E447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b6bdf37124c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2D0462-6CAC-4FC2-B04D-AF6E48F95A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e9a0879114b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90037F-81B0-4A54-B426-3DD7C0088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6497405cc47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4184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70F39-389E-45D9-9EA3-A10DBA605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be03f72e748f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36FBFC3-BC4B-4C77-9295-D7EDF261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21CA0A1-D106-4A67-946A-B16BD9B6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88AC18-5A31-4C6E-B9DF-7688EA7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413EB8-CD13-4B45-8BA5-47698CA4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3A1295-04CF-49B9-903A-93AD15D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 / Kisume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F685114-EECE-42B0-95A5-760F6AA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55A903-D43D-4FF0-A5ED-64957CA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她是钓瓶落，是地底一种恐怖的妖怪，性格内向而凶暴。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A01F2F-111E-4766-ACB2-49B97FA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BE672B-EF33-4CFB-9346-6958E87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钓瓶落 · 地灵殿的一面道中Boss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2F8CD20-5C85-4430-89F4-E7C02C7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D957B7-F3D7-4CDB-B4B8-B6ECB55E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CF0C82-37CD-4D82-A74B-F6D7033F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地底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CD261CB-8319-4CD6-9676-2D3C5D4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4DBFC8-A588-473D-8446-A6E4587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87C281-7ED3-424C-B34A-26F4FDC5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降下鬼火程度的能力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431AB88-55F9-435C-8587-18D99BAA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CA1D99C-18E1-4ECD-9046-5B3D215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111AB3-A858-4DE5-ABE5-C1DAE64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EBB351A-F286-40C3-8963-A1CD31F6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F5C595D-BABC-459C-8CAC-6EC1A2F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CD9CA07-B766-44A5-95B7-9BEAB44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07B6284-7B79-4DC5-B64E-7C1FAE75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E729FF7-D3D0-41AD-B864-34D0114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12682981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EB45E-673B-47FF-9070-5A7BA4329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ef3be40c74509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7E17A8D-E112-4C9A-B5CD-E4F13C3E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EB0E86F-5197-40F8-B02A-E4BEAEA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9DF30B-6E00-42EB-94D2-C3D7A577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0BC700-81D5-4A6D-96C2-467701B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E0E08C-9A70-4584-A7B6-486CB11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 / Kurodani Yamame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BCB58AE-62DB-432F-8A28-17359B73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2FB07D-AE05-4B61-963B-3BC48BF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她是土蜘蛛，因为能力而被人类厌恶，生活在地下。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AD4F56-196E-44DD-99EA-105AD31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379CB1-096F-45DC-BE03-2FC38A5E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土蜘蛛／妖怪 · 地灵殿的一面Boss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1F4F90F-446C-4DC4-8987-3A3D1A39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4FD983-F0CE-4AF3-AC0E-2E12FEDC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9CA5C0-89FD-4860-9D8D-8347F66A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1BBFAFC-CAE8-49B4-AD3E-0C9AA3FA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C0C9F8-58FD-4831-890A-7BC88E06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4AB468-2BFF-4D18-8137-A9EA4446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操纵疾病程度的能力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17E2A6D-6AC3-4F15-91F8-FE63AC3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062817B-186A-43F2-BFE1-984B494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9E94DE4-C217-480D-B688-CC8D57B0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4E7AE8F-7213-4434-A508-B026AE5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4DC676-F0CA-485C-99AB-5BA2223A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40EEACF-E0AC-4CB7-AC26-D97A61CE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DCDED42-EA86-454A-8CDA-545D5CA1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2BB0C2A-975A-4B84-AB18-27C2C85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33871810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A5866-37C1-4969-96B2-A413E9ED5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3d9386eea448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5614ACD-4908-4E52-8D48-38F65C5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BC26E69-A372-4749-8BFC-B71060B7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437D39-C8BC-44B1-B3D8-3484984F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C3B05D-2AB4-4961-B468-49F8178F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C442F8-6D4C-4B35-A1BB-31404AE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 / Mizuhashi Parsee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7243549-AFF9-4263-A469-10693CAF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8FA03E-DE9A-4239-ABC5-C5D518C4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她是看守着连结地上与地下的纵坑的桥姬，被嫉妒心驱使着行动，并以人们的嫉妒为食，因此可以说她身为妖怪的本体就是嫉妒心本身。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6CB6C4-80A4-4CBF-ABC5-5ABA65C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04BC16-FD79-4E88-93C3-98FD6A46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桥姬／妖怪 · 地灵殿的二面Boss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95500F0-08CA-421A-A70A-3C400818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CD43C02-972E-464F-850D-8F57116D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13965C-9226-4C9A-9669-6E64FBF9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操纵嫉妒心程度的能力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B9DFD30-E0BE-4992-A2C3-6DAEB60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679B64-CAE2-4442-8CE1-B47044A1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DF5497B-5931-408D-B81B-F60F00B7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DCFCC36-D0AF-4223-A4F2-1BE782B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565333-4527-4555-B850-D216539B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D26F86-5347-4C81-BFAD-9601545B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4F1AC48-1265-413C-B5B0-C81E4FC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B5F50B9-DE4E-4B40-9597-378A7330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8916535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6F3E4-8443-4E60-B2F1-CCD528B15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611256f1f4887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30BFF6E-275A-41E4-B3AF-ABA8F32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15F8C11-1B5A-470A-8099-8468BC5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3ACA6A-7310-48B6-AB70-9FD5AB41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85CE20-5F9C-49F7-941A-948338FE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EF7850-1EB3-4AF9-ADDB-AD9E6554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 / Hoshiguma Yugi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700C24C-B1D6-4148-8ADD-A4DD719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095AB7-AA59-4FD4-AF3A-D8EB0FF4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她是典型的鬼，有着刚毅且干脆利落的性格，周围总是风波不断，绝无一刻安宁。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B63326-462A-4E5A-829C-488D4F7A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CF21DE-CDCC-42C2-8B6F-683DD2B3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 · 地灵殿的三面Boss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76F64B9-D417-4BAA-A883-5E7F6896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3FEDF28-50B2-4F00-BEDA-12333F62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2EE8C07-0084-43C6-ABC0-F31C0189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C5B8F8C-7B3C-4FAB-BC9A-201BF26D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5B7A65-B518-48D5-9000-F2E66ECB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4E52A5-3292-4461-806B-649D28B8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使用怪力乱神程度的能力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4535255-DD03-4E03-8496-39529FE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F8F1689-0BA1-4EA0-9F04-899B11A1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B55D52-2318-4F40-81CA-D229E6E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C9761EC-7267-42D9-A0AC-7491817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28CB441-8B57-4109-B8A9-F6F09E7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5D30648-585E-465B-B06E-C52027C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E87067D-FD60-4D24-91D3-00D0A6B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7B1A5E9-A36B-4341-AD5D-C5B4744F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57968474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6FE32-2976-4566-A4F6-915CA2919F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0cee05c0d49d9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4167EAC-62B5-4D17-A75D-786237A9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21B58FF-CD65-4350-B36E-CB661DD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41CFAC-6382-4829-A178-70A25A16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048ACC-5309-48FD-8717-0E660D72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804C04-F98A-4164-876D-7BE74A6F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 / Komeiji Satori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FE78FE1-B041-474A-BEE8-80E0D24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A1B24C-8913-41D1-86C6-CC37679A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她会读心的觉妖怪，被委任管理旧地狱-灼热地狱遗址的怨灵，是遗迹正上方的别墅地灵殿的主人。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0E1221-6E2B-497C-8058-D46963E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CCB8CC-4C45-495D-8D2A-6EEAB4A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F0A4371-499D-4E4B-8D1D-7A92312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76CC21-6DF3-49A8-BDCA-BEC0BD8E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C0BFA6-DB84-47DA-8FE0-FD4CC2CE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97904CE-B07E-4529-87AA-C5B79FD2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1E384A-8163-417F-87E4-C2A753D5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2F5664-0716-4B8B-A2AA-D341990D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58A5E7F-892F-4C77-88AC-AEDFC9C5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01DCD3-5701-40FA-BFA3-4739A94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02C2C0-F8ED-492D-8923-30B62291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1C58EBC-3FEA-42F8-819C-2D795CD2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8A53D88-1562-4222-8CDE-867F1F8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55A0BB0-4BDF-4D95-B095-EC75F942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86D44C3-6A25-494B-9F40-C73A345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古明地恋／火焰猫燐／灵乌路空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43556EE0-3667-45A7-B116-9DDC4286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4566012-235F-411B-91DC-0AC73030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53420482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FAC9A-CE69-4E22-A282-422DB9A85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2acfbd26a4e7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8C4033D-70A5-437F-ACF4-9670E2A9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A0F58B2-DDCA-4BB3-9923-F976A52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4EB5C2-C65D-4935-9039-66BEEEF2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C37A2C-D8AE-4102-B802-2CE0593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7DDEB2-A1FF-4C60-8C84-0F53E104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 / Kaenbyou 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07F28FD-2627-4082-BC6F-949C53F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1CDE7A-832C-4C62-B284-D23251A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她是栖息在火焰中的火车，喜欢收集尸体，但对已埋葬的尸体不感兴趣。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75D52B-7A44-45FD-9A54-2B6599EB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A33777-4E15-46C0-9090-94371683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火车／妖兽 · 地灵殿的四、五、六面道中Boss和五面Boss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3B11363-7B1F-476C-ABDA-E1198759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10A8D3-29C7-442C-8C1D-CF554F84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92CC95-5930-40DE-A392-1E334669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F312465-BDF2-441E-83E2-4AB60234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D0C0A8-B9A5-4051-B2D3-155EA7F7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5563CF-9666-4BF4-8291-2D497AE4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带走尸体程度的能力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93D6B2C-7210-433C-9203-2D857CD0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62DD36-2A1C-452A-B264-C8CC2D2C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64C9E13-0788-4B85-BD78-A3506F33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F95D7EB-B312-4FF1-9E23-828827D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8E6D11-ADC4-4926-8975-483D6A3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CD95DA8-947E-491A-AE7A-A9CDFAD9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F3B028B-6998-433D-9D28-A6CAFAA1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880287-852B-4E02-B972-D2692B9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213359117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6C395-8A4F-46A8-8840-2CBCAD654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841e1d868472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3018E8F-11F3-4431-8DD6-DC041693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B41D947-3D04-49BB-82B9-ADDD0BF4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A3C0CE-E96F-4719-9A27-888014D2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61685A-143D-44FA-83CD-7DAF7C8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E86D21-E100-4E00-AA06-2BF7FAD0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 / Reiuji Utsuho，Reiuzi Utuho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FFB66E6-5DE1-432F-BD47-BBB6FFEC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5908E5-E117-485F-8ECB-DCF7F32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她是生活在旧地狱的灼热地狱遗址的地狱鸦，被八坂神奈子选中而被八咫乌寄宿在体内。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1648C6-DF7F-46DD-863C-DD5187B5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678486-EEFC-4D32-95DE-A2FF203A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地狱鸦with八咫乌／地狱鸦 · 地灵殿的六面Boss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6D787AC-9E9F-40D1-9FD4-0F28FB73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629D94-A44C-45FF-A91A-7E535B28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36EE32-EC2C-413B-91E7-756CF037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0218BD2-DEF1-49EB-8CAA-0893AD4D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8D61F9-B8D9-4917-AE5E-80301CEA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E3BCDC-B5AA-4527-94AD-82C6B1E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操纵核聚变程度的能力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FF245AB-8256-4225-B80D-07ECA32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BB225F1-9960-4B45-A4FC-3E5F529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64A306B-8D36-481B-8108-5B7ABFC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F7129DB-66C2-4220-9FC1-C813EAF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FBEC79E-4C33-4CA8-BB6F-F45942E7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DA0A9A-C81A-43C3-BABD-F245E417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40C82E8-01BE-427B-94A2-F2D75B9C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4ED4F3B-9105-4E33-B0B8-03F20ED6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109298438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19BE2-5A6B-4408-AAB6-565AAA2BA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ebedcba6d4d9c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F127B26-7C11-4549-9F3B-D2D8C43B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EA4262B-DE9A-48A0-9DC8-402C5536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F2F459-EF69-4B69-A2CF-FDC7343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6FC36D-0B8E-41C4-9B00-C6311C0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12480F-2559-4C5C-9B69-C24D6A6F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 / Komeiji Koishi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1F61A09-FBE0-4816-9BD6-6C4B83D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25A4E4-9BA7-43D9-98BD-214D4DFA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她是觉妖怪，一种拥有读心能力的妖怪，但恋闭上能够读心的第三只眼、封闭内心后就失去了读心的能力，同时获得了操纵无意识的能力。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00D688-4DE9-4F45-B0D1-3EEEE2F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BCA7BB-26FA-4DE6-98BB-5460FFC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0248C9A-A2D7-44B1-BA36-65859643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8132DA-E512-42ED-882F-C52B94ED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136F61-C224-4D30-AE47-6710E5E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21B155D-FC61-440B-8B81-36D4520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25EB25-26A1-4967-B464-3F10E029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CD4F8A-5C3A-4B4F-B77A-719ADC3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操纵无意识程度的能力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9C8DDC2-DE34-4861-981B-5B78EFD6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7A7874D-1D2A-4F74-984C-BDA42F72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548DB1-4D51-44AC-A4A8-5F05069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3F2B947-0E36-4B31-A8D0-3607FB19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6101AC0-FB71-4C31-9971-1146CF0E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E482268-18C9-4940-9384-E5F17A9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73E96ED-6421-427D-BCBB-6D216623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古明地觉／秦心／地上与地底的偶遇者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20681CF-1A38-4A8A-8593-04537DF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72FBA9D-403B-46F2-8AAF-2E20CE3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126594967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EDB0F-9996-4999-9527-81BF059F5B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01b8f461243e4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5AFF23B-B1C6-446A-AE78-F865BAD7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1F3DA43-63DC-4E8E-8E7D-219E2AA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962639-F81F-40DC-9DD4-EA3D95F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6A083E-8F0F-42B9-AEDE-5032515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67DC13-A2EA-4A43-AD13-C2BC9430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 / Nazrin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40F34BD-D774-4343-BA8D-3BCD020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CC56C4-163D-4396-8B9C-72D3720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她是寅丸星的使魔妖怪鼠，是真正的毘沙门天派来帮助和监视寅丸星工作的高等妖怪。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134625-873D-468C-A0CF-2FE3ACD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DC4F2F-A4E5-4706-AC4C-BDA850BC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妖怪鼠／妖兽 · 寻宝的妖怪鼠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4A582FB-3370-406E-816C-AEAEB01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083611-52E4-4AC1-960C-CE96863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4ADCAF-2225-4F3A-A226-B79D131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3DDC622-4B4B-4643-BB47-B8674DC9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A3AA3B-3092-4C23-9749-676E1E12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6592D3-7544-441E-A7D4-9CB8F7BE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寻物必见程度的能力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92AC6B2-EFE1-41CE-A116-3085506F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498B05B-C0AD-406F-8503-EFB035E6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9B043CF-6CCF-4143-A33A-6F8784F4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6E95481-D9FD-454C-AEA6-29EB58B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97663C4-8EF9-41B9-9BB2-06F68D9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B6F7152-FAF8-477B-8F15-8A488EDD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E525A9E-723B-414B-B92E-5005C333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7AA47EB-C2F1-4440-A931-001761B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43171690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699F6-C282-42F1-B0DC-A89559FED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a939d77cb464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4B53A1D-7196-40B0-BA4E-B96EE0E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2F36556-1531-423F-8CA2-AE2E72AD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8561C1-319C-45E5-AC90-8E3C009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C5112E-58C1-4316-8B25-9936CC2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438862-6F3E-448B-8CD5-F6D91D41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 / Tatara Kogasa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B0ECD28-342E-41CE-A531-D461F43D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E04E02-A036-47C8-8542-F59DDE11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被人遗忘后成为妖怪的唐伞，属于付丧神。她性格开朗、亲近人类，以吓到别人为乐。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DF9CE2-31E4-4695-9A14-D68E0F1D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FAC155-908F-4568-BF57-203E46D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伞妖 · 星莲船的二面Boss和EX面道中Boss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EDB3E06-AD0F-48BA-B1C7-A2E5C16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F00215-6D91-4D15-B7B2-9EE9DB84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017291-C5E0-4C03-9605-F37C71D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33368C8-BF94-4248-9AD1-D80860E1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ACE482-4254-4CA5-8D2E-3CF38F2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25AD384-80D7-4695-9B23-709D75A7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惊吓人类程度的能力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023237D-1FCA-4953-A89B-CC5EFCAC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7F90109-C3B7-4AE9-925E-44B69CAD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040B21-B7C0-473F-9160-41952397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90458B2-1864-43DC-A7EC-5C926222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11DD050-6FA3-4B5C-BEF2-49964F98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82F519E-2534-48E8-8027-53E40C7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67CD057-7061-4FD4-AAF0-571C82D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CB15672-28E6-4012-AA02-66FF502E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88950329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8E6F8-FF4D-4480-8975-3E6AA2512F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37d87acbf43a8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E074791-A72A-46E1-A16B-E5F8117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A33855D-394F-443B-B9BD-C558FF2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A24048-7B85-4C21-93C2-784EA5D6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40E168-9AE8-4BDE-83C8-4FD0A5F2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7C0DFA-152F-476D-BB9C-B100C127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 / Kumoi Ichirin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E8214F0-5C3C-4830-AB6C-944572A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90EB59-0293-46D3-8963-89CB38C4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命莲寺的妖怪僧侣，能驱使入道云山。她与云山相互守护，也一同参加弹幕对决。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38A735-8727-426C-9DE3-5C82E8DD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60E6D9-8184-450E-8C68-2434FD9D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命莲寺的妖怪僧侣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8E7339B-F07B-43B5-9436-7CC2AE7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A6AAF1-D0D8-433E-80AE-1461D7E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B62DB8-0530-4D29-B09C-C434127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E035884-E442-4E5E-9562-C84E950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B20432-D4D3-424E-B000-25E18E5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B44E5B-EACE-44D1-AAB4-638AACDB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驱使入道程度的能力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BEC2C16-61F2-42D0-959F-EF25AE3D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4CCE3F8-F0FF-4F60-B5C8-C720F30D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AD787E8-D865-43D8-A756-24175E7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BF7F8FE-9459-4A64-8B88-06DCE74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C6B6CBCC-9E9A-4315-811C-4D8B8EA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9F3791-B906-4668-A82A-9051E70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DE6CDF5-1CD6-435D-A80F-F506321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云山／圣白莲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1CCB5452-4D43-44DB-BA65-B4E253EF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CD080C8-E91D-4EDD-8128-0D23D5D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32818558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DAA45-1A2E-40D5-B3DF-E260FA3DA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634fc2fcd4281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548945B-6355-4325-AAB1-AE66D892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3B40BF7-8EE9-420E-8E63-BA3446F3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3BE9E1-4626-49C3-8FA7-26D29D91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04D740-C1B8-4B4A-94D8-5A56F3A0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2899A2-457B-4F2E-B2BB-ECC5EF0A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 / Unzan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AC4BA21-0E66-4C81-8B3F-95C50152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E3F7CB-4915-430B-9706-22F5C9A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由云变化而成的入道，性情寡言，守护着云居一轮。能够自由改变自己的形状与大小。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041C95-ECB0-465B-931E-20D379FB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3B0000-9570-471E-AFA1-22B7D31B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入道 · 守护一轮的入道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B2917A7-2ABC-4EB2-B784-37ADAE60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1BEE90-6FC9-41D9-B6C5-4A63DDC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516E72-42ED-4C4B-A298-6CC324E5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ECF1384-8491-4DFD-945B-072617B2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3E04F7C-055C-4FED-BCF7-9D642CCF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3A80D7-7748-4486-AD03-D21ECF39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自由改变形状与大小程度的能力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CE98887-A92E-40FB-92EF-4832AE8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877D6A-4FF1-45C9-98A8-BCB7B0C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7778C7F-977C-498C-AFE0-E6AFFF7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E021561-99A5-48CD-9F55-5F684AFC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CD4C7415-254B-411E-A6D3-B745CE67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D5009D-1A7A-4451-8A0A-D8AE6796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2954D70-F1F6-4342-8F6C-74B1A1AB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云居一轮／圣白莲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2D73C6A4-D239-4B91-A71F-F221164C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21EC59D-C3BD-4A08-AE8F-8A4B7C2F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122049493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116D0-0EEA-4FF0-9EA0-1A16B9716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08824a2254b2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39CE6F5-1A32-4DC0-9270-0CCD6CCA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08404BB-1C4D-4E34-B35A-84205BBC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2C995A-E554-4913-8DEF-87E8058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C139E1-B3A8-48F8-9553-38BBBD92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C6CFBE-FE14-4E41-A519-F67D0D79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 / Murasa Minamitu，Captain Murasa Minamitsu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22D5D45-5216-4A8C-A4A5-B8E48F8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B198AF-6426-4C75-A26C-AE87B2FF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圣辇船的船长，是引发水难的船幽灵。她性格开朗、十分健谈，平时住在命莲寺。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BFB355-BEA8-41D9-9438-5AC8E36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FAC3BFB-0EE4-4AF1-B661-7BAC721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船幽灵 · 圣辇船船长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FE5A49B-DFF5-4C99-BCC9-7F7708B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BD4ACD-2793-4993-A405-CDB1F9A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CAF961-98BD-434D-81FF-7C1B0D8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圣辇船／命莲寺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8D362BD-AE6D-4B56-B6DE-388D0004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E4BA3D-3F9D-4C3B-B58D-FCE87A51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4F4FB4-BB5F-4696-8D69-FB5455B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引发水难事故程度的能力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6CB8C60-596D-49CB-A865-23D017D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55B13C-A85F-4C8F-8A3C-9D52F07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B6C113-F175-47D4-93AD-765D7EF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F451A0D-DEB6-41DB-A19B-9780BC95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A561AEB-1AF8-4E6D-AABB-622E3F56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6E04929-D674-435B-B3CB-BEDC5DB6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8A48D3B-BB01-453E-A7A8-58F3EAAC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BF6F893-0769-4E5C-BFD9-7CF58BB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44159961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25D12-DF19-43E5-81A9-023F05F78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05ad9f45a44d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2FA6A7B-AC5B-430A-A36A-862B506E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690EEB-A82F-4D3E-B762-3842A8C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158C9C-E63C-499C-8046-ED68AE5D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A27B78-3150-4CD0-9663-CDE758E0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B17645-B19F-4B92-9FD3-D458C0A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 / Toramaru Shou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9201EBF-DD49-4060-B16C-B73098F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B64BAA-E522-4773-84C1-DDEB4E70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她是山上巨大的肉食动物被人们畏惧而变成的虎形的妖兽。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C5FB9A-E3C1-4FCF-A660-5374B7D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B3E2F1-020A-4D04-8045-681BF78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妖怪／妖兽 · 星莲船的五面Boss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0A593EE-25F8-4414-935D-18D0F13F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84C477-4548-41D3-9CBE-48ABE04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CC3E81-7C35-4644-A09D-A855FBA4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2DDB4A7-C04F-4C3E-BD59-2402B533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1E7232E-8CA5-42B7-A855-39089018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B6BE37-8187-426C-910B-ACA685F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招财进宝程度的能力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9543A6D-0DB2-4456-9FD1-725E6E2D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2648C6-030F-4CBE-922B-78B145E3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9026DC-2991-4FBA-9A7C-C6F2F092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76AF6F8-7BAF-44BB-B464-DFB43B4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999B55-1080-4350-927C-8BC9045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323D3A-A6F0-4672-9E11-1C829CF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3D1399C-1CC0-4E39-BA4B-4D11111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30CB4C4-55BC-40C9-97B8-B31B64D8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99092757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5BB3E-AA42-458B-B1A3-6233DFA05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346503f21473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0FBBD87-0382-4E2B-8E5A-0064C5A4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479B1FC-3B7F-4E07-9AA1-BDF9C8E9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9AA5E4A-B789-4C5D-A082-68971715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3D1713-4141-49EC-9F55-E76BD245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EE3A08-6C4B-4EA5-868A-64619C93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 / Hiziri Byakuren，Hijiri Byakuren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1AC7A4B-CC2B-4F52-A911-059C45E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91FCF5-E66D-4CA7-B5AF-2027F4F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原本是人类的僧侣，后来成为魔法使。她站在妖怪一边给予帮助，因此受到妖怪们的敬仰，也曾因此被封印。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ADA086C-B049-4960-BB44-417DC8AA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A64EEA-F404-4D39-B82E-B317C13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 · 命莲寺住持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EEE8146-AB41-4154-BB13-27A25E95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E23B30-703C-4A47-A0B6-2333190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B64B82-1D45-4EEF-8681-651211C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D419393-0048-4A18-9064-4C604C0D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3029E75-A92B-4D39-9FED-1F3DC08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7EA5A4-EA28-4FCA-A3A8-A704744E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使用魔法程度的能力（增强身体能力）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4EB4142-E8C3-4499-9AEB-AE2C27B4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AB66B0E-E6E2-4A82-9048-070EE32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EA6A83-EDF0-4367-B688-58F9B2F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9B757BB-21FE-4C79-836B-189DD019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9FBCCE6-DDE7-40EF-B91D-45F583E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AB4C26A-CD70-4E78-AEE6-AD48E7B4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C50254A-FAD2-4CC1-86AD-78AE4506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命莲寺众／寅丸星／封兽鵺／丰聪耳神子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D3A85340-7FBA-4C62-A52A-E1F84F86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9F548CF-ED37-4ED9-9D9A-63911F65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112007187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872D6-4D46-4197-AF84-1AD8B101C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61fcc1ee74ec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A150EA1-3A26-4102-A0FC-1D62248A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42F465C-CC7F-4B20-8C3F-1DBE6F7E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EC460C-CEFD-4506-89A1-FEEBA77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AD2A93C-D02D-4F16-B0F3-A5427840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D8F7FA-F2EA-406B-8603-46DB0C47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 / Houjuu Nue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E615D8B-8C92-4A9F-BC96-174E4F6B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87803A-3631-4215-8E76-BDEFB25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她是十分不可思议的、真相不明的妖怪——鵺。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2BC14F-7853-4616-A522-F48D6255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00C4D8B-5D05-4E64-993C-116A778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鵺 · 星莲船的四、六、EX面道中Boss和EX面Boss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1E140D4-1948-41E9-9787-896C2A1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A8FB9A6-519D-416E-8342-A86A04BC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065726-F2E6-41A3-90E8-40F4619E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6D9B135-3F9D-4DC3-85A1-D1663FD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1B91A7-F4AA-493D-96DD-2425B6CF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B3635FF-C340-4CBD-B9C4-29C4208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使原形无法识别程度的能力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EF83337-4F4C-443D-81A0-DA06F357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38293EC-77F5-4D3B-BA86-196535F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BC98C64-035F-441B-B47E-B366306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A26218F-7844-4B73-9FDC-29DDCA7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5EE6F85-80B3-435B-B2F2-AE1E0A2E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6C5264E-F0E8-4F6A-B014-A100B60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BC94B98-9088-4E94-B871-179844EE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19C4F14-773D-474C-9135-FFD990E4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8328729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0C7C1-0D4A-4F16-83DD-169A80260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c3a87b27e4d1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FF95C4A-028F-4346-9DBC-DE12220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EAD3DFA-03F8-4138-84A3-E2E3A7E4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A131DE-5728-438F-9AED-4024A8F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B3444E-9553-46C4-8B03-4775D0F7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8CEC3E-9DDF-4409-ABBD-E9AEED4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 / Himekaidou Hatate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0D3F496-BE07-443F-83DA-517C6B54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8F4314-216B-4716-BE5C-23AE38C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她是鸦天狗，是新闻《花果子念报》的作者。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42E34E-5E23-474B-8FAB-9E02F4B6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031C05-D73A-49EE-9CB9-5F9800D1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鸦天狗（文花帖DS）／天狗 · 《花果子念报》记者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84DC6E7-0309-47C3-AE11-48C135C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CA9CD8-58CD-4363-9C63-D4B3E893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8FB9EEE-E020-4586-8264-E74D7EC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妖怪之山／花果子念报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B716A8B-5353-4FEF-8576-E1965C5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5A528C-E05D-49CE-8196-A01D13F6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EBDA6F-DFD8-4A40-8F61-8C4C3AF0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使用念写程度的能力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F28131B-0F0F-45C0-A0E5-16B54924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147303-8720-43FF-9EAB-BD43D77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D53578-7CBC-4ED8-BDE2-62D2E1EC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E61F794-D1BB-4405-9AAE-353B22F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F224B5-1401-4304-BE21-13342706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49AAF28-5E7C-4514-BA12-5F5CF1BE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C2D4EC8-AD64-4676-9F9A-67AAF65A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D05F762-66B3-498F-AA1A-8459058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113417703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2BA3D-A264-4E02-85A9-F4B9E6909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8781ea94b494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F0DF78D-E825-4AFC-9D51-F1B446F9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B79DC3D-DBA4-47CF-8112-1C2F211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0058DE-4AC0-4129-A0AA-E1FDC1A2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D85A9D-C98D-4FB5-A0C9-995D38AA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41206F-0CF7-4006-98D4-DEA421CC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 / Sunny Milk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97FB0AE-1300-490F-961D-4CE14417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47631F-8B83-4916-8FD8-12E2DA7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她是日光妖精，从不知道什么时候开始她就居住在了幻想乡当中。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0C1F54-886A-4425-BC95-4CCFF7A3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6BE65E-B634-43C7-B4B9-71450B5D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999F8C4-5389-45D2-A6A8-6C69F9F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BCD5D7-BEDE-4313-8327-BAAB2B4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B8DEE0-EC26-4908-963A-06CAC6E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折射光线程度的能力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6D4DC37-5CD4-451F-949B-D210525E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DFA425-B21B-4388-9DFB-B8124DE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A696C4-5DCF-46E0-B8F4-909C79B2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FC06ACA-AF9D-43DA-9A01-354F4A43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44B314-543F-4ADF-80B8-26D7E1B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EA71935-163B-4E86-9BD3-8D1FD3DF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B8CC11-BEB5-43BD-8951-AF08D60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C69EC37-081F-4402-B3E8-9FBB50AC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84155876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EB18A-C65B-491A-B38F-B60375D3E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323f33f9a4b3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ECC4D56-0AC7-4EDA-87FB-E4A329B0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92183EB-E9FF-48B8-BA40-FD5A37E2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744E24-AFAF-43DC-943A-5F6C00F1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DF5693-01DE-4CB9-8398-77294A0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DD580E-4BF5-4963-8B2F-37E65732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 / Luna Child，Lunar Child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2A4B263-51B0-45F8-BD2A-3A8EF3B3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64B56A-9F04-4CCB-A10E-1AF346A1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9C5F0B-4D66-4614-82AD-1E1C1A4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471D1C-8397-42D0-AB07-69A0B39A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FEED7C5-E14C-4366-B9CD-95C922A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03A8AA-4553-4F76-BC23-9659E10E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A1CDF7-E873-458B-87A9-D3C06AA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消除周围声音程度的能力 消除声音程度的能力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49A1FF8-2064-4464-B57C-46BC5E6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660BF6-B091-4B3E-8434-039FA154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2C21EE-D62D-44FD-8311-17930DC9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15F1DA3-FD3D-4191-BE3F-E7918831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85B9656-BBE0-497B-95F0-44886B9F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ECF835-09CD-407D-921D-E44D4705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593E30F-1B42-47B0-943E-18AD2C9A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33B780E-54A1-4B29-87D1-3D72B16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35715783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AD135-3EEC-4B67-A2B5-EDA45CB90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804b6dade467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A7B50EC-AAD3-46B7-8B96-76E06A4A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FB0600D-39A3-43DD-A08E-A918BAF9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75A699-3779-47E9-BBFF-4CA5B69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C8CE82-9327-4C34-A850-8E1103A9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547FDD-D129-421A-8AB5-34A2E43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 / Star Sapphire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FF881D7-A5F5-49CD-8F6F-2707811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3AF4BB-21AC-47A2-9B07-865D55E9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她是星光妖精，从不知道什么时候开始她就居住在了幻想乡当中。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DB3CEE3-D50F-4BF7-B0DF-95B8A18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D07F59-74A6-49D3-AACF-FDF4F3A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654E9E8-F5D6-45D8-B24F-DD71C106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ED262E-7983-47FA-BBEA-0E78331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8C2ECF-3768-43D3-B831-72B53450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感应到活动事物程度的能力 感知生物程度的能力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212CB41-0288-4F2C-8497-8FD0C0E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0651C8-88E3-446F-82D8-A5880F5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8A5E44-41D5-4FE0-B86B-BDF7050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62CACC7-BE03-45B2-85C4-268A6188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5A1DAB-CE2C-41E2-B8EE-4A6090D6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C9335B-5199-40B6-853A-FD2635E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DDE8CF1-C2DD-4EBE-9E97-CC4BBB4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8DE04E-923D-4004-A399-352BAB3D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97953439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AF27DD88-F135-423D-8BA5-A50FD2D3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857C7F0-92C2-4D06-B7AB-FD266BA2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AC556D5-CBC1-4292-95FF-6E6FD6E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9D3040-F6E6-4448-BC13-6A906E0E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2A5911-2682-46AD-8A4C-CCE2F571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614BA03-9F33-4F4E-8F45-083BDC3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D411C6-B2F3-418D-83B5-4EB506E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BBEAD6-7409-448B-94CE-71D5B25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B8E0E49F-C703-4E4D-89B4-57EB0663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7AD3B5-363E-44E2-BE1B-EDCB947E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20C4AA3-755B-45AE-9BBC-DBF8442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9C00A1-3AB0-4B24-B988-5AC68B39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CA3323-E466-4598-81AC-D4F47EF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D926404-0FB0-41F5-8258-7DC3865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034CE73E-A74F-475C-A1D6-DA6E198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C9FAF00-698B-48D6-A842-D34AD0CE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71BF02-A0AE-493F-AFDE-F7657FB4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3D6C6CF-D22B-4438-B050-3BF6861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47114EE6-BD78-448D-98EE-549B5554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C1F0A2E-B1D8-4412-8AE0-2D4EFDF9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572282-372E-47DF-AA79-91ACB984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12AB2026-1CC6-4F7C-81DE-B5207FE3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8192289-1E00-4BCC-A483-1EFA8B9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7D50018-144A-4E94-A266-79AAC9C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2BB3EF0-2F3A-42C8-BB17-DDF0EA9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962B98E9-7204-4894-8305-ECA1EE4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0D8769CD-76AA-4948-B6C5-1067E906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8ED5F0F-4C04-43C5-AEE9-70EF46B3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C38AEC5-BBF6-429A-9992-A6D37B99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C6F0FD48-93C3-4DD1-9EFF-9C9C3852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643E8629-73DA-49EE-BDDE-A483EF50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B82FC27-F5EF-40C2-95D7-2CB0320E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125E3F6-DE20-49D1-9850-FF46AF3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CEF5995E-AE82-407F-99E2-54D5BBAD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FBF51A0F-6DEA-429F-BE6A-FCFFD00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4BF737C-C2B3-4190-B3A2-45758519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69A1257-6300-4F97-B7A0-F5E4126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DF61B308-A6FD-462A-866C-5F8C4E3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B639D855-ED7C-40F1-8E40-7AF129EA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B37E4CF0-311A-45E9-8EE0-AC176829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ADA6B60-0884-4569-97B0-EADBDCA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F71BA535-2447-42F5-A589-E9B319B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E8C8EDF5-BDC5-4FDF-AFC8-FCAE47E5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974B74E0-90DB-4505-B7E6-6B20A02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7662D1E-82DB-4E19-A2C9-8B30F52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6AA9B058-3B7C-407F-AC4A-1B990E5D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BFC557-F81C-43FF-81AE-DD2E5DDB30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a88e9d66c4f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892911-465D-4C93-A64A-CE741E52A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6623008dd4a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4C9874-DF00-470F-9C63-3EBB40EFD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a71476acb4d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3B8BD3-D353-423D-93A8-D60AEF6C4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a6f622f0842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69BBA2-69EA-4DB1-B11D-B3EF17043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69c9fb0384e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BAF4F8-7564-4A5A-8AB5-983C2A853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b9d8a03ee42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36036E-0383-423E-9C6F-1DEBC311A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d2b4ddfba41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8FE4C7-E08A-4229-B37F-E4EA14F06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3820a66a946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C0DCE0-7022-4CFC-B7B6-8CC7152AD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cf053139e43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367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C780E155-BAB1-4AB2-9A51-4D2A6861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33C4975-11D4-456C-80BD-825CA535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A0E148-FC6F-4101-87A1-B4D673F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314DD3-597A-4BCE-A074-CAB70D04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D09B2F-8CA8-48FB-9F86-6DF0F02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39315261-00AC-4D10-8A7F-F49EBB1A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6DEFB19-7CDE-407C-A8F0-6BDAA85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8DFAA7-1072-4DB2-B710-85BE74E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CFA9BE2C-F5A7-4F48-BA0C-891C5D5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A39DCB-D670-42B4-B156-6C8E6DC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E273AAF-D9A3-49F7-9BD6-8EDB7DC9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ADBD45-7315-48C6-82C2-59D3766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5706CC-28FC-48B3-BA12-EAE1ADB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0408AE3-81F3-4D6B-A00F-5CFDF6B0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EDBAC344-5F4E-48C8-8758-6347594B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200D38-7AD8-426D-B6CD-446C01ED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386DA0-8B3A-4934-BD34-7EFFB448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FBBDC53-3E23-4A09-A08E-9CA5EA5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1BAF3850-FEEF-47FB-9D02-F7AD3788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76C5017-D538-4C4B-A06B-EA779A0A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EF2D61-79F1-453C-A5EB-FA0A844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E269233-C5E1-4687-8637-6E72384A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764484A-524B-4B29-8901-B03E0FD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3D0E8DF-BBBC-473E-9B2A-A2DEE869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CF8319C-2C22-4F0E-BC79-C042A1A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ACE71E5-8A5F-4472-917E-55004C84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496A9FAE-E7C7-400A-BCEB-87B40737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2271EB3-7150-47C8-B88E-35647C7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EA6FFF2-6FF5-4B4C-9956-B50BC11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745379E3-E061-43A4-9710-2203632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2958CF5A-A88E-4C0E-9FDF-55A100F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06CEE2C-EEB6-48B3-9423-611F1C21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754F9B5-D13A-471C-A842-A9673108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9E40FFDE-6A1E-4B2F-80C3-CED7A7C6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E7B52A59-66F0-4E6E-B882-085F3273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1F56261-F290-46E8-AFD9-2D96C87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8169EE9-44AF-43B0-9BAF-6A108361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E60EC091-5E80-4F1E-A731-59B24E58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262AE91E-5E10-47B8-AAAF-5460AEFC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EC84F29-F1A1-4F78-9905-C196D5E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45EF8A8-B3E5-4C8C-9195-A80D610E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F2BAAD5A-67F0-4888-8BA9-81FF0981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1D23A1-C9DF-477E-AACA-C9055AB8B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d50cf9e574c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D7E555-E920-40BC-99E9-E24A9E448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8671eaf214f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B4A470-3A9D-4C1F-B2A0-470519F150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e43034f0941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9F3A6C-07E9-40A1-B543-2C5449D14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2d83f4bb848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F37CB1-F6CE-429F-AAEC-3B7791667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4ceb39752499a"/>
          <a:srcRect xmlns:a="http://schemas.openxmlformats.org/drawingml/2006/main" l="12000" t="4000" r="18000" b="43500"/>
          <a:stretch xmlns:a="http://schemas.openxmlformats.org/drawingml/2006/main"/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B4EB50-31C5-4500-83EC-CF2889C88B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ae607bb6049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909747-83A6-4C00-B104-91B3D41644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b053e21ac45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87197A-C299-401B-A44D-DB85D47922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1567d60654a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3838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10592-7CBC-4883-910C-227335A7C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06b1c5659416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D0356EB-E7BB-48D8-993B-C849011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EEEC3BC-ED38-4382-90FE-2BC27386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534273-4D52-4843-8F28-FA36959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4A6FA6-E154-4A00-8FE7-9FAB2225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4D1EE9-3973-44E6-B7BB-BDBF8FB0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 / Kasodani Kyouko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F3C3C9E-75AA-4C98-8783-8046F1CF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796268-BAA8-4B86-8A05-6EACF006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她是山彦（也称幽谷响），一种嗓门很大、会在山谷中正直地响应声音的妖怪。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B2C94F-D7A6-4EDB-BA85-D358FE9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F154C6-C7F1-4C8C-83D7-48145F14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山彦 · 神灵庙的二面Boss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399C2A7-FDE3-4613-A23A-8BBE9885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D0BEDF-2733-4836-AA6B-0F1BBE8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3B6D9E-5586-4C7E-B57E-2362ACE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2CC0E30-37B5-40BF-8BF4-9E46485E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D1197BD-7B06-43C4-8732-284AB6B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B02265D-BF00-4C94-BD65-C20655FB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反射声音程度的能力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BB1D66-D627-4320-B487-DCB789B9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62C9EC-ECF6-4C5B-AB79-A6854BEE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A37AA4-BE1B-4E99-ADC3-85418F82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8048456-F5AC-4925-A419-A83EF3E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7C0EC57-5AD1-494B-8812-A36486D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0B40ACA-A078-42C7-986E-4FB0EF8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CF52E40-5A1F-4A24-A7E7-7D2FA07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1B4B32D-4EED-4CB5-B51A-81796CBB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76097433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E250F-0BDA-4A44-9956-FB4CE61BCF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fade64e8842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AF5B6CC-E5C1-4A6C-AD88-05AB7AF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10B8ABA-7F8F-41F0-84CB-8E2E1B3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164D40-506E-4C47-962B-CCB1114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124417-B687-4822-8D80-588DCAF4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584B31-F1D5-4D82-8AA6-FBD99DD9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 / Miyako Yoshika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A3456F3-983F-4A20-B1EA-F6AD2A74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116B26-FC78-41C6-93DC-EBF1FB9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她是霍青娥操纵的僵尸，本是日本古代的尸体，现在在青娥手下当差，是青娥的所有物。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7CED5F-98D1-456F-9854-086CB0E1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F8CF20-51F4-4FC4-B5AB-2C008D0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僵尸 · 神灵庙的三面Boss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F3CFE19-3D6E-475E-8F92-DF50283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E021AA-3587-4829-81BC-9E0234B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4906D5C-FEEA-49C1-A644-39F5A1DC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E6068B7-3957-4179-9041-5AF66A1E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42CCB6-9631-4B89-86FD-21B88770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29976FA-9402-4C5E-9578-88FC4AEE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D4A0FCD-9489-45FA-BDB1-CE39105E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D6DB40-48F0-43A0-A0E7-19FBCB45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A8C769F-7B8B-4C84-99C2-08920841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13A3F6C-EC89-47CF-815A-FBA4219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1C7AB9-60CD-472E-B0B0-7FF555E1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3082B7E-5CA8-48CE-AA0D-19C0D0F2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BD10354-0F8D-4C6E-9D52-8DFE279E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37EF6F8-E761-4129-9D9E-7BB3B82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56676932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6CB3D-A239-4D16-9AA7-46FF8BDA3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b0e4671714d4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0137730-ADF7-4676-B578-43F5AC93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481D337-CE0B-4467-B54F-0079E14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E0E6B5-34E8-4455-8793-E57F1D28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6C706E-8F5B-465E-B544-EF98AD8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123F0E-D97F-4706-81D5-2B28F5CA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 / Kaku Seiga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6709294-6013-4986-9616-A3A432DA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B50457-258A-4BA1-9453-F07E4B2B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她是邪仙，是少有的活了一千年以上的仙人，因为思考和性格过于邪恶被断绝了成为天人的可能性。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409769-5EA1-4299-BF5E-E6F3CFDC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C410AC-6ADE-4720-B6B7-9A8A36DF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邪仙 · 神灵庙的四面Boss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10B9A21-2A36-4D63-8D37-7CB989E8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826825-B81B-407E-8526-DB813A03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6375DE-38EE-46EB-8E00-6D815747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8347A4F-8181-4CC0-93AF-99F5114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968623-5843-4B8A-A79F-8FB336BF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E022BDE-C609-4D48-B163-5C68EC26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穿越墙壁程度的能力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3395C46-96D1-4C0F-A0EB-FCD8F53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171B095-E409-4A47-A665-12F843A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68641A4-5EF6-44BC-9059-711B707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8894172-6E2E-4CD0-8FCF-5ED3B53F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8F4BA7-C4F9-4B97-B8D7-127025AF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6F5BAD-D01E-4B67-911C-17B9F064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8C56264-4768-4078-971B-783BC871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A6CA9A4-8F9C-4415-889F-F74608B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5337372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59052-8645-4358-AABC-DC0ABE219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bb8c787f34ae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641127E-CF25-413D-AE6F-69A4750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755BB94-4A42-4114-BE62-8013DD5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322D2C-0D47-454D-A911-590A723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3F8A82-1891-4F87-8F27-B95A7897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F76C3F-FBE2-456E-BB76-31EDAE39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 / Soga no Toziko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66BBA87-4CFE-4D10-AF77-1CABCDF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B0116D-FF27-4207-BA69-334C3A84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她是亡灵，因为抱有怨恨，性质是怨灵，她的能力也与此有关。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8D0438-2925-4C60-9955-B1F3944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7EADA21-3FEB-44F9-81F8-9A091857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神灵庙的五面道中Boss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90B1A07-0DA2-4922-91C8-9C09D17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CCB343-DF25-40AE-AF18-263BA612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4AE5E5-7E38-49FD-9B31-06C0752E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DAB08C-F7CE-4059-A5D3-329D9964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59375B-1C26-4945-9909-30B1051B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1C3A234-C461-4563-B696-2905DAA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引发雷电程度的能力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4A6B1ED-4EC8-4163-B6A8-2EA99C8D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E17C93-42DE-42FF-A95B-EC5A369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DE2B89D-285D-49EB-B3EE-8A682A06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7BFA124-8C82-4E4C-8A54-0324122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09730EC-A593-435A-BF78-CA3B24B6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C3BF59-566C-444B-B95D-D52E271E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F8DD628-81BB-4834-827F-0F6C7B3A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18A20CC-EB35-4811-AD79-2FA80573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136137443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EF828-4149-4FFC-9C91-AC0971323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01f85400a4df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B251E9D-FC0A-4283-A2AD-E7AE458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88FD10E-A2BA-432F-8080-BF2224F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6E7BED-F934-4968-A4D8-B44BF55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612ACE-BB7E-403A-9607-52B67F2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ECAFC0-B971-48DE-9E1C-1D3AC38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 / Mononobe no Futo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CB40814-26E6-4C88-8F63-BAE0005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780ED5-FE4B-4122-BB11-52C8AFB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她是古代日本豪族物部氏的成员，在苏我氏与物部氏的宗教战争中暗中穿针引线，侍奉圣德太子丰聪耳神子并随神子成为尸解仙。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6483FA-8497-4D06-B11B-F037E09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11C9CC-0B97-415D-AB40-3FF2BC0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人类？（自称尸解仙的道士） · 神灵庙的五面Boss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50867BE-C557-4936-A669-DB66EEA6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1FB087-5A99-4D8A-B889-6C84E03B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124D62-941C-4DF6-9032-50F968E7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0E39367-D861-4F35-BC55-A1922D3D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48BDD7A-AC0D-4C48-AE71-4B6FA71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1E9C15C-129C-4CE0-B168-C096233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CB61AE7-4523-41C9-B866-89CBB49E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038771-43AF-4EB2-9EA2-B7484F12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7F8900-D68A-4CB2-A96A-29A7981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D3CF7B8-84D9-4370-81D2-99ECF90A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735F1F-8643-43AD-A053-7ED6629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4026CD-0322-4629-B8B4-F41F9D5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FCD5DE3-BCC7-4D11-867B-C594550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5872C63-4830-4E7C-89E4-5C02B375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54315856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67124-F5B8-41CE-ADCF-88CBCF988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e92e600614922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369814C-4CA2-47F5-AE0C-F983ADA8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2DB5827-C466-4305-8FBF-6499657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8E2B0A2-CBE1-4720-9403-82BD92D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8D74A6-C4C3-449C-8E86-58A022D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0727B2-7F85-42D0-AF4E-CF475947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 / Toyosatomimi no Miko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18DC9EA-2678-45E4-8D85-B235DDA9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44FFCC-D074-4128-8F48-5343E6A5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通过尸解与复活成为仙人的圣人，能同时听取十个人的讲话。她在幻想乡代表道教，也擅长笼络人心。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174DDB1-417E-44B3-836E-AABD3C69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01CDF0-4D30-40A3-95FA-F1B4C72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圣人／圣人（※尸解仙） · 神灵庙的六面Boss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A7AC996-B4FB-4F26-B1D1-E1EDADDA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DF3406-172E-4E0A-9580-6E356FA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5B8E9-5CDF-4F54-B258-530C05A2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2833A77-2B1B-46C5-AD41-4904460F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F0919E-FAB7-4621-9E7C-ED8E0D83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40B2E5-A67E-469C-AD26-3B702D9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同时听十人讲话程度的能力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0ACA5EB-DC7D-4BB3-9F93-9EB6CBFC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7355A64-EDBB-485A-AE7E-0747DF46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0D2692-63B6-4F36-ACE3-AE111D01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9311DF1-9EEB-4552-B62F-C7E938A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41FBDE3B-BD27-4E3A-9158-2DED2C7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F65FE38-172D-48AA-9C32-09F223B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0662BD2-FB5E-4734-A05D-646F9750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物部布都／苏我屠自古／霍青娥／圣白莲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F1880B4-4814-4AD7-BAD5-A1AA8A73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882040F-A812-4986-BD52-FD954D0E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100886348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C33327-0BCE-4439-BC19-5A410AD37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64cf176114e0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206BF9F-5F7E-4BED-A54C-FE7227F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8D33E4C-8FE1-4163-81D6-B9E4C4BF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594BE5-A827-49B9-9DA7-75268E7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94901C-A16F-47A8-9472-87B6DC46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585DF8-90D9-4533-B398-A8951DB7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 / Hutatsuiwa Mamizou，Futatsuiwa Mamizou，Futatuiwa Mamizou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4B6D441-F578-4BD5-9EB8-C0D9B6A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361EF6-8FB0-4FBF-BEDA-2952E1A8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从外面世界的佐渡来到幻想乡的妖怪狸。她擅长变化之术。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6AEFFC-8747-4E9A-9E9E-41965330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409DF3-FD1F-42AF-987C-63D5418C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妖怪狸 · 神灵庙的EX面Boss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00880A5-CAB8-48B7-82DB-6CD9D35C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9A9EE8-BAA9-4A7F-B891-77CF3FC1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14291A-DA98-45DE-9A00-DCD8FAF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BFDA374-4225-453D-B4D5-A6EB2484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B1368E-07A0-425C-ADF0-73ED58E5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27A1F4C-7376-477B-BB67-96124837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变化事物程度的能力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BC9C395-28AF-4EC5-ABBC-6D61B2BF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57F26E-2884-4C3B-9473-3220E37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9A5528-56FF-4A78-9A2B-4991D68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CF2FE0F-1CB9-4777-AE11-19F4BAD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E2F9783-9C74-4324-8567-FB751898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CD84FE9-C5E2-4CC8-9434-1B1AFBB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BD05FF8-1A20-4466-B459-4B4ADAE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4100B1-20E3-47CB-820C-0D29225B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103924128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4D29F-F188-4785-B315-541F9B72A5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5def303654d9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44B5426-16FC-4EB8-88C5-5DDBA7C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59C6F01-C4BE-4F87-98B1-1BE2C41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ED5FCF-7E5E-4953-87C2-54AFE4C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FCA0B4-5557-409A-88B2-1B01D25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1CD5BF-315B-463A-BAFE-D66B18B7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 / Hata no Kokoro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73ABC77-E6E6-4547-85DB-5C737C8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05F656-E90F-46B6-9BB3-735D1F7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她是面灵气，是秦河胜使用的66个面具被长久放置后化成的付丧神。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0127AA-A4D7-4519-8511-4FD24925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84A705-8D66-4871-B4BE-67259B47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面灵气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02CEC0E-38E8-46BC-92A0-424F5EF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86B4FC-0CA0-4CCF-A3B9-D0022268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4B9F46-B70E-488C-BD86-C04308AC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操纵感情程度的能力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425FFA6-449E-4AC5-A8A7-B6219B23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72E9D4-3EE4-4175-893A-CD4F908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8F10360-E651-46AC-AA12-6EDBD88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B3F76DE-BD9E-47EB-B528-B05166F6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25EE8A-8D34-4843-BC8A-2B9D2295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AFC7E1-5DC3-4F12-A4B8-46D9B8AE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9BC8372-0119-4F4D-9097-4AD2408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256FB7-AA47-455E-BEFF-208C69A0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54722310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88876-9D74-4925-8AE8-2BC7D09EB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5c4693f05486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6AB5DF9-55FF-4D25-8681-84E5D305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11E4741-58DD-42C7-B0F2-85148AED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D8835E-6144-44CC-932A-44607EA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ED5570-546E-4FFD-A52E-513F20F7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7ACE1F-5DB0-4804-8529-3515E069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 / Wakasagihime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714A3A0-89B0-4EE6-915A-6EF6C83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F24DD6-6CE9-4D3D-B7E0-033E3349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她是淡水中的人鱼，性格稳重，对人类也没有任何敌对心理，乃至于今泉影狼评价她“性格软弱到连个虫子都杀不死”。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86F8D7-F637-442E-95BF-730B5119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F41F29-A06D-4A5E-A9FB-E06D92B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人鱼 · 辉针城的一面Boss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7F341E1-3944-43CE-A748-5FD363BA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235784-B639-4A62-8B65-58B56C0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2AF43B-ED99-4FE2-9652-67DFBE4E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在水中力量会增加程度的能力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28E930C-56E0-4078-99C5-0E8A1AB7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014D80-350C-45A1-8BCE-BC68337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797F6C-8351-49D2-B296-65EFC066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606E79F-B2AE-452E-9535-64678C16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C85A84-C14F-4534-9482-D03E858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6C8B4F-3AC7-46EE-903B-48334A6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057C477-F360-4F32-8867-7EB4D77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2B4881-19C4-4825-9574-EBA9DB0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19503108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D3F37-8E1A-4387-AD22-14093E9D48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844dc3e92488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3149D5E-01B7-46E0-B8FF-EC4438E3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9902AA8-34DB-46A7-A78B-78819EC8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7D8616-6257-4CB6-A23A-4DDC33BB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C6E0C9-4031-4C2D-A4C2-D95D416E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D06D87-AD54-4CF8-BDB9-EDFC580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 / Sekibanki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2DFEED4-7EA8-4D33-BADD-36E68377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5BDF4C-0ED0-43D5-B657-E70D03D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她是辘轳首，但是是飞头类型还是伸长脖子类型的辘轳首并不确定，似乎都可以做到。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CCC835-B467-4E5E-AA8D-A19600AB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EBA479-C0EC-4FB1-A373-F0A0F967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辘轳首 · 辉针城的二面Boss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5B01F6A-BC46-4D91-9AC4-12C6857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9AF694-3527-42D4-BBFC-DD8BF8F6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BFFBD6-6B1A-440A-B1F1-7234B950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FA04D99-2D45-4BE0-9775-CBCFDF0F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5C9479-F1BF-462E-A0D7-796D509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1F1F1A-B381-4FA5-AFB2-DB52259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让头飞出去程度的能力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5D7D41D-F0F6-4863-B1A8-60A952D6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FB59BEB-9335-44B1-9574-EBD9494A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6D6C78-93FA-417D-911E-E7094C19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EE39478-84D5-4056-8304-F46402B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4CD30C-4E32-40A9-85A9-8F509FDF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39D7D3B-C02C-4329-B229-4BE72E00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32F6676-4C72-4EF0-ACC9-BC290F01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17AD742-01FA-4C05-9DA6-7E7E0C2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200073281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20FA2-B41E-49D1-A415-06534B6BA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ec91099064a8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26F4209-3DF8-47B7-9E0C-C3070103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FAD9781-490F-48B3-B4EE-7011164F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D8B4CE-0D2E-4FD1-A5C8-73E53F2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387B11-507B-4B46-A044-B44BAE01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E86637-C9C0-4E65-B7B8-ACC40DDC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 / Imaizumi Kagerou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F0FC119-1222-4395-93D1-18F1C6C8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F4D9C2-8E38-4D2E-8104-7F2A8FB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在迷途竹林独自生活的狼女，其原型是日本狼。她性格沉稳，即使在满月变成狼也能保持冷静。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EE1A9E-425B-402B-AAFD-04400D2A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F81F0C-1B26-4504-A9CC-7FAD657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狼女 · 辉针城的三面Boss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1C38841-959B-4816-A43A-BF43483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328256-8F50-4EF7-BE96-7C089A2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3F36F1-988D-4E12-BDAC-70F46C6A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2409E7F-7EBF-4157-8DEE-1EDF297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1A8C8A-6719-4B74-8793-C0B8434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EF53CAA-DEDC-4795-AFF0-07609C44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在满月之夜变身为狼程度的能力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0DA9413-F59C-43BF-AD1C-00F02AF1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23D651-883D-4E01-9ED6-72AC629E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706D89A-F9C7-44BA-8123-0DAAEDB6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7392F68-4DAC-404B-BAAB-C000CC6F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1E681E-9BB2-4528-8D2B-4CA06967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BD82EE-9035-4F84-8A26-D4CAF468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EFE8670-7724-4ED2-A669-E470B624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908B6C-95A8-4892-B69C-D960C16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150041873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7A26C-C6EF-4135-8299-6FDFB0A3FB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c9ca7c4bb4eb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B96E8F0-0FAE-4E39-BB9A-ACE91D7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7663246-BA8A-47C9-ACF8-4604720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DB7968-40B8-444A-BAA6-E272700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EB9966-0619-471D-B332-9B3E4CCC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D509EF-887D-454A-B04C-93849E51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 / Tsukumo Benben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AD129FB-AD15-4FA2-9957-C5702766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AA95DB-2303-4467-9C78-651A15AD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她是在少名针妙丸万宝槌魔力的影响下新诞生的古琵琶的付丧神。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CE6F97-F8B1-4502-B326-233C964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CD7CA4-9416-4B22-86CB-F41F85D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911ED29-E060-4E0C-9553-4BEA0C80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94879B-60A0-4EAA-BAFF-C1B5D48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2326CB-7735-4B67-9C45-019ED588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自己发出声音并演奏程度的能力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C508DE6-66BB-428C-96E6-0CB4C49E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582DF4-2DEF-4F94-B334-4AEDE4B0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E1E5DA-83A3-44B5-B2AB-85B7A59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D6A5AEF-3746-4531-8662-0BE9C07D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7D12E2-2A81-4375-A6A3-21BACE0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C96D721-91E9-4CDD-961F-8F4D9B65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F4EDCD2-8DE3-4DCB-BBE4-1CF8D46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663D9F9-51DF-4E09-BDA0-A3E24472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50163343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23D12-A3F9-47CC-8731-4F46EF22C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a5db00a15437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B9499D5-4606-4C4A-9E14-5908E3B2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5C5A2C2-7964-41B9-9ACB-71B136F6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506F03-4C81-4460-9F71-68867D45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94622D-D816-4475-A02B-86F6224A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2DA2A05-1A95-43BD-B810-2CB3EE58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 / Tsukumo Yatsuhashi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890EA7B-FA4E-4EF8-A89E-8A9B0C7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FDA22B-921A-44F7-8D44-3DF606EC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她是在少名针妙丸万宝槌魔力的影响下新诞生的古琴的付丧神。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2F7FE8-C8E7-4FFA-A131-2EE9D3BB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785676D-2692-4A71-84D8-063C489D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0826CCF-722C-416D-88EB-251FFBF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15FD6E-1119-4B78-AFEB-7FD1BEBB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0BFCAD-03B4-44E3-92F2-3BB47849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自行发声演奏程度的能力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3AF64D5-6C9D-4661-8A73-D2FD822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845D3D-518F-4A86-B5DA-C3E1C447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FB60E1-BB7E-4DCC-8A8F-C9BBDB64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769CB66-3B81-4219-9C24-5E94ED1A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CC71F99-8B52-4EE0-B63B-10520A1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B988E2-EB5D-4443-9FC8-B0E92DD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EC53EAB-1E3B-431E-985A-386DBCF7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CEB8CBF-00D9-4705-BEFB-C8FA03C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205167628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1EC23-F8C4-4810-A2AF-FB5C75E83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db812625e496d"/>
          <a:srcRect xmlns:a="http://schemas.openxmlformats.org/drawingml/2006/main" l="0" t="851" r="0" b="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5B0612A-B8BE-4DC3-9E8E-98401D2D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AA3C080-C1A0-4E89-86BB-1FF865DD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BEBA8D-8E8A-442E-8FE2-86E77985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E8280A-FDBF-4F52-8A2A-A33C62FD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5B89B1-3783-4AA7-833C-8DD89188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 / Kijin Seija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22FA400-15B9-494E-92B2-659D5427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D6A0D9-2F2B-4211-BA08-D1E0E6F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她是性格扭曲的天邪鬼，有着“为叛逆而叛逆”的天性，总想着和其他人相反的事情。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71EE20-5677-43D1-B9A5-3D3A641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DF5289-A968-48DE-BA82-A35BB0AE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天邪鬼 · 辉针城的五面Boss和六面道中Boss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4EB23EF-F5A9-4468-9668-2EDAA595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385D9E5-9BDD-457A-867E-E2204E1A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8F0D91-8EAE-4F3D-843C-01803C1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使任何事物翻转程度的能力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59FF4AE-EDC6-4ADB-8FB4-15BF9E0C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17EFC2-1736-435E-9CA7-DFF30912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D3D5EA0-D36B-4B9F-95AE-B2F1E9C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BD488E0-4AD1-48BD-A54F-386AFB0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4DEBFF7-F2C2-4CB5-A97B-FB85B31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6D15879-AC47-42F6-8EF3-59FD36D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3848E1F-A2E7-4AC7-A4DC-2FE1E5FE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BEF5101-B035-4EEB-9401-927EB1C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50069528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14F5E-4AFF-4D91-9E51-A4EA19165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5e95708634fa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8336B9D-631A-48B4-9B96-AF0264A4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9ABD731-85FB-4217-B30B-81BD444C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617205-ABD0-4CE0-B306-EE5D15B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9DA678E-385F-4554-8EF8-EECE4E7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5B750A-2262-4BA0-A6E9-C7DE3D2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 / Sukuna Shinmyoumaru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7F729F0-A6D2-4E07-A7C7-D8264EC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1674A9-A7E4-4803-8AD1-673978D2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她是小人，是一寸法师的后裔，拥有万宝槌。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324F15-BD8A-4978-B45E-B318251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D7F2A4-DC87-4F3A-9A55-107DF946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小人 · 辉针城的六面Boss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2246700-19C8-4D15-A940-1C799B8F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7A8594-1359-4F73-A422-ABC7CC1B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562FA2-87CD-4D67-9F77-20C964C6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辉针城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826AD40-5001-4092-A4E4-D76C780A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63DC50-DD43-4DE1-BB0A-0D0913DB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9ED2B3-9309-4249-BD7C-ED583282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使用万宝槌程度的能力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30A3703-412E-47A2-A828-4333E23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FAA459-D634-441D-8588-3B8CC82F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782B6C1-B4A5-4976-B9D9-B695A72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E0EBB13-D09A-4A4D-9180-4A653398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3BE3D4D-13EE-42EA-9F77-0603A21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1C5491D-EAD2-4FFB-AE58-F9A4AC6F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5CF1283-47C3-467E-95BB-68D33F0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DEAE37B-3FEA-47D8-9908-3D1C74D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1278597462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F2414-3C83-45E4-8761-E49E07135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b06439d96434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E00C481-1FB0-4603-85FF-0E40BF5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37F0879-4166-4B50-A91F-7B9E848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FB85F7-EB30-4DC8-8DC5-2B3D07E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20C7EB-FB9F-40C1-9FE3-3B7F3574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7A68D4-B0EE-44AB-82BB-AD5F1D91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 / Horikawa Raiko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38D1296-E84B-4015-8711-B7E1E828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E818AF-6443-4C2C-8A79-194C39C5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她是和太鼓的付丧神，本体是和太鼓，但如今附身在架子鼓上。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23366D-0CB1-4216-B21A-9441A30C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2984BC-0657-456D-9873-30B8EA3A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338071E-31C1-46DE-89E0-FC606E41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DCC3C8-10C5-4901-8AF3-D229CA4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AFEE27-E3A4-4A72-B6AF-CE0AF42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使任何事物跟随节奏程度的能力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CD59719-BAE3-4A7A-8D2D-5EFFCBC6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ED0CE4-E081-4491-8E72-063FD58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FF3DEE-D5A4-4790-B9A8-EC19858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775436D-7B6A-40EA-A50F-C8E348EF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DAD052-3ACB-4AB4-85C4-95BEA35D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66E7B3-C23E-4146-AA9A-5AF67D22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E980420-EC3F-402B-9C46-C2439919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06F468-EBD3-430B-92AE-B32F6A8F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124656517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445DE-AC7D-4995-9C12-1177CE0C3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87aa87e0f4d9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56F36C0-FB93-41AD-8A08-4AEACAE9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10CF379-F335-4300-ADDA-AD4DFC56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B0A6EC-E6CD-456E-B8D4-0F36FD6F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BFF10C-72C3-4E63-BBAD-93B2A0E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FAEAD4D-7A6F-4CF8-A7FA-58C0B847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 / Ibaraki Kasen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F5F18A7-4739-4C75-9C61-6AB4A73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FA7954-B268-4B9A-A6E2-8F3018FA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她是仙人，在东方茨歌仙第四十九话下中明确揭示了她也是鬼的事实。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374ACF2-712D-4D77-BBD1-626EFEEA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CB26D2-79AF-4A56-908A-A0942714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鬼（以仙人身份活动） · 以仙人身份活动的鬼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4CE4FA6-71BB-48C9-9B7A-04F188B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C42450-942E-4D4E-9A1D-4A31AAE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0F9010-9ABD-4EE5-8139-87B4D454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1F567DF-94A4-4966-B907-77ABEF6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34D916-7859-4655-B2D7-8D3E047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C97C07-4126-48AA-9DDA-A5C26ECF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引导动物程度的能力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5D90BA0-D2DE-4F1D-8B9A-50273B39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4DB4CCD-1500-40BB-9432-C6E7BF8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AD8215B-53CB-460C-BD0B-73E471CD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549799F-5BFE-46E3-A021-242F7C21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8362C5-03EF-4DD3-B4FF-65792E91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0CC8E2F-D50C-43D7-BC3B-68C60E1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8B0F3F5-3306-4068-89C2-A3870B4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E72AE7-7760-4250-8150-B9CAA3D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2111924470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A65CDACF-C968-4DF5-BAD6-D8313D67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0F2B0AF-C6E7-4FD7-9E7B-0B419499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8D298F4-2746-4691-94DE-1A2719D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C46BE3-845A-4E4C-A546-4A5725C2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69A962-F7E7-42D0-B3CA-791B21B8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17DC441A-1985-439C-B913-FB8797B7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538013-AFBA-4DC5-AC81-FD02DF8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1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118ED0-7A27-4CC3-888A-6A0C1BF8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585E970-36DA-4E2C-BB0F-2A66B08E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BE80CB-742C-455B-87E9-8937FC7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31EE97A-304F-4E16-9B91-3C94D0FC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D45FB2-56E7-43BE-B0FD-1C89C13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2613CD-4B49-4DCF-BD4F-8A8AE597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9DF417C-37D2-4E0F-8124-1F4E8C0E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667D01C-8123-430D-A7A5-3249F1AC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A87640-CA83-4B91-BCC4-E43E2387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A80557D-4F5F-499B-A616-926B518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E9652D8-7B44-4343-BE93-5FF241C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9AFD3EBD-076A-4D37-91A2-90AF09AA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1E1985C-423E-428C-8D33-87D6B89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03CB8E2-F2CB-4458-8E7C-0DB80C2C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6374DA6E-1EDA-4C43-B207-25CD7517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2421AEA-7426-4C23-A1F7-68020185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BFDF22A-D5F6-49B3-BAE3-E40B675C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CD7071E-B87F-4D6B-9936-AF95168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67DA8C9-A72F-4B4D-AF66-BECF2DC3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93189A69-CFF5-432A-878A-6254AB50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E7D4177-B5C6-450F-A78F-C360EDCC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3D9C8FB-673D-45AD-9115-2E239989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9326E24D-1FCB-4C3C-8AA6-00326332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9FC4A238-54B2-4BFC-8641-86AEDB5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FEB1ABA-CE9E-4A63-9B08-BFA59DC9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B29365D-B74E-462F-B449-457CFBC4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975929D2-F78B-4773-A95D-ED68628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232E018-12C5-40AD-9484-FC04109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2F2B53E-45A8-441D-A631-E2FCB307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E1B7304-15CF-4363-B48F-77871E1D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DE309F2E-C903-4DE4-874E-4FE9F4BE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E5B4EFD1-32EA-48C1-A80B-ECFE62E8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C362FF3-CDC7-4903-B042-A0103F38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6EEBF79-D7EE-4B82-BF3C-6E6C7BF1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A28C1188-8421-4084-B149-AB1D42D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1F096FFA-FBEA-4C5D-9E08-EB8298A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5C6FBEA-805B-4A68-89E5-FF0FCC9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08D888B-99C9-4D2A-9759-3586D6C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46DB26D9-A4AE-4A75-9ED8-9E56F92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DDE064-13A2-4833-A741-A45503CEF9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464c9d12a42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C1965F-FF05-4846-BF0D-879696DBE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16f742f9e47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B30BAE-4B85-417D-BB1E-38C1EB945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005f0256c42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757207-876A-4C53-B0B4-42011CAD5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3a74aa1ca4e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B2DB34-65B1-48F3-AA76-B23A8CD2B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4ff48d9444c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685FDF-FBB5-428C-93EE-4D86B57D5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24495e4f445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FF2946-B8F9-418D-AA23-90CBC6F6F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e01a39d554c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80FF2E-E140-4ECD-9D78-65CCC438CB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019262ebd49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C028CC-9C35-4492-B344-03A280F73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25257e58241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2651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C39BC309-86C4-45BB-9AA4-C2BA308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F477A8D-F90D-4661-BB1B-2DE7759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854D84-E09E-4E31-8991-BD004C8F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1F8AB2-61DB-45D4-80E6-C832C33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525415-FE8A-414D-953C-D2E63DBE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7735539D-B9F6-43CA-99C7-E52B5174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A5820A-4946-4077-A078-5B6CA44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2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680CAA-CC8D-401E-AEE6-3324E255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5151799-B52C-4494-9BE2-C20CBE7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B6DEF4-40D4-43F6-A84A-2286E1F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AEEFCBA-59AD-4D7D-A952-9F15E64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B4858D-6427-460E-AC87-4520323F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9C602D-88C5-49BD-9739-9DE34767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334255A-BE20-4992-9661-C2888F04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076C8DD-97B7-44AC-B824-3DD3714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05C005-8189-4CBF-B425-B867993F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D0D5C65-B715-482F-BE42-2881BB6D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9AA00BFF-442C-46D9-A188-0F3AE938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29165AD-D6CE-44FB-A770-257246A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57A6C09-E1E7-4290-A1D1-B29D04B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A21F82F-0E67-4FD2-80EC-19F17B4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FBDAD9F0-6D3E-422B-996A-CAA3FE18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C329483-618D-45BA-AC4A-F4B17D4C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B15213-B658-4964-899E-812F5B24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273E40C-9BE6-4AFA-B07A-E1D3954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AB1045CE-55E2-48FB-B082-97803DD8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6199DF6-6941-42A3-A6D7-69D83100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0E81B1E-E85E-4102-9FD0-E2271723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56602ED-F2DE-473C-B010-15909801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DBD9CCD3-8724-4939-9223-BAF62E4C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45EEFFB3-FBE8-42F7-A65B-038FD089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E941D71-0423-4FED-A7F5-F6489E1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61D4942-BB6D-45C1-8344-3417D08B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B62E0C74-6B48-4BAA-B81F-5A75C3F4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A17EFD98-D557-4373-BD42-CCAB315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BF271F7-9A23-451F-8D16-33CD0B4E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B9951A9-B7B3-417B-BA92-750C35DD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17D407B8-E247-4FA7-857B-8A9482A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90890E87-6581-4D67-A44A-FAB56449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64FCF72-6E71-483A-B4A7-F705BB15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C74E44E-181D-4D55-B11D-54745F35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36885BA0-24C9-4906-B8B7-B3EF6439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7CDEA-EC74-4BA2-9545-3CD77492B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e459834fb45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65CA4F-E894-4821-895D-4C128BCE23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1ac9121834b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FFD106-A851-45CB-AA69-7384E474A9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b54d89464a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B19AAC-AE94-47F5-A910-7E4F67D21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409d8212e4b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94BE5D-C79D-4FEB-BDD6-C6A025A12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beec9955f4a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CAC9C3-707C-4C8A-B2F4-FF5C98ECE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eaf21101246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B47088-B67A-48B9-AE4B-207CCAB19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03cf5a76b4c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C0CC88-35EC-4423-8014-C05EB4457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1de5c295646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6902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EAC50360-345E-4CB5-AA3E-4D9A10E9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96BD12A-7C3B-4BC8-B4A9-A5F0435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8F2A180-2508-4A32-9387-47937CC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967D11-6255-44D6-818F-0FA02DD9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9B0FE3-DAB8-4B1A-8EAD-DFE4A7B1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0F2BB5C1-3675-43F3-B298-DE0687C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72737B-C29F-4CC1-AB79-799AE27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3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A1583A-1D4A-4DBF-B7DD-36B8B2F5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3/5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42BD0BD1-9B74-4715-A6C5-C8CF9203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E26721-130E-47DB-94E5-AB5E660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4A92B44-65AF-4364-B5FF-73C40007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702896-432F-447B-9E04-EF02DFDD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238883-E529-4187-9F23-127E108C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64C9FD1-2DC3-42C9-AC27-B8B6D6E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D5335099-AC73-4524-AC1F-CF53388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FF321F-11D4-4702-AD35-D9385D6C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46AEBFF-9A21-49D8-9F61-AB064CDA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49BCD401-9482-4C75-95A5-5C77E2C9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0CCA9555-389C-4A22-A2F0-1570286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4E192D9-F68A-4FEB-9A58-3626105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135A193-8B12-48EE-823E-A8B8823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A04E33A2-D85C-4729-BCE8-E5086357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537C897-81A0-4B29-BD02-9F8646A9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63E09BB-CF41-44F6-AD87-CF7475C9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B413266-591B-4B8C-9BEE-4D2735B2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EE08A00-2721-4759-83D8-811096A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CFA3A27C-BF69-4BCC-BDAC-0A4665C7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ECB9CD1-D566-4A18-B1E0-5869127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7EF0807-BD09-4F8D-926B-B8829A4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1266332A-A730-4777-94B8-44E0D3F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0069AF28-8A7B-4A0C-B364-82723DA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C8BC70E-ACB8-4902-8ACA-6786F6B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E1206BA-36EC-4302-8E76-62D47DB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FABDBB06-357A-4724-828E-81DBE4EF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EC5CE62-6640-4043-B345-9BA213A9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224C596-F5B4-443E-ABB7-7843550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66CC8E5-2DE4-4A53-865F-EA5E2704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0C267E41-57BD-4E91-B7A7-C41BC8F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BE1CB70B-717A-4D42-A8EF-F0D59F95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E5B4AB9-DE7D-459F-A39A-017D6C71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0110133-2538-420A-B800-214A552F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983D235E-57F8-425A-82C0-E4795CD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38907D-878D-4193-B5A1-DFEF1BE2A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497d3cbe342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E10E34-6C95-4535-8165-F93932010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1a21638a046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882F8C-4DAB-4B7F-B180-5AFD56D7F7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8fb1ed9404f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D9896C-9D9F-4C8B-8AC6-A98EFDAD81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c4d82e2f745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21939C-5025-4308-BAB6-3E0CDDAF3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e8580a8374b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85DDAE-A37C-41AE-87DE-BDB83C47C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483ff35bf43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0F9981-1C1E-41B7-8E9E-BEF88D994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2545cbba24c68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9F3D47-9FD8-45FC-B324-44F3D443F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7d6d611d242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0119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B94753ED-00CE-4E66-9A11-929E658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26B3E2-FC4C-4F5F-A5C5-4481793B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0ACD7A9-A18A-40B6-9D68-DA102372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943167-A0E0-4C96-9328-E760A176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E270A9-4D33-48DE-8540-56636B81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DC9BF05-93C6-4DC5-AF95-A73F3ED2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FCA63B-2EC1-4E1D-B2E8-FBC6566E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4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9993E0-D3B0-45EC-BE11-3982CD88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4/5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CD69524-86B5-429E-AA1E-AA96B87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862AF8-F778-4FAC-8AB1-2485C54B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6BF0986-1232-4DC0-8CEE-D31633FF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ABE411-6565-4031-B48F-A7EED38C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40A966F-145E-4F14-8515-342C3D8D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445A084-B0FD-4B64-947C-208173A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D1E9CED8-3B51-4FEB-9F43-3391C3A3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59500F-A763-4160-B20A-1BCAC16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83A189-B791-477A-8D53-828552E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97F1894-BA9D-4441-9D83-F1894F42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789FF7BB-9979-40EA-893A-1FCB2A8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CDC3DAC-AB19-4C26-B8CF-918C4029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EDF076C-16D9-4234-B1E8-5E88746B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544DDFA-ACF0-468F-AA12-DE5F3563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297C838-3736-4D0F-A9B9-9DA8C34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C60302-41A8-4DB0-B5B6-419942C7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2878720-19D5-47A9-891A-FC55266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C926412F-1E85-4C40-B86B-01B9C3B9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DB11AC28-8ED4-45A8-AB02-E448AB3E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A04FB07-7D07-4DE2-A781-F4986ACB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697F54B-A0B6-4907-83F8-0456E95D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74E2A1B1-2040-4017-A353-147AE9D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3A6E3D9F-A11E-46A2-B149-B73EDF6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46F55DC-7C3D-4A61-A2C9-8305A0D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09BC7A2-FF63-4199-94E8-7B4EF715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D38A2017-B2D9-4F99-9304-35EAE9E3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85B7BC5-7C59-44A6-AA9D-5AB19D63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45E2582-3A39-4B03-8030-BCC4301C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7AFEDD4-D5B9-4DAD-9840-F7ABAD8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C9EBE5AC-4B82-44AF-85FE-9CDB5423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36249188-3FAB-4037-97DC-8ED0E2C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592A097-FC0A-4B07-9134-7B3AE45C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BF2518D-6DA9-40BE-9D5F-598A0F1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141F6CF6-A333-4911-B231-8E261C1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E83233-CCA5-46DA-8069-C0AF7B11F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ebdefe06e46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351331-3E3A-4A8C-9807-AD78501BC7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4a19f6009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4ADE2E-6C0F-4AE3-9549-531A856DE0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87d0f6aaf4a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A4C9B6-85E3-45D8-837F-FD48717F2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136474c549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CA9843-8A57-40A3-9565-EB1FEB371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76f9062ec4d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FD33F0-CB81-4511-9BA6-D73295E834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4c1deb0e34b68"/>
          <a:srcRect xmlns:a="http://schemas.openxmlformats.org/drawingml/2006/main" l="17000" t="0" r="13000" b="475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142759-BF6F-4D5D-97FF-B6CA4D658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052f5af5c43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01AAF5-6DBF-4D89-935B-B816A66DB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b12dd177947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460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47CC85FC-A972-48A2-AC46-CC0F465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19081B-231E-4818-BBD3-278DEB07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2D493B-76D8-4158-B70D-E72BD8E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8854D3-10F6-4FBA-BE60-D8DCCD2D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396667-84CA-41C0-B73E-5CBB1072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F311BCE2-CAAA-41A3-B8F1-E29806F4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D020AB-75B6-418B-B8D9-CC620DE1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5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4B0758-0E3A-4705-ABE6-E6A0A4E0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5/5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069F348-F32E-49F1-A6DD-7AA405A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99876F-1FC2-45C5-BBCE-66CCEF3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4A260E0-5690-4590-8793-72A5241B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93E5DA-0164-4A4F-A13A-F735869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17FE10-D29C-446C-BA59-FB4947C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7A848CD-92CE-40C8-9982-49775812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9C8B34B-FF58-437F-983F-965A418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7D977F-37E5-4BFB-95DC-D325642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88D0A5-C5B0-4E25-A9F7-CDA00E6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2877BF9E-D45E-4E99-84C0-B88A03D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875CB80D-B181-4287-96F6-0B1D0FF1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B7C5969-9FEF-4244-B25D-DD09DFCC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9D5C78-20B4-46E8-B9CB-06E62769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7BD29696-4F69-4E08-9761-C4072A64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49CF6E4-FF31-4F9E-B032-1E785D4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E6F9D6D-076F-4841-9B0E-F9D38AFA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F0C907E-8DA7-417D-8563-1F753698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5200B19-D1AD-48F7-837B-ECCE443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5593B1BE-13EC-4C4F-B443-43EEC06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5BD53EE-E13F-413E-B33E-A673577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33D8565-A920-4CB5-82A6-E29F364C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C9C3A8C1-8B14-4DDA-93FE-2F2A612C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46DEF875-183D-4442-BAF3-54777C7E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7E70DBD-C143-4404-99E3-059528E8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2DD9F73-5A92-44A7-ABA8-E419CE48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D1EBB81-1A25-40B2-B69D-9AD6BC92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ACB0B077-50D8-4962-9D00-F26D6CFE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8F5A448-D61B-417E-A534-C7CDF13A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AFB9319-3922-490F-821D-A233F309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3DF41065-11C9-4768-A0B2-FBD15A5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1BCD2FEF-CADF-400A-A39D-DE54A19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E72FE63-324C-4D7A-A809-E07ABDC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BD902BC-35C2-42DC-8684-ECF5976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E6A86826-D573-47FF-8C94-5A897D32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682E3B-3EAC-4256-BFD0-577D83E03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3a7f676ad4a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6131E8-D84D-40FF-8B3B-F88D66CFE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e8e6d348a4f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E174CA-7CE9-4F98-9A1A-18F582E97B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611d064b741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E86A19-F3CC-4F5C-9F4D-46CD307BF7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4027c7a3c43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90CA82-A7BC-47C0-B9FA-928C0C88D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f08352e3046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339D4E-6F93-48B6-9F68-C665B806F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0d0b7a13c45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47F71A-7883-47E7-8101-9F52E0F43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bd4fdc6494a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36F06B-B69F-44D5-AC5B-03CE918910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2a6c5ebd043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3725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AD1CA-D9AC-4557-9EC7-C3182D024F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a328d9bfb4c2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BE4BC3E-03FB-4A2A-AD30-FD89D1E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4038F27-4F28-4338-B531-34304DDF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6D8034-2851-4083-99BD-EEB39912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0705EB-DC35-4EAD-ABB1-B72B28A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7DAEF0-D75D-4232-988F-0D466B9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 / Usami Sumireko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5BDCDD7-B3F3-4929-BCC6-00A6946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D0F437-EAFD-4AF2-AAB1-4A31EC23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她是外面世界的女高中生，深信自己和其他人类不是同一种族，也确实是真正的超能力者。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9356E9-BDE6-412C-8287-9883F79D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DD0ECD0-DC49-4B19-9624-85DF9CB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女高中生／人类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89B1EDE-AC9B-448A-9414-E08A01F5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A8E9345-7F94-4F49-80DB-042EB29E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9E40F7-D717-4509-834F-45975039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4F603E6-543C-4644-B85E-CB805F6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A08273-2E5C-4DDC-892B-020FC71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ED536D-891A-41B8-897F-3D130F36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操纵超能力程度的能力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BF65E2-67AF-45CF-84C8-1C1CD536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F834B4B-36A0-413B-9679-6C3482A7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5C4C82-9A6F-4C2A-8EA2-B8244E7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24732F7-A4F0-42CE-B759-FBA0807B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B9AF07-0F7F-46D1-9048-22E8C414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FCE402-F7ED-41B7-A05C-01AB5E2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F8BADAA-C694-4275-939C-755896F0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5AFCD5D-FC0D-4CB6-82A0-1CC8092C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201006209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4588F-D1AD-4850-A064-7DB1C5A244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cdee9ef7f4db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2540060-F2F4-4485-8920-33D0548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FD2CA28-2260-43B7-9D5F-4F467085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964B94-8061-4CDE-8054-0CF8825B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7A93BB-33AC-4E86-B749-97D2801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05ABA6-E76C-48D5-B4C4-F1A224A8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 / Seiran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2C5B9F9-2D53-410E-9D14-4E0C0FA0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FB690D-41C7-499B-A86C-74501823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她是月兔，曾是月之都的月兔士兵，现在则已叛逃至幻想乡并爱上了地上。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9AC815-A398-4C7D-A14B-1775414D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B39727-88BC-459A-9D90-30D35D8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绀珠传的一面Boss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AE3DE4E-18B0-4BCD-9A8E-F3457AC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0CE467-3653-4640-8E67-A065338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74FFCCB-7402-4863-BEFB-FFA7A3F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5847E5-A89E-4683-966F-B32C3E2B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4619CD9-1B31-4B9D-9401-802AAEB9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6ED5258-C5AA-4B1A-A857-C9D92657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从异次元发射子弹程度的能力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BEA9406-48A7-4902-8A7A-FF96D750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70FF3BB-EF0F-4782-9C48-B2F4E53A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739F7C-1D15-4147-9F60-67DB6C81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C102247-FFD1-4585-8BB3-DE6A7EE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38C8255-C915-48EE-92DE-3C6D0E0C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B561007-3EEF-46BA-9782-EF79D00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EDCD506-0F65-4536-99EC-61CC592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728F57E-CABF-4B25-A88D-A54AA359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201273057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4FB14-A999-4552-9BB9-3F28AAF9B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64126087b4e1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26E297E-EEDE-431F-8CD2-72F505C9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944B148-CF80-47E8-85EA-6986ED84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A005AB-550F-43B6-A0C0-6AC026D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0E60B4-AF53-4879-8C2A-E7DC638C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93F983-EEA5-4AD9-8F43-667C99F3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 / Ringo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1956441-31DD-4A06-8988-8380994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03B701-15DC-4554-BE2A-1FAA7617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C41E99-88C1-49EB-AFAA-9CA93D5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12AFB4B-0B8C-4E9F-A608-02B5EF3A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绀珠传的二面Boss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E9233A5-0E40-44E0-96B6-463CD29D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CD4BAD-64D2-48E7-98F4-FC4C972C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E56AA3-974C-46FA-9237-1FBBAB8B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CE918ED-04B1-4DDD-9337-2DD12A8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23C869-9A6C-40FE-B213-2C1A35B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D3594A-4B0F-4DCC-8B76-B4EBE7F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吃团子越多变得越强程度的能力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6A0712A-CC56-4DED-93C7-26357B1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88F526-26C0-4E33-82A3-DA682754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37AB86C-40D3-4C4F-B353-542EFB58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F70BF41-DADC-455B-ACA0-178286D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5910F97-909D-4F3D-9599-9572B0C6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94ADAAC-A97D-4373-B7E5-1003C762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B5D4C4D-427C-46FA-AA68-3C2F226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1BD0CAC-960E-4704-B208-E56088BC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709708884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DC605-5F06-4412-9104-881D1A4D7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23b09e41f432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2EA7297-4E3C-410B-9BE5-616FC2C5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6D833C6-6D2E-41B9-88F0-CFA11559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ECC5BE-61B9-4D2D-8110-AB62A5EF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3FE30B-0B91-4D9C-B630-4AB0B76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0D4D22-2D50-45CE-A82C-787EE0F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 / Doremy Sweet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DDECACD-154D-48F0-ADC5-F4B7E1A2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CC221C-F59D-4FC3-8323-C1CADB39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她是貘妖怪，爱做白日梦并支配着梦境世界的妖怪。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9B5691-AF9B-4D87-AF78-2732F6C4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DAD360-85A4-4EB1-A644-A1FBA815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貘 · 绀珠传的三面Boss和EX面道中Boss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60B07A0-F861-4EA8-99D1-82D63576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1F3FDF-6ECA-4E2F-8295-18F9AE0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DC240B5-12F6-4627-A9C0-AFD40D41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梦境世界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CE621D-C455-43B1-9A18-DC0DACF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6C4B09A-A56B-4DD3-86F5-8D7C512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6C2A0E-03EE-40CA-9C76-9AF9BA6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支配梦境程度的能力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6B8CFF4-6BF0-4556-9AE2-3DCEA649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DC971D-C147-406A-8259-E5E0D9D6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111CCA6-D9AE-4FE7-B0B1-9150C2BA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9F32AC6-8A16-42AF-AF31-E4425775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044EFAD-2B3C-45AB-94CD-9204585C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E5C357-AF38-4276-B96D-7236DA6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2FB3220-CF50-44AB-9435-CA7B73D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35671AE-A975-4A25-8DE9-93D9A00C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41261377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08DF9-DC61-4EA2-A193-4F13D2243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e8fd755574b3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6D89BB8-9ECA-416E-8D31-3B53BDA7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05637B1-BB0A-4FAD-85C8-D8DF3BD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065316-E19C-484F-8D2C-02CC45C7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9741E0-D300-4465-BAE3-E385ED10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6AC807-3D00-472D-B901-85640075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 / Kisin Sagume，Kishin Sagume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0023E8A-58E0-43EC-B314-CDCD00A2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1A64403-72C9-4997-9DCA-B88CC52F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她是月之民，虽然算是神灵，但是其性质非鬼非神亦非精灵，是天邪鬼的一种，也是位居天邪鬼之上的神灵。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BD076A-C999-4186-8F7C-228F4ED5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ACC663-9555-43EF-A12F-CEF4090A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月之民 · 绀珠传的四面Boss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44E3BAB-3F79-48E4-8EB2-72D9D6B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AB3299-F8D4-4DC6-8C4C-45E882A1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73853D-50B0-484E-870E-52BBD73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AFF98D3-E647-4E42-B92C-01ACB8C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15A942-CADA-4CB3-9623-9030D23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7143B61-7810-4EA0-91EC-FFB769B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从口中说出便可使事态逆转程度的能力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8ADFE8D-E1AF-487D-99E7-4F826C7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891665-BDBD-4CAB-9C7D-CF1CD3AF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0BBD3E-0617-47D0-8E43-26B5315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5667190-9301-4279-AE61-48CDFF25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8F7276-06CB-46C8-8FDD-F9A2AF9F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82F3325-06CD-44A2-A936-29571FDA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082B9B9-B84B-452D-95BA-4ABCF769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1D026A8-6883-483B-9FC3-2C9C4F34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1564160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54AE0-4224-4773-B484-37C69F149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53554879a495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B4A7F1F-00A2-41D4-B061-6C8B19FF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9D0F1D5-E6CC-4260-BEF0-94F8D04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00D7A8-0951-4C48-81DF-1DB6689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D805A1-EBEC-4947-BF5E-1FD3687E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5A2ABA-38BA-4796-8727-9FDF650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 / Clownpiece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7691237-1BCF-44F7-B35D-19A12B75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2C54E5-47C5-4FBA-AD45-8B49B4F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来自地狱的妖精，能用火把使人陷入疯狂。后来到幻想乡生活，与光之三妖精一起行动。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447AA2-F605-4667-88C4-4498AEC7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CC427C-6B4E-48A8-80CA-970DB67F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绀珠传的五面Boss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A08777E-5552-43BE-9A5C-8B8CD876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A38D96-D088-4576-B9AC-9871B24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4FF946-FF0A-4DF2-81A3-59D3F646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D35253F-9EC9-49DE-AC49-A8A8C6B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66C520-389F-4695-8220-410F7232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52B424-0D41-43A4-AA47-511393D0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使人发狂程度的能力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9DB109A-D415-4BD5-9A5D-567CE4BE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60C555-C80C-4CA8-B80E-BCE935FF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292DE2-6ADD-4BC1-A841-66064A4A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D3C072F-80CF-4BAC-9BA2-90F5FA5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389A224-6217-44F5-BB5A-E646285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2824E12-E1F9-4F1F-A74C-BD8BF90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CE3A3D3-6369-450C-ACA9-9FE8EF4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5F68DFA-97DB-488A-935C-6F4F636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709358235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CAC7F-4395-4B8D-8A44-1FA904E2A0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2995062e847c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5214372-1605-4C6B-BB90-422B7CD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E5CBC55-85D7-4628-A941-D71339B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0F359F-418B-45E6-ADFE-8C3DC0A8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39A176-0808-4354-B404-2168B379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9667C7-C844-4CA7-8A33-3FD5828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 / Junko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9B01AAC-F239-4BF5-AE96-FC9D41D5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3BE604-5488-43CF-9BAF-B40C10D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她是神灵，自称“仙灵”，是被怨恨纯化的灵，彻底纯化的复仇化身。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75ECF8-5A7C-4912-A2B0-F3F35096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B49D85-073C-4ECD-ADFB-1AF20BE9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 · 绀珠传的六、EX面Boss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01F1BA4-F454-4B61-8770-F15F33F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958ACD-9F23-4B1E-9B13-A336C5E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36DEFF-47F3-4F17-9A06-B812D21E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纯化程度的能力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ABE37D2-4C87-4832-BE85-6245776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F226524-778C-4485-A82A-0892B93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C321B9-8F54-4DE8-842B-D9F6B7C6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AEBF086-6C98-4D8A-ABAC-64884AB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B8B8D1F-8DDF-4C6A-8921-5BD02A49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2BB6C72-8F7B-4865-8580-91739C9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3F818C3-8AFA-4ED5-B860-C57250DC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6D4962D-4C0E-4F9C-898A-58B64C9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61804452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EB09E-A76E-41DD-B5CF-2FD94779C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2d5f68bdd4ad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C1DE329-368E-4688-98BF-FB726CF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42D6773-22AC-4E93-A87E-C728799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E1E1E1-1A65-4683-BCC1-F80A80A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C18F7C-7E00-405C-9AEB-14B644D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19B0E7-0F12-481C-9D4B-4E6596A3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 / Hecatia Lapislazuli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F39F546-5DCC-4988-941E-B36EE3F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A33541-F71D-4C04-960B-76DD20EA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她是拥有三副身体，司掌月球、地球、异界三界地狱的神明。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E92AE3-1244-4511-8B6B-7F4D588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EADE4D-F20B-4CF1-A3F8-E117D332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绀珠传的EX面BOSS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1799C05-BCE0-42DB-8FDA-210F3F0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27FE1B-1E04-434E-858A-69C12AD7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AB5CD4-AC6A-416C-BAA5-1B9CB75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月球／地球／异界的地狱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4828C19-A275-4BCD-BD97-2C72FA41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1BDBDA-6FB2-489F-BC29-E8DF6E9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87ED91-2EF6-4A11-B1D7-B012DB0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拥有三个身体程度的能力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281D8BC-1BCC-4AB5-9753-61654483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33D1F6D-DC0D-4502-8F85-6933832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97C5BA0-63F0-4DFD-AB73-32662D02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C243281-A5CA-4C4E-A467-9FADAE33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FE7AAE3-800F-4003-B7C1-DE04CC53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06D3C6F-F003-473C-A6F2-08B5B36F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AB34FDB-AF60-4357-B910-D0CA7192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3BD6467-0619-45DB-8CA7-3D211FC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398798508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9B78D-557F-41DD-BA7A-4DCEA7019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5d7bfa25d48d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765DA2C-E4A6-47E1-95AC-E7DE08D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103B4C2-1670-4972-925B-57AAE2FF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D79B69-538D-47C6-9C65-11CF4E56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C39C3B-74AE-49A7-800D-A7801A56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91A745-E6C4-4D91-A92A-8C188A41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 / Yorigami Jyoon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F1DF50E-762C-4133-B9B1-673B7A51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D74F5B-2248-4197-A02F-30DA9817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她是疫病神，很容易被人喜欢上，但结果往往会给周遭招来不幸和怨恨。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36A519-918F-45B8-A644-35FD4892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FD07B6-A688-464A-8303-1F43CDBC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疫病神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35E0B6A-B631-46B2-92CC-8E199240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985D7E-F79E-46AB-8FA2-8B686BD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193841-2A0F-4342-9911-7BBBED87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使人消耗财产程度的能力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15FFDAB-F9D8-458E-B00B-8D9ECB3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5F57BB-8FFF-4BA2-8CD6-F373E88E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E6F93C-EB66-4746-B17D-6100235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6DAA192-52CC-45F0-8E7B-9E23624F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F83A92-0667-4EBD-AC3A-B24017ED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36F715A-9008-4059-9F82-C7AE1BF1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9A2DE90-1746-418C-BCB2-AA9F7DBD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250B64-AFBA-4979-B596-F53382F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995058570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4C6A8-E3F8-4DA0-A997-CC9B2FB4AE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840bc5738406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EB8D0A3-0084-4186-A7C3-9ED68D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2196A71-8280-46A6-AC95-97F6FA4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09770A-D7AC-4CB9-974E-5F6528B3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7D6F8D-E0A3-45E8-B3EE-18360C03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4EAFA5-8E43-463C-B38E-9A1DEF42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 / Yorigami Shion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190DB79-18A5-4439-8305-C4342CC1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C68538-0477-4A88-9192-6B39BFFC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她是贫穷神，因此被所有人讨厌，但实际上她是借由让他人陷入贫穷，来保护他人免受财祸之苦的守护神。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AE1518-113D-411B-9F2C-92793BDB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7030B0-55DC-4FB5-A28B-DAC98766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贫穷神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8D2753C-7A04-4DC0-A2A9-8E05261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697701-AEF2-421E-A27C-9EF8E47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BDDDF6-6859-4982-A124-2E1CAC8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向包含自己的一切对象降下不幸程度的能力 让一切陷入不幸程度的能力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9A4A97E-EB38-4B3A-955A-C465EDF5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7D093C-BFF6-4430-A6C5-B4609161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753163D-4AA3-4504-ABCA-B558A1E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9A4547D-8E0A-46A6-9980-4F225D5D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161944E-BC38-4C29-AA9F-8733638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2380D6A-40ED-4195-A70A-C4D06ECD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811EC7F-6AAB-4DE8-B0AD-2DB5F2A2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EF28FDF-31F5-41F9-A580-38B03AF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96129088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29D2C-418D-4A1E-AA96-FF9E4193B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fbb039e7547b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BFD5225-1829-4147-91CB-C16249B6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1C2B9EB-5E7C-4E33-A38C-ECB9180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ED7128-D12A-47D2-90B7-E02392D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231C58-B4D4-4091-8EBC-41E5583C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C51D28-E7D8-45F1-AB38-164F2F9A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 / Eternity Larva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2CA9EA3-C115-47EF-B2BF-147FC96B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F3E854-9587-4505-BDAC-69617409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她是凤蝶的妖精，但摩多罗隐岐奈认为她也许不是凤蝶的妖精而是常夜神。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8FB828-20E5-4DD5-AB51-9398CB5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0450D7-2CBC-47BF-8E31-1C0577C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天空璋的一面Boss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622B150-65F2-4E6D-906C-702DFF9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C1BCE1-C1DA-4F51-9CAF-F711A7B0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7E7AC8D-5612-4E6A-9124-E8CD8CC1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散播鳞粉程度的能力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D403046-B046-48A5-AF36-8D6AAC79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25E876-888D-42F1-889B-29A1327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8E8854-CCE4-4174-A07C-FAEAEF25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EBB908D-80DA-4F40-AC85-925AAF99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0B5B49C-20C2-440A-8246-56A0F7BB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38E1B0-835C-4ED3-A5F7-7D92C867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14CCF5F-F68A-4B13-8177-985A32E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76B4B7-AF0E-4228-A687-4FB7FBA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57075190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24CE8-09F0-4CAC-9934-E609D2D127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1dabaf0b0475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033E52F-8AAA-4121-87DD-738DC3E1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0FC378C-58A2-4086-86CD-D250634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84460B1-3F56-4396-8952-538905A3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9E56E7-E495-45BE-B513-3747D160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AF250A-BE41-42E6-9857-F219F32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 / Sakata Nemuno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9FF5634-89E2-4F98-8392-A30BADF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E1710B-CA21-4C6D-AB5B-596B6EEE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她是山姥，这一种族与其他种族达成互不侵犯的约定，独自生活在各自的圣域里。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FA8D65-E10F-425C-B719-46A791BD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D13667F-1F7B-4A42-887E-34ABCDC8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天空璋的二面Boss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1C7C855-00AC-4C32-A660-FB2C50C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740D6CB-4413-4628-86BF-5F960DA3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7E7DA4-C54D-49B6-87ED-9F66200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38CDD53-F73B-4EDB-A38F-A1F3015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DBF448-E22F-40E0-B314-F983245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3CC7E1-FE0B-4BBE-AA21-16556C7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F8D00B5-653F-4B0F-A460-0BC31D6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00DB93-661E-4DF2-AEE1-51620635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9D076C-17AB-400C-AD41-1B8305D1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A497827-A056-4E92-A41A-5E9E756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02A599D-DC7B-4CBA-A6DE-DD87BAF2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0C5EE2B-B694-4BAB-A234-09AB552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4460AEC-CBD9-4026-AA6B-489779D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D2F6F40-11D3-45AD-A32E-03021D27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31649853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AB81D-0E17-434A-8983-04C1F3F685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69626c836464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343B9A7-1357-409D-BAEA-0FAD47C2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5CDD293-AC31-4DEA-8D4B-6AB816B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3919DC-C47F-4DBB-89AF-5C70E8B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BEB7B6-A76A-4CF3-A6EF-A69536F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8F10E7-8204-4E8D-A20C-6EBF3509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 / Komano Aunn，Komano Aun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984FF9D-29E3-4F07-AF87-9805FEF0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00716C-D9B0-4352-95FE-2CD75A37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她是狛犬，不过其实她同时拥有狮子和狛犬两种性质，是二位一体的神兽。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F006F56-A09D-4497-B83A-89DDE67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FF77ED-EEC2-49C1-B061-ED66DDEA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狛犬 · 天空璋的三面Boss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BD12881-E9E9-46FE-B501-8A041EA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420E2A-955B-4046-A1F0-BED7172C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D9FD224-AED6-44C4-9E6D-43A67E9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27D3E4B-207C-430E-9D1E-15D8E8B3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487148-CB51-4C99-BDDE-C0F550A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44BDFC5-B12A-41DA-A732-E23F4B46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发现神佛程度的能力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9FDB34E-BBFF-4B4A-A643-A01ACC15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775229-3CF5-496E-BC9E-CBCB9CF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1649DD9-D734-4F05-96C9-2CA968B6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6B09282-4869-4097-B021-DD02B0A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6F05E6-ACF2-4DDF-A481-95CC7C3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EB71BF2-91B1-41A2-B974-27566BB0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FCE73F8-2E3F-458B-B7DE-3977BA35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3A7649-6539-4E63-BC64-CF4292E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8022411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CCE9C-4C19-4FAF-8F4A-AE65B09B67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de3ff719048b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79A46D3-D369-443E-B8CB-7F235B68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95CAD7C-C4E2-42D6-AA07-56BD3C38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7E0AFB-83F7-40DD-A070-93E7934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B9EA14-5CDC-4335-8E5D-050AA5FC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9ECACA-0964-4A5D-839C-3553CD4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 / Yatadera Narumi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C4E158D-71C4-4355-B340-866F785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6D31D1-BE6C-492E-BAF7-C234EBE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她是在魔法森林的魔力驱动下得到生命的地藏像，属于一种魔法使。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AD52A1-EDDF-4F36-8926-8ED4F3E8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F35929-293B-4C14-9E0E-2F75E336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魔法使（地藏） · 天空璋的四面Boss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AF60C37-10E2-4F8D-92E4-00EBA93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971E05-7B8A-4AC6-9054-6561BC07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8566E37-D4F8-4B30-97CF-63C4D323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D502058-7D83-46B1-A5D3-E1C7F669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7A827D-F3D8-419B-AD4E-F9706343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4C3BBD1-704B-4DAD-A28B-B5544628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588469A-BC7D-47C7-8360-80ECFA7F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DAC0D3F-964B-4992-8DF0-5F0523E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4E30053-D944-4C52-B33B-13D6DD2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81F78C9-953D-46C1-932F-68A02CC8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F803E7-7FF0-425E-9898-1FA6F75F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C1E1B3-C35E-4E99-932F-39C0DF75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5A08C45-F2A0-4462-A9E0-9A1FA401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20D1A55-A6BC-4031-AB74-720834C4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847525100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FE2B7-390F-4BB8-9294-480A3EEF1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96ff0f6d9444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27BDD46-BA4E-4A13-B6A4-51B06B4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0263E12-F8E8-4CCC-9931-1537D152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6ED550-7020-494A-8B87-9AA8FBB8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145317-CF87-45F5-931A-D234EB56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B868E0-6E31-47E1-8338-C5197BE7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 / Teireida Mai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83227F0-06D4-4305-B658-82C09304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F252A7-B38A-475D-916D-5359BCEA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74BABB-36FB-4312-BDC9-B5B6D9AE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02AEE7-A8BF-4F7C-9109-DE42ED8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天空璋的四面、EX面道中Boss和五面Boss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216FF37-A402-48E3-BB26-755550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19B1B6-87BA-4FA0-B5DD-03BB60F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584D38-BB67-407C-9DF8-1D483C40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B520D69-F926-4B59-B8F1-FEEB24C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E9FE9EB-3C5F-4AF9-ADC9-1C1F46A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EC9B60-C2F9-4880-BF3C-B4CFBBA3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诱导生命力程度的能力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1642391-BCA7-43FA-B4A3-39D4973E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4656C4-693D-463C-A853-F47F9609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C516BB-1C2C-4626-9124-170D924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9BED078-31D0-4B6C-A4D3-F08A377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D5FBB0B-CFE8-4089-BCFA-71EB8B8D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4B7F130-D481-4CD8-A1D3-3C6BEF3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7171403-76A8-41FD-8415-4BEEFBA3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C9AC81F-F209-45AD-A7A7-0CF6649F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32959460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F1990-E03B-476F-BF88-1E6046C6B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1e5e44f4d444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1BD90B6-820B-461A-B945-CB26A7A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0B9327F-7893-496F-ABFD-60FD80A4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E34800-3926-4448-8700-9B013F7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EC7425-E042-4A0A-B4D4-5D85F79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CCE12C-F0D3-4059-8B49-2194237E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 / Nishida Satono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8AC3B61-8E5A-4C6E-B42B-C9E3ADC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500748-86B4-40C0-A706-C6DD6B03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0E90EF-E915-4C3A-B4B7-88B51B08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8DD296-FD25-408A-B2EB-83373E55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天空璋的五面Boss和EX面道中Boss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F5D6EFD-AAB5-41F0-995A-0E791DA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6DCA877-9EDC-4B12-9AD5-7DB0D0A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41648A9-8A5F-4B38-B2A4-A1087C9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2E9DD1E-519C-4598-A96B-72D5CEB2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6713DA0-5321-4F8C-81D3-5C99F354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BC8495-FC04-4C67-A65C-19850D7C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通过在背后起舞来诱导出精神力程度的能力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5B24AD2-6F80-49ED-9D1F-46282FC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C0172C-C019-442F-AF6B-36B97E12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017DAC4-B435-4ED6-8850-3439105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90829A4-26A5-41AB-BAB4-4B97406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21E7AAD-8A07-4495-BAFC-A53F1F3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483B0CA-F634-4E9D-97CA-B4D7CD6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BC300C1-EED2-4303-A37F-9DF42F3A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FC3F77A-8D22-46BA-AE7A-FA88DB08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2096008193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BADD2-A66B-4535-8122-F33EEDC3B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068cb58204b3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F45ACC4-7B3F-42AA-9F37-3E6CCCC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5CE4C5E-86AF-4D71-A2E4-44BFE74F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ECBD5F-2938-4992-B2E2-FAFAF53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E306FC-DBA4-4648-B57A-0493F45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FE4256-7059-4F85-B6EE-41622F5B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 / Matara Okina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93AD4C4-2CD0-488B-8167-700CFDC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0197CF-0E03-4024-8E63-4CF99EA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拥有多重神格的秘神，也是幻想乡的贤者之一。她通过背后的门与后户之国行动。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176F3E-1D05-4CCB-B974-13C5E107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DA0824-D0F7-41D0-BAFE-49BE601B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秘神 · 天空璋的六、EX面Boss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C1A028D-B2A6-4EAE-921F-4B2D07E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660EC9-F624-4662-82B6-8CE8F8E7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73BA1D-0E66-434A-AA79-AE96BAA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6F662D3-7A9C-4652-86E0-4C218E2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33D828-2111-4D90-82DC-0301CA3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1A63668-CCED-432A-A5C8-C893AF62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在万物背上制作门扉程度的能力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1EB80DE-86F7-490D-9C63-611D3698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030970-74F7-4586-9F3B-5BE1339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64B8B6-28DB-409B-8FEE-8267A58C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4DDABB9-4FDD-46CC-9895-6648485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8764D45-D9BD-4413-A704-78FB8D88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D2914F-B29C-44D8-934D-BB30244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A9D409B-9744-4E43-8E69-1D3FDFB9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AACF6F-6817-4C6C-86AB-C56F8585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032128933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4AA99-8B5C-42B3-9E66-B592D0875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38e1c9d79483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A268251-5008-4CDB-B224-305DD2E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D05963-AAD6-4804-BE5F-32595393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DE94D8-A6FE-48E4-9AE5-D7682F97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D8B036-61B3-4A46-83D1-1E138BBB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186005-C3DE-4A20-BC6A-2CBE291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 / Ebisu Eika / Ebisu Youka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4E0B238-E5A6-4495-B4EF-89C7441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D4423E-1D9C-4449-A73E-1BB3AB78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她是水子之灵，是赛之河原水子们的领袖与偶像，也是一位福神。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1B033D-2734-4835-BA19-7291D886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741513-FC63-415C-90BB-1349E18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水子之灵 · 鬼形兽的一面Boss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2575BB6-14C1-4758-8388-04B64993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5244C6-37E6-468F-A392-DC7F898F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A4F293C-B088-4A6C-A231-00C00ED9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赛之河原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E402485-96AD-4B58-80F2-537C4ECC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009A20-D90D-4E05-98A4-488FF215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31EE73-BB6B-44DD-BEC1-C1A7F7E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擅长垒石程度的能力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3F4C323-931A-403E-9EA1-D00F2D1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839771E-6595-4326-8388-44649153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B18B68A-36C8-4125-A9AD-3CBE544D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DDD3BB7-A857-49CA-8D81-814EFDE4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895397A-C302-47E1-A971-56F40E09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C8449F-D2B2-4DC5-ACE1-A65C2C21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C0A7CD9-6F4D-434C-BD7C-359D45B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07489BC-83AD-4D4C-9016-7FD8B4D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1882389857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02B52-0754-49D5-8ADC-2A44BAA73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87fdb714416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CCA2BDC-BB77-4B5E-AAEA-4B53D13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7C1ADBC-7565-4A45-836C-5CA12FC1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515A11-D903-4DF1-88FC-C7A833D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00E4ED-F79A-4D61-BC73-8442F4D8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010A6A-7CD4-4A16-BCD4-CDC524E3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 / Ushizaki Urumi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F60E82B-32F8-49D4-B933-9C2FA2E6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B71517-47CD-422F-BDB2-7D6F452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她是牛鬼，本是一种利用人类的善意袭击人类的可怕的鬼，但如今她已不再袭击人类。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85F78D-9C02-402F-9A04-007C0C5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AC48AF-A081-4AA6-B40F-34DEC88D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牛鬼 · 鬼形兽的二面Boss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A1502D7-459B-47CD-BA1F-28F53C54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6CA776-F3F1-464D-A8B7-EACE445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ED1493-22C5-492C-BB33-4AD2A6A7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50B080A-21EC-44A3-9740-93CB57AC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BEC9EA-C5A5-46D9-9327-6AD2FF2B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3BF6D1-A62E-4E82-9875-5EE8A1C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改变身边物品重量程度的能力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BAEDC1B-AC28-485D-8A53-F620272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7B0AFD-DB16-484D-8DC0-68E8246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DD476B0-4B2D-4F72-A6F7-751DB459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6B8B3FB-7E82-4F14-AFF0-3617EF70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B404F3B-53D2-4F79-9C6A-144CE43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3DF74F2-907A-4B51-8B87-5B507975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28E32E8-1A8F-42F2-A2B0-EE770FC2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4805DD5-D9B7-4568-806A-384C0D1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15362638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0C49A-E231-44F5-82DA-C4B0392FE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65687567641a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0FDF777-FF0E-4CFE-BF31-E082DC3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072E79A-B0C8-4A8A-A1C5-1DCE529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B8EEE1-2922-4EAF-890C-49E7B543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0675EE-5F74-4838-87F6-B5C84137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33D529-803E-49E4-A082-064F4A2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 / Niwatari Kutaka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8088DBD-1AE4-4B97-B574-8367E0BE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0C43E3-B9E8-43C8-9EB7-F29479F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她是野生鸡的神明——二羽渡神，是一位彬彬有礼、为人公正、优先平等与利他精神的神明。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91E11E-EA20-4DD7-B773-E9204376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EBDAAD-CF73-4768-B9FA-567B1C29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鬼形兽的三面Boss和EX面道中Boss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E652804-411A-4B50-B022-EDB1FBE3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8ACCE7-1630-429F-9E76-8B238C98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92848E-0158-44C9-8CD4-A42479E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治愈喉疾程度的能力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60C6F8F-A4E2-4EBB-A15E-5202AF6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09296B-EC82-4707-9CBC-EEE79517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0E2BD1-9E23-4780-A5F0-5AB2CEFA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31946E1-F08B-4906-B571-8700805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C003CC-0C4B-48AF-BDBA-1546571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D9338D7-CEB7-4338-94C6-74BF001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008386F-ED73-47AA-A898-024BBC95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395D60D-B769-464E-A958-61CB3263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864859406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389C5-289F-48DD-B6AE-C41E97560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5ae6715544b8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DB5C031-426D-4853-95B5-061D2D8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32ABA0D-0D58-4CD4-9088-70ED111C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8EB96F-BBB0-4656-961B-DA3F1F1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DC580B-8E75-4D7F-9499-E92EE51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CFFEC4-F509-4A7B-984B-8A81168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 / Kitcho Yachie，Kitchou Yachie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7F54CE3-015C-405F-9C82-1A25F2AE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086CD2-0FEF-4995-B763-D3D38250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她是吉吊的动物灵，是擅长奇袭作战的动物灵组织“鬼杰组”的组长。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54810D-87A9-452E-887E-B86AD7EA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E625B4-49FF-4DB8-B520-C749D54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吉吊 · 鬼杰组组长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BB93A80-EFD5-45E5-B14E-E695BA7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48FFEB-58B4-4022-9E80-37610B5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7992598-6A81-403B-A78E-23A4499D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BE1B056-9133-416B-8CEE-5A7B9307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21EF50-7C28-41DB-A887-BDED1A2C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FB8667-8C54-41EE-893B-D617F4DA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令对手失去反抗意志程度的能力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29D542C-87F4-4E1A-94E2-2ADF95B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F535B26-E4EE-41FE-820D-6865475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6F9CFF-D95F-4266-86BC-428CA51A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BAB1C23-0BB0-4F74-AAF2-17C0F8F5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4D0069-0A71-4978-835A-E88C18A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B1AC074-A566-4E51-AF1B-E5E0B5BA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14E783B-6A02-4A8C-BB3A-DA842DAC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312063-4876-44E9-9852-F0B25739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124118240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017FC-194D-4957-B551-21B9180E2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8fe150a15439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68463A3-E838-48CD-9F0B-6D58E410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4A50701-509A-4AAC-BF36-20268AEB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A8C764-9491-4C51-A0BA-2FB3FB65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B5F91F-8419-44AA-9D7B-63EF6BDA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BA164E-1581-48D0-B260-AA7A0C0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 / Joutougu Mayumi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E929081-D07B-4F69-A2BF-8306E4EA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66272B-1091-4E92-822F-21DA2B6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她是埴安神袿姬制造的埴轮之一，是袿姬制作的埴轮兵团的首长。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A51FC1-7D6E-41B9-9494-B76B61C2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9D2451-DECE-4A7D-8F64-7D0D5D9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埴轮 · 埴轮兵团首长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58892CD-E7BA-4435-B99E-ED34BF68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493B93-9619-4319-9E39-5EFD9E36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0F8AB3F-6038-42CF-B0D1-67D3A191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F8585B3-335B-46F8-B6D2-EBA5413D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19DF01-0B74-44ED-8BDA-CD3C1D46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3796BE-0607-4DBE-B504-B910D59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让忠心直接化为实力程度的能力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4EADB81-55DC-4C2C-BE4A-73D47FC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9BD187B-E3C9-4BA8-A450-F6C87356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93BC43A-D06A-4426-B077-1EB68F56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D1C09DD-F4E4-454B-A348-2F4CFC7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B72049A-8154-411E-88CA-F9E20AE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4B0CA27-A91A-4951-9A14-5A08637C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EAE62DF-8498-4125-8880-FF755BDA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8F3785B-7116-420F-A0E9-D7869B7F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183478929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44508-498D-4245-97EE-5AF73BADB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28aaa354348b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DEACA71-FE71-46B9-8CD8-E01454E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4536F73-BF19-49D9-8D70-F9571353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ABE2C29-8692-46E9-B8BD-AE579629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8B8C89-5468-4A10-BBCF-D0656D03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621EFD-5735-49F3-AD50-38EA26F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 / Haniyasushin Keiki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8498529-3118-4AFE-B1A8-19D7A01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EEE85C-9C6C-40D9-B921-DEF42F66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她是畜生界灵长园人类灵抱着起死回生之念召唤来的神明。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5B8E38-8849-4C8A-9E5C-7DFE4CEB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CC35A8-BA4E-4B7C-998B-DE361E75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C066138-64DB-4F3B-AF46-C0A24FC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B38615-F513-4434-BAE6-59F817D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729CCD-6E59-43A0-80E8-20FE44FE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65F59C4-4827-47D6-9190-FBFD3B2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549F3F-7E28-4735-8C7D-4BF4D3F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1C8FC06-99B4-4002-AF36-DD6C89DA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创造偶像程度的能力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09B60C3-BA3D-4DCD-9AD7-72A55DF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D8DA44-6837-457B-B5C5-6A40E091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9CCD97-B3DA-4BED-A77F-BDAADEFA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571D22E-9732-4D40-BD8F-0D0D026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3D03AEB-9C34-44F3-93FA-96E1E427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C9A9A4-02CA-4C61-B70F-08B8783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442995A-11B6-4E05-B830-6B82E0B1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8261033-E51A-47F2-BF7B-BF996790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11461763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0C304-F8DB-4CBD-93AB-9707F8BD1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ece6e3604e9a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D28886B-1D63-4A37-922F-86019CB9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C9E5C22-0208-4DF8-BBED-171100E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CEDDA1-6FDC-4F03-962A-0E4DB7B8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A4192D-1B3C-4367-8DF9-851DB24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F38B86-E32D-450C-ABDD-064A2D9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 / Kurokoma Saki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69FBEA2-46F3-410D-8467-354345E7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2192F3-01B5-40F2-83EF-7DF68170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畜生界组织劲牙组的组长，是骊驹的动物灵。她拥有强健的脚力，尊重强者，也希望自己变得更强。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81F4F6-0202-4CE0-8214-90A38EFC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C0F368-4ACB-4D21-855A-8FD3B4B5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骊驹／妖兽（骊驹） · 劲牙组组长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55F0E4E-21F6-4192-B705-730D5C08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221541-6E41-4F64-8B79-CA636DC9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DBDA162-7E9A-495D-98FF-98B35823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19DDC56-A9E4-4263-8F38-2AA067FF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E8CA6A-67C9-4EAE-937A-A5E9619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CAEEC55-163B-482D-AFF6-973BF0EC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拥有无双脚力程度的能力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89E6E42-B6EB-4555-A4D6-1BC11E17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B07284-088E-4AB1-B684-D9EA344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2B3CB9-229C-45CC-96F3-3CCFB612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4F3E762-D185-4EB0-AB89-0EE71C85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8EF9C2-C623-41EE-89C7-1ACD09A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F8622A-F365-4CF5-B323-3778B0AE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8B21039-8028-41D4-BEDC-6BC96A69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2DEE2BB-6EB8-4CC5-9D70-CA6FC9D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1339810232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B9248-BDB1-4913-A329-CE4C5F82E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97fe7d912496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FF8D557-9BA6-4A44-8A12-35937E4B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5BE7ADD-8952-4CCA-81FE-FE144CDF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A2BA466-A2DB-4755-8129-21FE0BD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B87E09-E1A1-4868-8E46-198B1CC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11C824-A7E8-42ED-9D2B-F46F8C4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 / Toutetsu Yuma，Toutetu Yuma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593D1CE-5A67-41F4-A7B8-79A24F9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86A295-4089-45A0-96CB-F565E8F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形似小羊的神兽，担任畜生界组织刚欲同盟的盟主。她能吸收各种事物，并将其化为自己的力量。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3D7957-914F-40B0-A8B8-6F38591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2977A1-4D51-497F-AC8C-FF3F3137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· 刚欲同盟盟主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D1CFA35-8BAB-4AA2-A026-7FFCABA2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3EB3B0B-789F-4A52-87AB-A9D93B1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9F0722-2475-4201-BDB4-572E7796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6020AD5-690B-400E-AED8-99FE7380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EA3809-B4BA-4321-9B19-FE45AEDB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ABD239-01C6-4D70-8C04-A152E46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什么都能吸收程度的能力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C28B22F-1D33-4EEE-94EE-030C04B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2F3C9E-A54E-485A-84F7-A4FBEBB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7A24A4D-4DC5-4165-97A0-637A8C3E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7F6166B-9DFD-4413-BE76-39FD0CC7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C85350-8F4B-4C00-9F57-88741D7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4F8453D-864A-484F-8339-413B789F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 · 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0A0707D-BD2A-46AD-8252-D4A7EA0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35A35E1-1C95-4F60-82E4-575C265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74806252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62C22-20A7-45CC-9AC9-085082DDC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f48d507d24e4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5DA9822-DFE5-45DF-9001-D50E379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65E2F22-9406-460C-ABF2-23642E1A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E613B4-C594-4220-9253-FA445152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99A0C1-2778-4612-9A0A-B9746D43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3C39DD-8005-4475-9A75-36413879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 / Goutokuzi Mike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E66A772-F3E3-44E8-9252-5D51C63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C29840-7C09-4B46-AE99-B6A3D8A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离开招财猫社会的三花猫。她因毛色受到排挤，后来在妖怪之山开始了悠然自得的生活。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F4E351-03AB-40DD-B7CE-E428BED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043550-0C28-4CDE-B107-906A6DC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招财猫 · 虹龙洞的一面Boss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23E021F-7D13-4D81-A902-B946FC3D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841445-0936-49B9-8DCD-897B58FD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04B48B-DAB3-4CF7-BEF0-C0FE22C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5D8EEC1-0EAD-4FA6-9DB6-0209006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54B2373-CBB9-4189-ABE7-2361116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5A8BF28-188D-4270-BED1-DD14F83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招财或揽客程度的能力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0A7CBAC-8272-4E91-82A7-7EAD485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340E956-AE15-4D93-905F-D9D5ED4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EAD0FC1-A52A-40CA-8D34-9BF3ADF5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C9AEF87-4379-4A12-85D9-B296873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2C4F79-ABEA-4F2E-BA1E-37391E2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06CDCA-7930-4B78-9FA3-04F8E3A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98CB6BB-070E-4145-8455-B3FC668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CBD19F-4AA4-4F0E-8B3C-AB6715D7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66688295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8AAB0-90DD-41B9-8E99-8EA8115A2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d14d514ca45c7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1B11E9B-4ECB-4471-B11E-02C2A6C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D0AC5FA-91ED-4D5D-B087-7D60683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4D81E4-9F18-4093-B571-DD0747BF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B6D6D2-1571-4906-AD49-CB6CB22E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007A72F-98A5-4984-9980-F7672AA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 / Yamashiro Takane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118184B-5D2E-4968-B089-4F953F75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C77015-6D3F-4657-9F27-E2BEAA1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山童中的领袖人物，头脑灵活，说话方式比其他山童更文明。她与同族研究经济，构筑了复杂的金钱系统。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796BB1-1494-44DB-80DC-FDD02CDA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059C13-38D2-4B39-9F95-CA2F216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 · 山童的领袖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20891EB-6D24-4427-BEFE-BA4F2E78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4B6508-CA64-433F-BA1C-BFCE7EC3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E5AB45-73D3-4BE1-AA7B-1F4D5F1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秘天崖／山童社会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1C644D8-3462-4946-A916-E0E9EF3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36154E-08E7-4DD3-9F31-51E94AAD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5AB33C-3624-49FF-80FE-56D0E873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操纵森林之气程度的能力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64B7D68-648F-40CC-9EE7-B105038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7BABDD-4F2F-421C-9EC9-243F4692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7D3957-3DB6-433D-8D33-7D98F355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B4A9190-5284-4CFF-B9E8-4FB4921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E79038-4486-4D7A-A2B7-C9E7667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47518F7-74B1-45C7-8F22-FAE04952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4001E09-25D6-422A-9753-DF6B91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CAED71A-6C81-4030-9FEC-C8C90AF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447765282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1FD6A-A0D3-4373-A8D7-F37605E11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c1fa3721a426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7FF12F9-B312-48C8-9F47-093CD24C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223C706-7B10-4B54-B3A6-0195C96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B3C931-5338-4281-A5F8-21EB8552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C3829B-2CE9-4DBF-9F0B-766DEBBC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1D8FE3-F8E5-472D-8CD9-EA0E1B4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 / Komakusa Sannyo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1744391-1B9C-443E-A559-83FD9F3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572400-7463-4DDA-9F2C-E7D92420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她是山女郎，嗜烟又好赌，在妖怪之山开办了一家赌场，是个三分老成十分颓废的妖怪。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FB1426E-581F-423D-90BC-BCA071C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543973-2F88-480E-A3FB-9ADB0D65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山女郎 · 赌场经营者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FDF758A-C468-4A99-B159-D3C7710B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BA644C-289B-4318-8853-39995F5A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21CDE1-01B6-422A-BD4B-548E0CC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以烟草之烟操纵精神程度的能力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AE7B109-67FE-4AA6-8E94-FE097F04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ABDA69-B0E4-45A9-909B-B33AD78D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CA5AB0-3360-44EC-A63C-AF9DDC8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10BCF6-2636-4EAF-97AA-1C8CB37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4F886D3-1EA2-45A4-AC09-0084E740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5FF1DD7-E968-4C11-A62B-22B04B28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86125F6-33E5-4264-92B3-56E222F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21DCF2-67BA-4916-90B1-BA1827E2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966203656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7430D-7097-4A30-A07B-B373269B9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b85a28ef54d0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5555957-4652-4A66-A889-B2A91F2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C0BF0F2-5578-4B98-9F3C-FF5B309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DF204E1-07C3-4B95-B2C8-B048FD5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191899-9ADF-4F68-AC9F-08E0B5E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B635F3-20D4-47A7-B2F1-65C9E0A5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 / Tamatsukuri Misumaru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F55EC3B-C3FD-4CFF-8382-8BE1530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BB3920-919C-47C5-93F8-4BB66BFB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她是从古代的矿物制造勾玉的神秘神明，精通矿物知识，了解矿石的传说、因果关系与魔力。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9070AFF-E38C-4A24-9367-8761DF07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125677-7413-4EFA-9F6D-EA1AE86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51FD5D-AC40-48F1-8376-ED713841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B6034A-C3E0-428E-85AB-3FA40E00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E7CC75-43CE-43FB-A1F2-47DCB6F5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制作勾玉程度的能力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4D2B2BE-965D-4395-8380-EDFC64B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D7396BC-4128-4C11-820A-297379FE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B9670D-4F3E-4B99-B2C7-A31B83C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06F66D6-3788-40FB-8771-5DD637CD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3F14F6-B79E-4851-80AC-FBBDD3C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9C0FADE-C0AC-4C5D-A3DF-E25B297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B907E0C-2B37-4541-B8B8-73795BFD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F6CA3C-209D-416C-8805-C5C0865A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108951626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A9FBB-4EDB-4707-AC69-718D6E3EF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07140dbe7470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D2C0D2D-996D-4BDF-B31A-A9DD38ED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6D74C59-C90F-4ADB-97F8-0AA13B1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727AA3-9D49-4DEC-82E0-0E47060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6ADFEF-8849-432B-AC28-EBE25AE6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948326-24FF-45AE-951D-BD4C1FB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 / Kudamaki Tsukasa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1F95566-D4E2-46A0-B252-1D0B05DB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365B8F-20E6-4755-A829-A92F015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她是管狐，是八面玲珑的狡猾妖怪，能使听从她的建议的人得到一时金钱上的恩惠和最终的毁灭性结局。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622670-E7D7-4513-97EE-FF6DAAA5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B4624A-5178-4517-9F6F-8198F1B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管狐 · 虹龙洞的五面、六面、EX面道中Boss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A3DFABA-234D-4D54-9801-29B1FB33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400D80-395D-426A-BA14-F6FD47E5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F0E5FA-9926-48FC-9E78-24E9A17F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抓住灵魂弱点乘虚而入程度的能力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13605DB-8C51-40C3-B050-0DAD992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491F82F-C894-4987-88C4-43D9ED0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85C9BD-A567-47D0-9033-B209CAC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C2E2853-760A-407A-86A2-2760EDAC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007EB98-44BA-4618-A720-16620BD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7599FE-1971-4114-BAB6-7ED41BA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555CB6C-4129-4A13-BD91-335069FB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098AF0-EECD-482E-8DF1-EDAB2DBC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536964808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55394-F42F-497A-9B0D-42239C262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ba0ad709f405a"/>
          <a:srcRect xmlns:a="http://schemas.openxmlformats.org/drawingml/2006/main" l="0" t="851" r="0" b="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0C7390A-BE0B-4D2B-97B0-F4235815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02ED2C9-6842-4D92-9E3E-F4AABA79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3D69BD-ACDA-4B96-B91F-6458C9BA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7C93D4-80E7-4ACA-8921-6A1F8B7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81C1CC-DB3C-462C-8E6C-3DA04F8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 / Iizunamaru Megumu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40E0508-E546-4C7E-BD8B-B20583CE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CEFB1A-A348-4D51-86C2-5B7DFA7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她是大天狗，是天狗社会的管理者，天狗们的领导，鸦天狗的老大。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FDC2A9-AAE1-45D2-B7E7-61FC07D5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6DBF3C-8434-47C0-9AF0-19A1063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大天狗 · 天狗社会的管理者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56708A0-73E1-4E67-8435-E9AFD6B1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334676-7CC7-4FD9-A73B-2EB57B8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1B1F65-7C50-44D9-A552-4A2313F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CE96601-B739-4FE4-97F5-259A8537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955256C-3315-4349-BB48-BB45797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4892A0F-4479-4BAB-BDE5-2EFEE617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操纵星空程度的能力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A1385D1-6330-46DA-8AE4-2DEAC74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8E40D36-8E02-4023-B093-D9A78910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013DE7-E256-4987-B70D-6E4B2C7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AE4600A-A008-4FD0-93B7-35060FB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7343B4-35C9-41C0-9A9D-5D4A3EB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9F855D-6F3C-4D22-A1EF-419CD0C6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33F9823-929C-4E8E-98C5-E7C0BFB4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AB1500-E702-41A9-9171-FA129D8C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21813917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808E1-6CB2-4764-9BED-65FE03F98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bb884b05e48f8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A3C3337-1E02-476D-B119-34AC07D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A3F796E-E0D7-4BD8-92A4-A7C0647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A030F9-9824-43F3-9F5B-86CCD5E9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2094FE-F05C-40A3-AD7D-4DCE3C1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C9A28F-2E16-4CE3-9576-1980822F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 / Tenkyu Chimata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3930EED-7710-4A38-B13B-BFE151D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DA462D-BFEC-4B05-860F-91A202A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她是司掌集市交易的神明，是集市之神和交易之神。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AAA252-89A4-4337-AB12-D469CF9F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49B874-90A5-475F-A2C0-B326F6E2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6135D13-CC2B-4AD5-B017-8A385E2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13D45B-CB97-408B-847C-0E822F6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07C1057-960F-4C06-B67D-F77FDA6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集市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FED2AE7-0947-4A08-9E32-CCD28A3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53A445C-A267-42E6-A4B7-8D7820A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45A288-2F15-4AD7-8C80-C6AC0449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失去所有权程度的能力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9B6FFC0-5442-4CB6-9BF3-69B07559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2E1258-7C00-4F3C-8596-07960A6B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FEB1F89-ADC8-4593-8237-87F75F38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7B186DD-22D6-42B8-BFA3-010F6651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F17C0F-CA10-4FEE-B800-DB972E8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42EB5C8-575C-43B9-8EDB-2CA61851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894ACB3-6053-40A9-A756-DBF95B44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F0EE37B-65D7-49A6-A190-53F4482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119471132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A6286-6912-4D57-AC82-1246A2468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0200fbf104fd5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1319F35-2732-4517-9C1C-9B6804EF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94A0320-B58B-4DFD-8C90-4183B434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E782CB-30D1-41BC-A080-BCF758A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FFE83D-B6FD-4ACB-B696-6B90846A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56A8E8-6064-426C-87D4-4A573BDB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 / Himemushi Momoyo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BF6BD7F-67D4-416F-AC5E-C94C5258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B05E0D-3BBA-4608-B2E7-D76F9D6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她的种族大蜈蚣拥有丑恶的外形和令人不快的毒液，是很受人厌恶和畏惧的妖怪。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E1384B-6FCD-4BA1-8C89-6FD678A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F1A31B-7438-47F5-BC98-3D8ED6C2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大蜈蚣 · 虹龙洞的EX面Boss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95DE57D-0486-49A1-8AEA-E98F4439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52FFBB-B1AD-458E-9E13-42FC8F40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90DE21-94AC-4CEB-80C7-9AD5536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虹龙洞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DFAE38F-82FB-4220-BA02-A2E0F5D1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AC3DCC-E048-44B2-BDC9-AD77DC9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EB94083-71B6-4243-B605-63A68BC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噬龙程度的能力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2DE2835-F2E2-42BE-8740-3439B0FA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83771F-7021-4E86-9235-9A199A01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DB0E49-3161-47D9-88D3-3517CF10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62666A7-0847-4815-9C08-73C7D24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4571AF0-0866-448D-B731-CE4161C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A656853-AE48-49F4-8745-0502E80A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06F9EAA-A94E-4C09-BE4D-A6C04F32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56D0FDF-839F-4C53-A0FA-D92521A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784538101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07BC6-F51B-487D-B9A6-B5A0BBA91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965e2943b483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A6453DC-38B2-475D-A32A-DE8476E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BE88A65-E4D7-4368-8012-8CF0ACE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B4FD09-E483-4CB4-84AB-F7B6F1A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E7F5F8-D667-4513-9786-5C81FC7F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B5A21E-6DD9-4F00-9689-7005AA2D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 / Son Biten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6660B85-5218-4DF7-9FC2-BBFBBB01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3E6E89-29D1-448E-B1EA-2BD17E59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原本是被猴山驱逐的孤猴，后来成为猿神。她在《东方兽王园》中加入吉吊八千慧领导的鬼杰组。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2BACF4-D946-4B52-8460-D9A182B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A3D7FD-FC0B-4C91-8B98-13ECD10A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猿神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402CA7D-F8AB-46D6-A4E7-F3FB0DA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487C38-D26D-488D-A4F3-BD6D36C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5A04C9-ECB2-4216-8FB5-16345A6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6488BD0-11CD-4CE3-9D29-46E1E470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F2733D-7D19-41B6-9C9A-4490E3E4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F5C7DE5-DA68-43C5-951F-A6D491CC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操纵野生猿猴程度的能力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51574CB-8A18-47D8-A5A8-EA063749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2806AF-45A9-405D-9835-F707397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8FD23A-2CA5-431F-89EC-9A427F1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520327A-C88D-473F-9CAC-6618D316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2AF6C5-4008-40ED-8BA1-7AC00A44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5ABA3DF-EF0E-4B89-A065-40DE22E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C98BD97-5525-475F-9882-34BAC5A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08DD272-BC63-4C7D-904C-C0BE53F8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189816517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B05D6-1792-48BE-BF42-9104BBCDB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4010f70044b7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5E0D012-80A9-41A6-A5C7-38479E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E10D05B-490F-4374-AD09-0F696FCB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25C320-A969-4328-BEDD-B81CA17E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1BABBA-2D10-4D53-8D25-8FBC32B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125DCEA-C3E0-47F6-8171-7DEF8A9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 / Mitsugashira Enoko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7A0CF04-1763-4228-8667-C1C169DE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9B7879-8C53-4C8E-A74E-EFEDA25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不死的山犬，因吞食日白残无的血肉而获得不老不死。后来在残无宝珠的作用下成为妖兽。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7B7C29-5AED-4B6F-9CF3-DA8649C8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1B51C1-9A8B-4C92-B1A9-54BCC35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01ED295-513E-4B46-BB04-2D2DC3E1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399FCC-F678-4402-952E-AA918F6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854E28A-E297-4156-93A7-F5FD430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A500B97-7099-4078-83D8-1E0289E0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4150520-45DE-4F43-B524-9DD74E57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367D47-EA5A-4D7B-8BC0-E72944C5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操纵陷阱程度的能力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CFC0A52-00D3-4FA2-8E93-425CCC97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C8E32B-D63D-4D2C-B63E-5E3BB63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BA0F55-4779-400A-8CCC-A162667F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FC225B4-613B-4DEC-9960-33E170E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098446-1F13-4959-B82F-50B7631F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0EC910-A37A-4FAD-82A5-28542FB5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B486088-8C32-411D-9BD4-309389C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62B237-7CF1-4D6F-A4B2-2987338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50949259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C5B5E7-5522-499B-90EB-C56E25338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82beac81e470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4233CDA-03F3-47B7-9A01-E1987B2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A94D4E7-26B3-472D-8DDA-C9689459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0F20C31-565E-4E1D-801E-209DAF8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484737-5278-4933-8B7F-5545774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F29A7F-83BE-4BE9-B5C1-92D0EAA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 / Tenkajin Chiyari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5BBAC6E-D3FE-4878-B20A-1313022B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DC2A6E-C57F-446E-B72A-40641FB4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她是天火人，身缠火焰与血液、原形不明的被诅咒的妖怪。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FEA68A-4EA7-464A-B9EB-05B5332A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F211D3-F78C-4C5F-8C49-84CD083E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CBC3C92-DF91-40A8-8BBD-02DFB242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00AFBC-2E77-434F-B410-8205D7B1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305CC9-81A0-4BC4-8495-06C14D6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5844FDF-DCB4-4522-B233-D68605A0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CA6D1E-0791-4317-968F-833205CA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870A22-75B1-449A-B92C-B41D9920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操纵血与火程度的能力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1EAFB1B-86EA-4DB6-8E32-F3C44D60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6293CD-E691-4808-A0AB-47953FEA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B563DE-EF80-4814-B17F-7A113CE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26CDD3-4B99-438C-B314-1A2D191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D9BE48-37D0-41A5-B9D3-5CF8FF5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605E900-6DCF-44C7-AE11-EC6CB2A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D8F4ED2-1005-4B89-AD12-0EB1DA2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AB526B6-BBF2-4BAD-A06F-B0FF6D9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101181038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1278A-EF42-4894-B7AC-DF4F9AB20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61c1219e5465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4D01F88-E4F6-42F0-A81F-866CAF1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CB49B6F-873E-4395-809B-6C3F4FC6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F74903-C2D3-4694-848C-EE42C82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151664-D236-4FD3-B511-223419C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0B29A0-8C75-46F8-B857-680E7C97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 / Yomotsu Hisami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05C1146-00B0-43A7-B983-1D4ECB6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000E9F-D679-4BBD-BDCD-EDCEF0D1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她是黄泉丑女，会用甜言蜜语将不慎接近地狱的倒霉蛋拖入地狱，以此获得报酬。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F30A858-F54E-4374-AE12-6442EC79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AFCB04-7624-49D5-B8C7-8EF4FC8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黄泉丑女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7562734-9E72-4993-9356-4D4136D6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8F2F8E-A092-4E40-BB20-BD7C92B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9A4B5F4-951D-47E9-B2D8-D96A7BDF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8A8576B-3118-4F86-BA87-6A36CBA7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C6C4868-7287-41DF-8D04-12A843F3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3A22E8-5B2D-43A4-976C-54D33267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绝不放走目标程度的能力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6BCC0D4-6E36-433D-B930-F4DAEE4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973C586-9FEA-4CE6-B0AB-8405137B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AAFBF7-630A-4452-89E4-0A1519C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E92299E-45C7-4AB8-9D80-C3A48A0F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D9A0042-38B6-4F7E-9E68-80E83C99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7A858EE-94B7-4DB4-949D-7E980F91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ED27884-377D-40E4-A21C-D7A46D21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081212E-402E-48C0-A1CD-88C5BF24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330999139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6AE33-938E-48BE-92B6-D68F3ADCEE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254a226634fa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1783F37-87F5-4703-A22C-B6B5A97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AEB3ED5-9600-4A9B-96CE-68506F32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01A4E6-4177-46BB-A839-BF3EB31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CF9F0A-90B8-4AAD-AE7F-08AF4B3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6B6058C-205D-4FDE-B264-FCBCD2B4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 / Nippaku Zanmu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D57B325-7248-4827-B6F7-DDFE9C54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01432A-61E4-4F7B-95A9-F1D15796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她曾经是背离了世间一切道义的破戒僧，因为吸收了妖兽的灵，她失去了人类之身。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11B577-6D29-4A59-9410-338D18BD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F6556A-B2C4-466F-9BAB-ED0CBE9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7802938-9D66-4721-93BA-F7039A4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BAE72B-10E8-4C24-9FBA-2B457FA9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AD335F1-CCDB-45D6-9050-6CD3AC4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9FBBA00-AA3A-4D59-9FD7-F1D411D1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57C68FF-2DFF-42E2-ADBA-31E7CF13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FE81E8-EA80-434F-84BB-C94F659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操纵虚无程度的能力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54846FF-AFAF-4E65-9211-C046E559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6537CF-7B17-4AF0-875E-296EAD4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F924CDB-739C-446B-9B63-1AF48013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4EADD42-E1F3-45CF-B63B-85D637EB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065129A-8ADE-4630-84BC-5A17C037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00E2984-6AA0-40F2-A3C4-A0653135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F3661EB-84A5-45AC-AB59-46EAA939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2C682D4-6244-4AEB-888F-EF2E37E3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928222137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4C6F8-D664-48EA-9A04-E346D117F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d566fca0d46e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CF618B1-1ADB-43ED-9E76-0E6300E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1279BCB-E559-455C-8E4A-B911E0FD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F0C680-4B59-4BB6-97BA-F8B35EA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FB32D3-1865-4A56-834D-593DF96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5CC040-EABF-47A4-AB81-32485087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 / Watatsuki no Toyohime，Watatsuki Toyohime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E409DDD-882A-4593-9B5D-8F6F481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5905CA-3793-4026-95E6-F6086CD5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她与妹妹绵月依姬同为月之公主和月球的防卫队的首领，该防卫队由不到十只月兔组成，被称呼为“月之使者”。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9200D0-AB42-4971-921B-2198E7B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1E1FE0-29B7-49AB-9CC8-84B35B4A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月人／月之民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2E7AD93-1221-4B2D-A6EB-7CA03D8F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23C4CE-2177-45F0-9ABE-157FE1B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1D2B90-6929-4BFC-ABDD-C3342D77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64D698B-CD08-4B98-BB5E-147E093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D11244-8801-458B-BDC6-DFBE55E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A82FE5-63B1-4347-BECC-C6215570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连接山海程度的能力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A9C7855-58D4-49DB-9A86-9491212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6253C35-8026-498C-BFB4-F017002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73F36A1-E48E-42C8-98FB-45E6FFB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E0D402-CCC6-4D30-B2A0-B5852664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35FA9B-7DF0-476F-9A1A-D0EB92A4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507D003-AD9C-41A7-BF5D-21CFF255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 · 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742A3BA-F4F4-45B6-8A4C-8EB6A2A3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F08D37E-1A55-4B5E-92C5-35497870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161548672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C902F-7712-4E80-89CE-31B6F6AD78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54cebe5f412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4438137-46A6-4685-A0DE-2272F1D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7C644EE-34ED-48A2-9F39-D3F3377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507A67-B29F-4302-9D4F-5EB5A3A3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453F005-0D45-478A-9BC7-2CD882F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5D52DC-2A77-4A00-A8B2-C60CB7B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 / Watatsuki no Yorihime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F8AF08C-6F91-4A86-9F93-C06AA33B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8193E4-5FDB-47C3-A7E9-A044C4E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她与姐姐绵月丰姬同为月之公主和月球的防卫队的首领，该防卫队由不到十只月兔组成，被称呼为“月之使者”。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23179C-8837-40DF-AC54-8AD15CCC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570D68-A1E8-444B-ACA9-7DF14BA3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31C7BF8-4AFC-40E9-984F-07236E4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90178D2-C08F-4411-A031-C944CB8C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44B45E-9F0D-487D-AA47-E646431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A784A3A-8592-4104-BD74-2C5E7528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4DB53C-43D4-44E3-8141-7F35B554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3C81ED-B407-4AF0-B3EF-4841ED01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能够召唤神灵程度的能力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968B35D-00E1-4A1C-85EA-3328262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81A952F-8C23-415A-86A4-7271AD5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36B5F9E-5015-420A-AC92-21CC783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DA6848D-9851-4850-B805-B7F2FF7C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38A0EA-E93C-4665-9CA4-3C57FFD7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CEB6065-BFB1-4401-8C16-A14991D8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40B6145-870C-4CE2-B210-396258D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F94147C-F5F5-4944-8859-0291888C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1418792075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40544-3CDF-4F4E-8F17-2F1473FC8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52a4f1a6a4a4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0CC93BF-75DA-4BBE-A5CF-7580A15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DC3539B-F3B3-43FC-BA09-AB5721C3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8325F7-10E0-4AAB-A971-C3F13183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E038D1-A670-4210-81FF-3D91001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A77344-954F-473D-BBCD-EEA759F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 / Motoori Kosuzu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A867941-9ED8-4884-B5EF-670EF8BE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3EF1D8-9985-421F-9657-B60A3CE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她是人类村落中的借书屋铃奈庵的店主女儿兼店员，主要负责书籍的出租和贩售工作。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9B8128-80CB-4A0F-85F3-2EC04894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ABAED3-61CA-4A62-9931-03FA5EF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铃奈庵店员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8793DF3-5AFD-47E0-9E4D-4FE85129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9FAAF9-8392-4DA5-BCFE-22150648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1C6B1F-2E40-4157-8BF0-AC3878A7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铃奈庵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1D3A18B-3D07-4226-B093-BFA2AAF5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757D7B4-5B9E-4FB0-ADDE-46838011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4DCC91-504B-4AD2-ADC9-E0115178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读懂任何文字程度的能力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75815CB-0D10-4B29-8B23-F2B0F325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A8FA18A-45AE-438D-A5E8-31B032F9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EC9D76-D258-4C94-909F-6A3612A1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7B23458-089E-480B-AFE5-80F6229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CB2426-5540-4365-B427-704CEED0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0B934D5-3CAB-4A41-909E-7A891461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9A59A4E-1953-46A2-877F-542DA238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4D84F93-CF10-4D15-8E9C-2B02C460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1417659840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56D1A97F-C3C8-4C92-9A99-BDE8239B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C1313ED-7239-4916-86AB-3B692FE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C59904-998B-469B-A180-673BCAA8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CF19A4-210B-47CD-9607-F8397E17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B8D184-FAC0-4467-9070-F3DC29A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EF58184-577B-4E12-B7B4-85086AB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036D03-C620-4B1B-AC92-7D58B3F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2AED65C-B821-4C69-B056-1E812BAB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BFFBD33C-9200-4934-BACE-5AC1F95F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630379-201B-467C-BC71-939708E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139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8E4ECE4-9C4F-485B-9AF6-77744CF2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3E7AFC-B442-4DCF-A9A4-43A84411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A904D3-5A3D-48E0-99EA-B61A7799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DD439F8-B9FC-433A-AC5C-9DCE66A0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EAEC640C-72B3-493F-904E-6DB78E5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962A45-9A6F-4C8D-8772-494BA22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313FA3C-1E45-4487-9095-6D3EA723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C063CD71-002D-4100-B081-BFE69177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1A48BDD5-25A6-4730-8326-3083924A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1235C41-E4F2-413D-BB80-6A24738A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7D86EF7-E358-435F-9355-A6BF681A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9C1C15A2-EBB2-4240-802E-CE4AAAF2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881F5F8-2BCF-46BF-B71E-5E306AB0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4F83FD-CA20-4EE8-8B75-98A2CB07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E126979-D791-4B24-9EE6-D743E08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1DD3E729-D452-4261-A8C4-3786DB03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28BE7F7A-25E9-4315-8B5A-5A8CE9EE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11A2ED9-23A2-46AA-A1E7-C742E4BC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B52A131-F9AB-4B56-A6AB-158445B7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11F94EAF-152F-42A2-B4CA-3333A35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A4B90F4B-0C59-44F5-ABC1-3F5250C9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5C951EB-C336-435D-9D02-F2897833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ECE03E1-D338-4D0C-80F4-B38A3C26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38A2D36-2AAC-403A-9264-C6EA245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5B6F04E8-9DB4-4DBC-920F-73A08610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52B3B53-3DC2-4408-BE48-3DBB47E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8483A90-0BA2-48D6-9876-9374F5B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E4336E5-29EC-49D7-A6FF-D2CA975C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40B64371-DA3D-46B3-A7F0-B935E3FE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5AFBDFD3-FD83-4795-8C26-DB19489F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B458C58C-88BD-4D41-A2FF-F638EC60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99ECD9C3-3BF4-4869-98E1-D9E49690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B4B5C2-7854-4A8D-96A3-605B5CD9C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7c304983942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8C423D-6EE8-41E2-BE96-A0F3047198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9ddb2d0cc46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AC351C-4B6A-474D-ABA3-7EAC29168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b974e804040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1F0167-060A-4621-AFCF-02F4283D9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c3f1489e749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DE21EB-564F-4E15-97F1-7F4DB3858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08d2ba5d240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BBB118-11EF-4E08-9240-AC5179FEE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850c9857847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AD5A02-574F-4875-A4B0-B3BD838F8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727153f746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5859C5-241D-4BBA-AEC1-BC038EB08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2e56613a245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4808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13F6FDB1-DA90-448D-8E4B-47E9DED9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81A1174-889B-4B4C-AC29-B4F395D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0EA922F-9EF1-4D67-8208-E999CAA7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8BBDBD-D402-42B5-929C-DA06CA6C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CCCC50-8BDA-420A-A772-D0699DE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E59F557-4F76-4E82-A809-5D1ED497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C5A4C7-84F6-491B-A2E8-E7266DE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E53AFF-9408-44F0-A3D2-F9A1EA7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BE1837EB-ED4C-4772-B96A-532A4FFA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22CD56-4E5D-4D2D-9268-583FF13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140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AEB39C1-EAF1-4F71-AAE6-FA862583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7B9156-50D2-4DFF-A4BF-0C6376D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F50AF0-AE1D-47E8-9441-170294F8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5F7441F-D8A0-4322-B99F-C718C39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CCE73822-0401-431C-8E00-7C85D3BD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E5F0CE7-A12A-4644-9998-86C88709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4B35A38-C72B-4889-888A-4E61FBEC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0A9CAE3-3858-41E4-8242-2AA214A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3E6B84F6-DC45-49CE-A684-DAEFF68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729F3F2-6E10-4CA2-9051-F50ED71B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9FE7DA9-F728-4EBE-BFAF-38C5BAF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FD9F85A-29CA-4011-AB4F-BD6BED00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76BE448-0598-4326-8D0E-8958A8D7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1A9C2B1-5440-4E49-881A-8BB2133F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FDE027D-7C85-40C1-8ADC-6C3FAC05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2DFE0D81-D861-44F3-8F37-6CFF5264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3BD4C619-95DB-45FD-823B-D4143CEE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C4DD9A5-3199-4E13-9D7E-46D1B11C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CCAC990-46B9-43EA-BD20-F860182C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4422A798-3FE3-4FE9-A640-6F944E7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2EABCAE-FE6E-46D4-8BDC-FEBAE53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7B062F1-12AF-4F9A-81A9-640121F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C396682-B1AC-4C9D-B64D-61A473F6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4E30F88F-C874-4F3F-8915-FFAC2221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B76D11D7-C5EE-4EEC-B770-BB712E22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49BD691-126B-47C1-8A68-CA189138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9DA469C-4D91-4DB9-8751-17BC28F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B349BE13-7E0E-4F3F-A682-733C7EC7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F209F9-FD51-4BF3-B1C5-4639F20A32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36e5cef294f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63E74A-584F-412C-AA47-BE9B9A8EA6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f184229ba4e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394C3-9964-4392-A07F-BC866F88A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84b77744946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494683-B96B-492F-B10A-D20BE6E74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2a8e1c48d4b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E0F06B-8F8F-461E-B86E-C9E91853C2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5e7a8f05946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2A0F77-D8A1-4DDA-8D47-5FEEB7A674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6d639917540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EDE8AA-CE4E-45CC-B8A5-5510A6F62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09aca70f46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61546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230A1-055F-417A-82EF-59A86F816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d5c42c3774e42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C79AB54-4BBB-42EE-AE7A-28A54AD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12C4779-3715-4141-81BB-75AC21A8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271051-63FD-4675-B40D-CB4DB508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874E3D-7DEE-4A10-9CD8-5FCA81C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E415E3-B1B7-4DDE-B4DD-CF001005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 / Okunoda Miyoi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C5AB986-0539-4DD2-ADC3-949B4F30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69BAA6-EE28-4E92-8247-55A836F8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她是人类村落的酒馆“鲵吞亭”的店花，自称住在店内、实际上也正是如此的座敷童子，但她自认为所住的家在伊吹瓢里。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1D424F-18FE-400F-8ED4-B201B8A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18BB28-BF54-4816-A9C0-CF9D209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座敷童子 · 鲵吞亭的店员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03B242D-2AE4-416C-96BE-549356D7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864317-218F-4A57-A880-D90DDFB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FB1ED4-6427-4117-8208-F1EA9B9E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鲵吞亭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0EF18A0-B4B9-439C-8B3A-C3DA5BAD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014165-64C3-4666-8B1B-B70874F1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B7E133B-D6BF-4C47-B98F-CD94039B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操纵记忆程度的能力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59E890E-3A4F-4D9F-AC61-B1E753AE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A803B3F-7D0C-42FF-A711-007A5F4F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2DACCEF-E396-46A9-B3D5-12849A6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39D0F6A-2C9C-41E6-AD57-DA2345C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F7F244-E5C9-4E45-891B-9F0811A5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FD91272-A050-4CB4-86C4-CB0C5DA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9FF6157-0F71-43EC-82AB-2CBB8661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6303600-739D-4ED4-BC51-422ED14D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16817803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9DE07-4013-422D-AF55-E2B01D239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bdd0478a34444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6E4EA97-5F4F-4E0F-B6F5-8F382B2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B79409B-3CA3-4016-875D-3B68009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DB2EC9F-3972-4174-9970-9F04A57A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844555-7004-43ED-B5F6-1160BCC0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C7B62B-933B-4246-8478-8B629F3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 / Miyadeguchi Mizuchi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2D0DF2F-3608-49FE-90A2-CEA5DD4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4BED7D-8B78-4CB1-857F-C0D7D6F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与《东方智灵奇传》的怨灵事件有关的复仇者。サンサーラ篇开始后，由博丽神社管理。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B0602D-79C1-43A0-BA66-47D8A2CD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0961D2-7F1E-4F29-B79A-2FA35A74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怨灵 · 《智灵奇传》的怨灵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6282518-524B-465A-BC28-4F07B296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EE0ED4-8648-457B-9B1A-856220F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1C1C80-23DC-4252-B0D5-631D2D9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博丽神社（サンサーラ篇）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574BD85-F9E1-4C4E-B1A3-E1955A4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2513C1-3D0E-45E7-968F-5D728FB8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3FB0EE-A19E-4B6C-8758-B5F6860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附身程度的能力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0E009C3-DE5A-4FBD-9129-27C6FB93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4501A9-E641-4785-B8A9-359BCFDD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4775B2E-165E-4C4E-80B6-303ED3A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40D611E-D3F2-47D2-83BB-A84DAAE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880E16C-2E61-4FAB-9AC7-2C633F14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F291294-C6CD-4D6E-A43B-29E8CBB4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CCE2811-B593-4F70-A2EF-B3BF420F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D1C558-E735-4CBE-A867-613A7A4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196860046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433BE-BA49-4343-9B92-A2688B565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8ea8c839c4b8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3D753E3-7615-41F6-BFCB-B0C8800A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46B6B49-FCD4-4F93-8A70-CDD20045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5028863-7884-4F9D-8155-F527471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6DDB33-755B-4A94-8738-8B9CD9D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11335E-57FE-4B97-9E43-820D82DF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 / Morichika Rinnosuke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992C5D8-0FF4-430F-AC62-91FA336E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6AC00E-B98F-4540-8E59-0727DFE4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香霖堂的店主，是人类与妖怪的混血。能够知道道具的名称与用途，却不一定知道正确使用方法。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F2458B-6F86-4A76-9B58-643384BA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E388E5-569F-4AC1-82BB-E002453A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半人半妖 · 香霖堂店主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E9726BB-CF47-41C0-9061-EAE5DA9E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C59BB0-FC8D-4545-8830-56FBDDE0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FC4199-C0AE-474B-B7FD-A792879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59E657C-C0B6-4AA1-86F2-64FAE91D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EDC118-1D6F-4EE0-8D58-6F24653B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1C4BBC-5CF6-4598-A2F7-BA026931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知晓道具名称与用途程度的能力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411DCF8-2468-4F77-B71C-3BC43272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6579D79-E5C8-4315-A89C-29D8EFCC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EEB425-8CE0-451C-8690-38450365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东方香霖堂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20A02EF-2F81-4931-854F-F8E1A3B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8BB5D8E-6DC3-45C3-B3C5-799FFAD0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8DE3246-B80E-432F-92CA-B886AA96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452F2D4-5D81-44D0-8B17-55D7FBBF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92B40EE3-97B3-4041-AE82-077EFF9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AAD8B43-C723-4A61-B4CE-C58A55A0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1040149380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FCB8D-ACC9-4AC1-BC46-65B1239E2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ba8c61b9a435c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D76CF9F-E7A6-434C-A8A7-2FC1848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674B10C-731B-4F51-80EF-A3854ED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57ABE0-68C2-4810-A70A-901E06A0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5DBA50-D710-4939-AC75-3A52E3FF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0D5F23-7201-44F9-8E67-2388BD16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 / Hieda no Akyuu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BB45A87-38E3-49E6-AF31-FE7E7487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5F7EE0-4E74-4043-A024-D9AF384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第九代御阿礼之子，也是《幻想乡缘起》的编纂者。她居住在人类村落，拥有过目不忘的能力。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8A6457-9161-4DCC-BD58-383E502E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C2781C-FE5F-4056-A9CF-0BFD68A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《幻想乡缘起》编纂者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C9B566C-80EB-49A7-9DF9-F81BA725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65D08A-38DA-47F4-BCC2-73798D7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72FE7D-309C-4BFE-8017-33D21F09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稗田邸／人类村落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712F997-1F0B-43A7-9E93-C5D6E9B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D75DBB-80D8-43C9-91F5-1277FBDC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6853007-B6E0-4731-87F9-69402C9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过目不忘程度的能力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FC4271E-4CB4-4D92-BABC-14E350B7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5672FB4-2FC5-4EFA-9C56-3C7F37D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A7C686-C1F4-406B-9724-B64AA096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幺乐团的历史1（封面及附带文档）；东方求闻史纪（正式人物介绍）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3C067EB-7DD4-486E-995F-C909275F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FCCC7B2-37D3-43D5-A751-061483B2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05BEA18-0A31-4486-92FF-1D1F99B1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 · 东方求闻史纪 · 东方求闻口授 · 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AA464B6-27A3-4E39-B726-C00A4E5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3D16AC2-88AB-4D5D-AAE8-EF1AA5E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304179777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FBC25-6F8B-494C-A83C-8304D1810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4fbf925c3441b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67F7CB8-F979-497E-B1E2-A34C54B3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EE3E9F7-948B-47E4-AECB-9A4A12C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1E4259-FB02-464F-98D8-3CEFE0D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C93F10-9077-4598-9A13-3A81BB71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274DDB-0E9B-4880-BF6B-169C20F4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 / Kirisame Marisa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823D584-052D-46A9-A79C-0F88007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BD2595-C408-4C5C-BDF0-76B5F13C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生活在魔法森林的人类魔法使。她容易亲近、富有人情味，也有争强好胜、不愿服输的一面。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C1DBCD-6EDF-4241-A408-C2674AEF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FA1A8C-1DF6-43F6-BA3C-9421BBB5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3072827-320B-42E9-801B-DB107A8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711121-9796-4C21-82CD-FC1CD31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E56C0C-2E4D-4FE5-BC04-921DEF1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49FBEBD-0BB6-4FDA-8831-971C6633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BFD115-827F-437C-8835-5345A966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83A5EE-721D-477C-AB29-AE110D3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2FBC084-0204-4182-B324-6B1B5EA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4B727D-D33C-4F2D-A28D-B2979CE0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800C10F-0DE9-41EC-A6CD-193EAE78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东方封魔录（系列）；东方红魔乡（Windows）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ED23D35-B36E-4342-89DA-837AA51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6DD6508-8CD7-420B-A21B-A3099C06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5C8F6D9-F791-45E4-BF8C-AF2FC9B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CC32DC4-F00B-427E-B492-53F4C426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博丽灵梦／爱丽丝／帕秋莉／森近霖之助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E208FB33-2E67-4916-A3D5-C1BA9C30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FC4D67A-5BC1-42FB-A580-2F5109CF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727670308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C09DE-AEA7-438C-9214-B08B17E0E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45b3d0c3f419b"/>
          <a:srcRect xmlns:a="http://schemas.openxmlformats.org/drawingml/2006/main" l="0" t="10697" r="0" b="10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8696F0E-D897-447C-8973-B046EF44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8C2F704-47D8-4B16-BA89-34AD48B7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978D78-15B6-4DAD-9034-98C813C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F8AF574-AB99-44EC-9BD4-0619573F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D6CF47-24C9-401C-A46F-2EC75B63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 / Hakurei Reimu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29E64DF-2682-4397-9FD7-9E1B9A5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71AAD4-3BE6-4A3D-AD41-9145C234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博丽神社的巫女，负责退治妖怪与解决异变。她凭借直觉行动，与幻想乡的许多人类和妖怪保持往来。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0729F2-7ED1-44D0-8970-1184F69E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E1261A-F7CF-40C8-B020-134FFB0B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博丽巫女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CE4D869-AC64-4F61-9F15-48FE5F7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B5093F-069D-4B59-8BC6-64DDA55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7D5D0C-F499-43D0-82F7-8B0E8053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C5BAF31-3DA9-4E16-B1E7-A3516B89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EA10BE-6085-4C0E-84C7-CCDAC31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F35262-48E4-465F-ABBF-2CBA428A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主要是在空中飞翔程度的能力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78E9304-E875-4E09-9A64-562B617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466DF6-EB85-49D0-B702-8EFF0E7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B91A51-A4B6-4C9C-BDC5-4B97D76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东方灵异传（系列）；东方红魔乡（Windows）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3BE150A-3C9F-465C-8570-24E67C2B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2B9D0F8A-1CC1-4BA0-800E-6A307B13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94001FD-2D31-4892-81E5-40444B7A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AD0FA68-A80B-4EBC-8654-0B68644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雾雨魔理沙／八云紫／历代异变发起者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3545A2A-115B-4977-B680-F73ED7A7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6F90AF0-8889-4BFF-B1FB-C56FC09C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1237808352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78ECE-65EE-49F0-A396-0AF0A5B147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a2cfcb2564138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AA162CD-EADB-451F-8D48-46F247A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CE1982A-532F-4CCA-8091-6CFE1BC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62EDAB-E42B-4EB3-8833-693F43C6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381356-3828-4F3E-8869-3A2B2344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D46E21-E527-4BA7-AE39-40F23478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 / Chirizuka Ubame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5F611FD-6D58-481E-A975-17B8474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3125C6-129C-4708-BA0F-920487B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她是山姥，作为山姥之王管理和守护着圣域。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BFA46B-B00D-4462-B6A6-EC22D19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EF3CF9-AF8B-4D42-B00E-96371430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守护圣域的山姥之长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A77E6E8-9549-42EB-93E7-891C3F6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E6A339-10F2-4E9D-94C1-00B9C15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9B2BC7-F776-4BD8-906E-E50552D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7C170E9-2522-4F10-B4AB-44FAA23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16BAF7F-2AC3-4C9E-B409-B88EB46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E8B591-66D4-404E-8D7A-1E179DF7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破坏圣域程度的能力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AB09384-B33C-4521-81DB-FD46C177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5A8E45-20C1-4484-BCB6-F06D801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5EC10A-2FCD-46A7-913F-4492C68B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6C3CA3D-375C-4326-9F54-A36F410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7F3D665-436F-476E-B414-6B32EA60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B6E3473-C227-4A85-B790-A56597E0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FBD2033-440D-4CFD-8332-ACB07579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E6D8022-1A27-4010-AA3D-DBCD238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2082051900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7DC0F9-9DEB-4249-A838-E36C7FF6E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5f781b400486a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D08FA7B-5D1B-4539-A11A-966D6456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4E8D9B4-728E-42F1-A4C1-7E67E80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AC3472-A605-4498-944A-10A8395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FBF04D-054B-45A6-B645-BBD3572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F0BB8D-6D68-4390-A928-0F5C009F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 / Houju Chimi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2E3A002-8424-4B2E-BFD8-A27DD7F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8B548B-6B9F-42FD-9103-53D1EE1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她是魑魅，通常被认为是某种长耳妖兽的原形不明的妖怪，但她实际上是名为妖怪的概念诞生之前便已存在的古老物怪。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FFCDBE-AA22-4F2D-BEA0-5A7F13F6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2BCFCA-6DE7-4CEA-AF90-8910F43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魑魅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55F0868-8901-4D13-8017-0C727A3C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C49747-4178-459D-BF39-65849FA5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226F80-80C4-4C64-B797-1C2B0192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3DB6F36-2F0C-4B7B-B43F-5D4C0D02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0D2324-FD69-4E70-844F-2456F5C4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05D9C32-C1AB-4E51-B609-5D4AC9DE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操纵山河之气程度的能力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736A40F-5B49-4BDD-901B-46BE4CE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EC2030-FF7D-4724-A4FE-60DA5FC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DA873A-AE25-458A-B412-9A26AF2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9581D4D-0904-476D-92B0-E774146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50A295A-65D4-4926-AD52-5DFEBCD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C985EFF-5A55-403F-AE95-35D2B78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CE85DF1-6A96-4982-9F07-F82EDD1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1644F71-0CEB-43F1-A721-6376E922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444756062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0C479-77E3-464F-B39F-43935C65A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a4d914040466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7C23A60-3B87-4978-8C08-7077794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77AC447-7691-4106-A417-867C6057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228C82-E6AE-44CF-B262-47EA467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91F0A1-295B-49E8-9F65-2D6B9473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230CE3-8B33-4EF7-AA04-6C531CB4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 / Michigami Nareko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CFC92E9-F29C-4A96-88F0-EFD16EA3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5254D6-1FE8-41C4-9DF6-6439062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她是道祖神，道祖神是以守护人类为使命的民间信仰的神明，能阻碍恶神和疫病的进入途径，此外还司掌亲事和出产。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98A70E-E6EE-460A-A5B5-05471B5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6A411D-3067-4C2C-96E7-3ED28484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道祖神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1AD9C52-D327-4E97-81CA-C6FA4C6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FD92B6-3B50-46BA-9E91-B1E2CC8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3CF8F0-C646-45F2-A940-31DECAC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圣域地下的祭坛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CA36A32-AB9A-4CA2-95E1-5B39B45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36E6A0C-00F7-43CD-AF8B-FCBC8A3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39D273-4D16-439C-9101-0390EC08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挡道拦路程度的能力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38D96D0-52B6-4377-A2CC-189B9E03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6CE4516-F6BD-4BFA-929B-B3D356E7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B6FA2B2-AA84-4F50-B271-713C9E13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93A9A89-EE69-443A-A07F-BD799406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9C79FE-DF77-41F2-9300-149D073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CD91304-D98E-4C57-8DEA-D6727038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99685F1-1A64-4C2B-8DB3-BDAD60B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1798DA3-BB2E-448B-B7C8-92657EC7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5816877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78B83-072E-4768-B343-E6D686E709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1b6b0ab7d4a1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5CD630F-7390-4C18-BC73-0C01C77C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E13D4F1-74BC-4FDC-AFC6-768C3C17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1476DD-64CE-4186-B0DC-B35FBD1D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A8A342-C491-4899-AC4A-805AA8AC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13BE54-4330-4D3E-B10E-C5CDE601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 / Yuiman Asama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6B33626-91FB-4AF1-BA0B-CA638E15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71E4F0-9C21-46A7-8336-25BCAEA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她是古神人，曾是名为维缦的国度的公主，被赋予了与月之民同等的神格，如今则被束缚在浅间净秽山中为月之民工作。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5BF682-E7BD-431D-BA15-27C86BD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DCAB15-B61E-4D4F-A657-9A505086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古神人 · 锦上京的四面Boss和EX面道中Boss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E8617CF-02AB-4D28-90CE-4ADBB2D6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FF6135-7ADE-48EE-862A-5578EAE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96B37F-74D9-4917-954A-AC4E45AE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7A12CA8-F917-47CC-BE51-3C3FEEE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3292B2E-6AEB-4256-A87A-ACB3B71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D4779FD-CB22-4A8C-BBDC-91378147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驱蛇噬物并使其转生程度的能力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2D74C95-A79A-4EFF-938E-1D4166FE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C6565D-DF9C-41F9-A229-2437F9F8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5402511-E755-4957-8932-17623E1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DEDAFF1-D5C1-46B6-9A47-E19DDFFA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203F41-5267-4DC5-937D-75BAE47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F92DFE5-E666-4412-BEA5-3730C86C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7966AA5-AAC0-4DAF-B65C-E56AE55E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C6E003B-1350-4452-B5A5-A9A80F1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39626306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FC65F-4361-4073-B6EE-64CB05D46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1698cb94f4a3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23D513F-7E96-4566-873A-29706893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C0217FC-7321-41F1-9F90-40D413B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03378C-2411-4952-B516-BA2A4B7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59B5363-91DC-41A0-9BF3-2717123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A0AE9D-A948-444F-9E9E-09AB2A98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 / Iwanaga Ariya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1AE3231-FF60-490C-A340-B5FB3D76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60C6CD-6774-400D-8546-712A76B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她是石之女神，被月之民连带着浅间净秽山封印在地底深处。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F7D0D4-1997-4EA3-88B8-6C967208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690C36-F8E2-45A9-AEE8-B0833F2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石之女神 · 锦上京的六面Boss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7B153EE-BE7A-443F-985D-C656D69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4E8C9F-CE8F-4D34-942D-6C4F70EB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868347-6B4B-45BA-8387-41FC069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9261417-AE04-4168-8C04-2C85577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D9AA09-5ED2-4FC0-A325-87F656D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3D5D2F2-E6AF-4117-A74C-653FCB8D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阻止变化程度的能力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8986DFA-49F8-4E0C-BA96-C46CD61E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FEF6C1-9B35-4532-83E1-E23E2B4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F5EFEB-FCB4-485E-8AEE-E142F1EA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960F90A-E077-4449-A7C5-D93FFD01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AACC1A0-8951-42CC-B7B2-A0E4AB0A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8B8955-C31D-4678-A457-F2FCB359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02F08BF-7061-47E7-965F-C8C8F54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203E59D-F8C6-432C-8F21-2C2D63D8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57218588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2EB1C-5F81-427C-9656-F0AC8118E5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b9f556d3f467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3F27275-E5B5-46E1-B8F4-F02ED7E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70B516A-35C5-47B0-A1B8-539DBB50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B80B6F-FD23-41C5-A19D-44BD7C71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A9A4E7-D164-4714-8AAC-94E7218B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020F49F-CB70-4978-9D8A-02D53E76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 / Watari Nina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1770CBB-4849-44C8-8AEC-D370A117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3E9848-559F-4146-9E8E-A476500D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她是蜃，是在信息海洋中呱呱坠地的、新生的贝类妖怪。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06A41F-D70D-48B6-9763-53ADB6C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177832-BF58-4589-B601-1FE64EBB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蜃 · 锦上京的EX面Boss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33DC6ED-F390-423D-8BFA-5A41E00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50AEF44-82F0-4CCD-B2F0-2A7DFF94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5E8812-5B2F-4465-A075-2BC79CE1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化石森林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530E652-98B3-41EF-872D-A6F3617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F3DE9C-3D58-4193-BFE1-5D7EBA7A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83ABA01-F4AA-41F1-9484-46310DF2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展现海市蜃楼程度的能力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612CA49-35C5-45FE-BBFE-EBDE919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CE8D5A-07E0-44B4-A5F7-41E30981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20B0DF0-9EF9-4EEF-8EFF-41E4BF89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298B926-5F0A-40C7-9B3E-84DA376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4507E46-B4D8-4DBA-8E92-19720B7B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7F4FC90-DCE3-4BA8-98D5-40BD001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D60E3A9-2801-42EE-9B6F-5A33866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D9215C7-1018-4058-91AD-03286A24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943577196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DC6E0-2BD2-4578-8659-AED6BAD6D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544792202499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8EDD35A-4BA3-4A2D-998C-65A7B66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64CBE45-96F0-4D56-9113-9C3ABD6B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1FDE66-0FBE-4D0A-B5D1-7A370E93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206910-FCE8-48DA-9F32-8D01D38D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941541-EEDE-415B-AE48-7466742C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 / Usami Renko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8B334B1-D170-4E40-8625-E5E1C428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EA89E7-7CF2-4A0C-A6F3-C8649240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BCC8C2-C78E-4954-A7CA-A393D1F5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5D8E77-02F9-4EAD-9828-0939B50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B029AED-88E6-431C-A78E-53FFCF47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60EE05-A211-427C-97AE-9937C14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34869F-3238-4CD4-B7F6-D3A1046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E968C57-E813-477B-A3E2-A4FDD48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CCC22EA-40D5-4E19-81B5-1F453B40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1E510C-BA56-4E95-9B67-843D366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看见星星便知晓目前的时间，看见月亮便知晓目前的所在地的能力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540C10F-400E-4ADA-9DFE-8AD2F98D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5DDB5B-90AB-45BF-B6EC-D4843D88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4C6192E-6E17-4870-9618-8264DFEE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F239E94-68EE-4951-85EA-438D2B88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11D5F47-9C5B-4646-AC32-90C3D7A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8CE4EE-46D4-47D3-9863-809FEC9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4BCB479-C88C-44FB-8ED2-52A0A5F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2817084-8A2A-46AD-A5C0-3E2FE9C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1218902873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E4205-EFC4-422C-92C0-44EC1B5C97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828c2dfe64c4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1AF4548-4980-4713-9FB2-A47D0199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28A54ED-2B67-4A33-BE58-9EF2C34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18530B-6C37-46C9-B581-B7E7EF66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09F3B8-F22F-464E-92C0-CA6CC56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334A98-1FD6-449C-857E-AE21C0A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FE3E8BF-FBA1-40F6-994E-420FC60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BEDD80-54DD-4434-869F-48448A1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E1CA59-DE7B-4D33-9A8E-B1E8C649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C49F83-15C4-4C5A-9EE0-BCED2DFE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D1BA485-3FC0-4A6A-8941-EFF26C3B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4E6607-2D21-4CA9-A332-D781E804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356F1C-E55D-43A2-92FD-4B21A5C9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6F376FB-B9C7-4EE5-B7CB-C33326F3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6EA231-A00B-47E3-8928-82909CDC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BBFC5F-46ED-462F-8889-D9F1458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2CC4FDC-5F65-4C5B-A107-776FA41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66C1A3-E400-46C6-8A72-F52A3766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17FCD9-217A-4464-8D5B-62C7AE46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733E2F2-B593-4EA7-9E05-0F27A47C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9364264-0017-44D5-91FE-EB9FFAD9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121489624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1EF1F-529C-4B62-AAC0-E9143B4BD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25e24010c4be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38C05D3-E8F3-44E4-B729-636697D5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8762F4F-3114-4DAA-82FF-A9B01C2F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3FFA46-00D5-41B5-B6E4-6F02C0E4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0C83FE-67F6-4DFB-97AF-1A2F9C96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252872-1845-4951-A7AC-57EF0174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 / Reisen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C26B497-D283-4A26-A344-DBAE0C08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0232BC-1B1A-40D5-80C6-BAFE48C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她是月兔，曾经以捣年糕为工作，现在则成为了月球的防卫队“月之使者”的一员。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1887DC-3B13-46F2-89BE-2D3093FB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62E3B0-BE90-4E03-ABD6-9FD7AA20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月之使者的一员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C9E4FDE-54A3-45EB-8023-D1054D8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23D60E-C515-4306-80CB-3A391304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A4ECCE-A71C-4D8D-B300-55954BB0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月之都／绵月家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CE8B1A9-39EB-45CE-A9A8-5FE9DFB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D00D24F-D875-4CFA-AA8C-3556700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F9A2BD-A749-48DB-A045-114FE644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2119009-6D11-4FD4-AA3B-62ABA8B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B2FE0B-6BC6-49E0-ABC9-A417315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91691E-D365-4FEC-A578-8A50A761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59F776F-9967-4397-A6A8-65EF5114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891BCE0-1ED6-444C-AEB6-3B4D9CF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291633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2026-10-17T10:24:29.3430000Z</dcterms:created>
  <dcterms:modified xsi:type="dcterms:W3CDTF">2026-10-17T10:24:29.3430000Z</dcterms:modified>
</coreProperties>
</file>