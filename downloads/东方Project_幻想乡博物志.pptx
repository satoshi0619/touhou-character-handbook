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d970f1c4c7441c" /><Relationship Type="http://schemas.openxmlformats.org/officeDocument/2006/relationships/extended-properties" Target="/docProps/app.xml" Id="Rdd7d409aa7d0478e" /><Relationship Type="http://schemas.openxmlformats.org/officeDocument/2006/relationships/officeDocument" Target="/ppt/presentation.xml" Id="Rd00037cb54f146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31b4e3fbb74235"/>
  </p:sldMasterIdLst>
  <p:notesMasterIdLst>
    <p:notesMasterId xmlns:r="http://schemas.openxmlformats.org/officeDocument/2006/relationships" r:id="R7e122258d4b64c25"/>
  </p:notesMasterIdLst>
  <p:sldIdLst>
    <p:sldId xmlns:r="http://schemas.openxmlformats.org/officeDocument/2006/relationships" id="256" r:id="R8ebfd99a23fa4a8f"/>
    <p:sldId xmlns:r="http://schemas.openxmlformats.org/officeDocument/2006/relationships" id="257" r:id="Rb77aefe50629407c"/>
    <p:sldId xmlns:r="http://schemas.openxmlformats.org/officeDocument/2006/relationships" id="258" r:id="R5dd7b29c7cea411c"/>
    <p:sldId xmlns:r="http://schemas.openxmlformats.org/officeDocument/2006/relationships" id="259" r:id="R6c1e20947478456c"/>
    <p:sldId xmlns:r="http://schemas.openxmlformats.org/officeDocument/2006/relationships" id="260" r:id="Rcbe365f400034259"/>
    <p:sldId xmlns:r="http://schemas.openxmlformats.org/officeDocument/2006/relationships" id="261" r:id="Rde8e9a32504245df"/>
    <p:sldId xmlns:r="http://schemas.openxmlformats.org/officeDocument/2006/relationships" id="262" r:id="Rea22ca0183934b3f"/>
    <p:sldId xmlns:r="http://schemas.openxmlformats.org/officeDocument/2006/relationships" id="263" r:id="R515b1ba0f77c428a"/>
    <p:sldId xmlns:r="http://schemas.openxmlformats.org/officeDocument/2006/relationships" id="264" r:id="R95bed1b49afc4f88"/>
    <p:sldId xmlns:r="http://schemas.openxmlformats.org/officeDocument/2006/relationships" id="265" r:id="Rd4f756abaf3d46ee"/>
    <p:sldId xmlns:r="http://schemas.openxmlformats.org/officeDocument/2006/relationships" id="266" r:id="R222bc5015dbf426b"/>
    <p:sldId xmlns:r="http://schemas.openxmlformats.org/officeDocument/2006/relationships" id="267" r:id="Reb1532f92997452f"/>
    <p:sldId xmlns:r="http://schemas.openxmlformats.org/officeDocument/2006/relationships" id="268" r:id="Rb7f1303c390f4abe"/>
    <p:sldId xmlns:r="http://schemas.openxmlformats.org/officeDocument/2006/relationships" id="269" r:id="R3583da86981f4610"/>
    <p:sldId xmlns:r="http://schemas.openxmlformats.org/officeDocument/2006/relationships" id="270" r:id="R569b152d7dbf44c9"/>
    <p:sldId xmlns:r="http://schemas.openxmlformats.org/officeDocument/2006/relationships" id="271" r:id="R461485c3e6bb425b"/>
    <p:sldId xmlns:r="http://schemas.openxmlformats.org/officeDocument/2006/relationships" id="272" r:id="Rb3a440eda3bb46d8"/>
    <p:sldId xmlns:r="http://schemas.openxmlformats.org/officeDocument/2006/relationships" id="273" r:id="R25210159905b4571"/>
    <p:sldId xmlns:r="http://schemas.openxmlformats.org/officeDocument/2006/relationships" id="274" r:id="R898474f5c5d94f41"/>
    <p:sldId xmlns:r="http://schemas.openxmlformats.org/officeDocument/2006/relationships" id="275" r:id="R00f344f9d6754381"/>
    <p:sldId xmlns:r="http://schemas.openxmlformats.org/officeDocument/2006/relationships" id="276" r:id="Rd33a4cab25a64079"/>
    <p:sldId xmlns:r="http://schemas.openxmlformats.org/officeDocument/2006/relationships" id="277" r:id="R2a9ea4cd86944bd0"/>
    <p:sldId xmlns:r="http://schemas.openxmlformats.org/officeDocument/2006/relationships" id="278" r:id="R51fd925c39044c49"/>
    <p:sldId xmlns:r="http://schemas.openxmlformats.org/officeDocument/2006/relationships" id="279" r:id="R5b850d4fd0ee44b6"/>
    <p:sldId xmlns:r="http://schemas.openxmlformats.org/officeDocument/2006/relationships" id="280" r:id="R53c688655833467d"/>
    <p:sldId xmlns:r="http://schemas.openxmlformats.org/officeDocument/2006/relationships" id="281" r:id="R3e7f0d8d778a40cc"/>
    <p:sldId xmlns:r="http://schemas.openxmlformats.org/officeDocument/2006/relationships" id="282" r:id="Re28b642603ae4096"/>
    <p:sldId xmlns:r="http://schemas.openxmlformats.org/officeDocument/2006/relationships" id="283" r:id="Ra7c48103a5354f44"/>
    <p:sldId xmlns:r="http://schemas.openxmlformats.org/officeDocument/2006/relationships" id="284" r:id="R05074c392e91429a"/>
    <p:sldId xmlns:r="http://schemas.openxmlformats.org/officeDocument/2006/relationships" id="285" r:id="Rd07cb8a0e5264bdb"/>
    <p:sldId xmlns:r="http://schemas.openxmlformats.org/officeDocument/2006/relationships" id="286" r:id="R9693b94247c64ebd"/>
    <p:sldId xmlns:r="http://schemas.openxmlformats.org/officeDocument/2006/relationships" id="287" r:id="R8c0ea9f56c434c59"/>
    <p:sldId xmlns:r="http://schemas.openxmlformats.org/officeDocument/2006/relationships" id="288" r:id="R16340a55b5834146"/>
    <p:sldId xmlns:r="http://schemas.openxmlformats.org/officeDocument/2006/relationships" id="289" r:id="R1d744f3b5c3c4d11"/>
    <p:sldId xmlns:r="http://schemas.openxmlformats.org/officeDocument/2006/relationships" id="290" r:id="Rcfebf7bfd25141f4"/>
    <p:sldId xmlns:r="http://schemas.openxmlformats.org/officeDocument/2006/relationships" id="291" r:id="R1c652b4a721941ec"/>
    <p:sldId xmlns:r="http://schemas.openxmlformats.org/officeDocument/2006/relationships" id="292" r:id="Re74982b6d26e4c2a"/>
    <p:sldId xmlns:r="http://schemas.openxmlformats.org/officeDocument/2006/relationships" id="293" r:id="R024190be0ee74122"/>
    <p:sldId xmlns:r="http://schemas.openxmlformats.org/officeDocument/2006/relationships" id="294" r:id="R9b9b0d6640024140"/>
    <p:sldId xmlns:r="http://schemas.openxmlformats.org/officeDocument/2006/relationships" id="295" r:id="R7aaace2ec69b4f78"/>
    <p:sldId xmlns:r="http://schemas.openxmlformats.org/officeDocument/2006/relationships" id="296" r:id="R0a05d85a94bd4df3"/>
    <p:sldId xmlns:r="http://schemas.openxmlformats.org/officeDocument/2006/relationships" id="297" r:id="R9fc99098da73457d"/>
    <p:sldId xmlns:r="http://schemas.openxmlformats.org/officeDocument/2006/relationships" id="298" r:id="R2752ec3b428b4d8e"/>
    <p:sldId xmlns:r="http://schemas.openxmlformats.org/officeDocument/2006/relationships" id="299" r:id="Rd3d867e3aea041d4"/>
    <p:sldId xmlns:r="http://schemas.openxmlformats.org/officeDocument/2006/relationships" id="300" r:id="Re9ea8a62a7ae4ded"/>
    <p:sldId xmlns:r="http://schemas.openxmlformats.org/officeDocument/2006/relationships" id="301" r:id="Reb53d7939dec4597"/>
    <p:sldId xmlns:r="http://schemas.openxmlformats.org/officeDocument/2006/relationships" id="302" r:id="Rc23b7e9f027f4668"/>
    <p:sldId xmlns:r="http://schemas.openxmlformats.org/officeDocument/2006/relationships" id="303" r:id="Rad02a5b4ef0e4c32"/>
    <p:sldId xmlns:r="http://schemas.openxmlformats.org/officeDocument/2006/relationships" id="304" r:id="Rff28ae9c84e34b3f"/>
    <p:sldId xmlns:r="http://schemas.openxmlformats.org/officeDocument/2006/relationships" id="305" r:id="R5e7230676822419d"/>
    <p:sldId xmlns:r="http://schemas.openxmlformats.org/officeDocument/2006/relationships" id="306" r:id="Rb0617e5521f94c8a"/>
    <p:sldId xmlns:r="http://schemas.openxmlformats.org/officeDocument/2006/relationships" id="307" r:id="R6e78c1eebd8c4988"/>
    <p:sldId xmlns:r="http://schemas.openxmlformats.org/officeDocument/2006/relationships" id="308" r:id="Rf3b67e2546574c15"/>
    <p:sldId xmlns:r="http://schemas.openxmlformats.org/officeDocument/2006/relationships" id="309" r:id="Rb8a8a670604d40e3"/>
    <p:sldId xmlns:r="http://schemas.openxmlformats.org/officeDocument/2006/relationships" id="310" r:id="R4b416b0dd4644033"/>
    <p:sldId xmlns:r="http://schemas.openxmlformats.org/officeDocument/2006/relationships" id="311" r:id="R128418c9ba274e9b"/>
    <p:sldId xmlns:r="http://schemas.openxmlformats.org/officeDocument/2006/relationships" id="312" r:id="R5b1fa7e18a4247e9"/>
    <p:sldId xmlns:r="http://schemas.openxmlformats.org/officeDocument/2006/relationships" id="313" r:id="R08d98a4119d54185"/>
    <p:sldId xmlns:r="http://schemas.openxmlformats.org/officeDocument/2006/relationships" id="314" r:id="R25923961ac3b4a2e"/>
    <p:sldId xmlns:r="http://schemas.openxmlformats.org/officeDocument/2006/relationships" id="315" r:id="Rc81a137f511d430d"/>
    <p:sldId xmlns:r="http://schemas.openxmlformats.org/officeDocument/2006/relationships" id="316" r:id="R0d6cb81d9c4a4416"/>
    <p:sldId xmlns:r="http://schemas.openxmlformats.org/officeDocument/2006/relationships" id="317" r:id="R2e4e28adee9c4b84"/>
    <p:sldId xmlns:r="http://schemas.openxmlformats.org/officeDocument/2006/relationships" id="318" r:id="R89bfad1dd75248bf"/>
    <p:sldId xmlns:r="http://schemas.openxmlformats.org/officeDocument/2006/relationships" id="319" r:id="R3459e6c544ae48c7"/>
    <p:sldId xmlns:r="http://schemas.openxmlformats.org/officeDocument/2006/relationships" id="320" r:id="Rf7d0378028ac4968"/>
    <p:sldId xmlns:r="http://schemas.openxmlformats.org/officeDocument/2006/relationships" id="321" r:id="R879afb559d3a467e"/>
    <p:sldId xmlns:r="http://schemas.openxmlformats.org/officeDocument/2006/relationships" id="322" r:id="R6c52dbef85204ecf"/>
    <p:sldId xmlns:r="http://schemas.openxmlformats.org/officeDocument/2006/relationships" id="323" r:id="R1ac68dc5c7644614"/>
    <p:sldId xmlns:r="http://schemas.openxmlformats.org/officeDocument/2006/relationships" id="324" r:id="R17e4fe50b0ca4ca0"/>
    <p:sldId xmlns:r="http://schemas.openxmlformats.org/officeDocument/2006/relationships" id="325" r:id="R63854b2dc5fb4595"/>
    <p:sldId xmlns:r="http://schemas.openxmlformats.org/officeDocument/2006/relationships" id="326" r:id="Rcd1918bdb2ea4a2d"/>
    <p:sldId xmlns:r="http://schemas.openxmlformats.org/officeDocument/2006/relationships" id="327" r:id="R2c51d302fba24fd1"/>
    <p:sldId xmlns:r="http://schemas.openxmlformats.org/officeDocument/2006/relationships" id="328" r:id="R59b23e44e91640b0"/>
    <p:sldId xmlns:r="http://schemas.openxmlformats.org/officeDocument/2006/relationships" id="329" r:id="Ref1d1babd74a4fb4"/>
    <p:sldId xmlns:r="http://schemas.openxmlformats.org/officeDocument/2006/relationships" id="330" r:id="R57ca7bd091ff4f96"/>
    <p:sldId xmlns:r="http://schemas.openxmlformats.org/officeDocument/2006/relationships" id="331" r:id="Re6e10272328f432e"/>
    <p:sldId xmlns:r="http://schemas.openxmlformats.org/officeDocument/2006/relationships" id="332" r:id="Rbe5c61d174dd4b05"/>
    <p:sldId xmlns:r="http://schemas.openxmlformats.org/officeDocument/2006/relationships" id="333" r:id="R541a6f88d3414cb5"/>
    <p:sldId xmlns:r="http://schemas.openxmlformats.org/officeDocument/2006/relationships" id="334" r:id="Raa9896ce0009486d"/>
    <p:sldId xmlns:r="http://schemas.openxmlformats.org/officeDocument/2006/relationships" id="335" r:id="R6c68a6ab799b4783"/>
    <p:sldId xmlns:r="http://schemas.openxmlformats.org/officeDocument/2006/relationships" id="336" r:id="R2a3032af5def4574"/>
    <p:sldId xmlns:r="http://schemas.openxmlformats.org/officeDocument/2006/relationships" id="337" r:id="Rff8169f0dec4407a"/>
    <p:sldId xmlns:r="http://schemas.openxmlformats.org/officeDocument/2006/relationships" id="338" r:id="R318a392064e34090"/>
    <p:sldId xmlns:r="http://schemas.openxmlformats.org/officeDocument/2006/relationships" id="339" r:id="Rae00012ddfac405b"/>
    <p:sldId xmlns:r="http://schemas.openxmlformats.org/officeDocument/2006/relationships" id="340" r:id="R89435207e7584f14"/>
    <p:sldId xmlns:r="http://schemas.openxmlformats.org/officeDocument/2006/relationships" id="341" r:id="R74492453b4e04c35"/>
    <p:sldId xmlns:r="http://schemas.openxmlformats.org/officeDocument/2006/relationships" id="342" r:id="R47b7d35b3a094807"/>
    <p:sldId xmlns:r="http://schemas.openxmlformats.org/officeDocument/2006/relationships" id="343" r:id="Ra3b0e2fa5b9f4d3b"/>
    <p:sldId xmlns:r="http://schemas.openxmlformats.org/officeDocument/2006/relationships" id="344" r:id="R0cd97d9786ca4a9c"/>
    <p:sldId xmlns:r="http://schemas.openxmlformats.org/officeDocument/2006/relationships" id="345" r:id="Ref6fde3b014a467a"/>
    <p:sldId xmlns:r="http://schemas.openxmlformats.org/officeDocument/2006/relationships" id="346" r:id="Rf6fd7d05851243ac"/>
    <p:sldId xmlns:r="http://schemas.openxmlformats.org/officeDocument/2006/relationships" id="347" r:id="Rba0304d183e94ec3"/>
    <p:sldId xmlns:r="http://schemas.openxmlformats.org/officeDocument/2006/relationships" id="348" r:id="Rdfa8f4c5aa3f4896"/>
    <p:sldId xmlns:r="http://schemas.openxmlformats.org/officeDocument/2006/relationships" id="349" r:id="Rc20253e930434cba"/>
    <p:sldId xmlns:r="http://schemas.openxmlformats.org/officeDocument/2006/relationships" id="350" r:id="R942f3b969d01402e"/>
    <p:sldId xmlns:r="http://schemas.openxmlformats.org/officeDocument/2006/relationships" id="351" r:id="R49da722f76a54690"/>
    <p:sldId xmlns:r="http://schemas.openxmlformats.org/officeDocument/2006/relationships" id="352" r:id="R97b9fc155cc04458"/>
    <p:sldId xmlns:r="http://schemas.openxmlformats.org/officeDocument/2006/relationships" id="353" r:id="R44f19077c29a433f"/>
    <p:sldId xmlns:r="http://schemas.openxmlformats.org/officeDocument/2006/relationships" id="354" r:id="R87c35e5813864f28"/>
    <p:sldId xmlns:r="http://schemas.openxmlformats.org/officeDocument/2006/relationships" id="355" r:id="R4b05b33bcbad460c"/>
    <p:sldId xmlns:r="http://schemas.openxmlformats.org/officeDocument/2006/relationships" id="356" r:id="Rb0dd0cfbf82b443e"/>
    <p:sldId xmlns:r="http://schemas.openxmlformats.org/officeDocument/2006/relationships" id="357" r:id="R92f2db7378584863"/>
    <p:sldId xmlns:r="http://schemas.openxmlformats.org/officeDocument/2006/relationships" id="358" r:id="R22b0c11148f94e43"/>
    <p:sldId xmlns:r="http://schemas.openxmlformats.org/officeDocument/2006/relationships" id="359" r:id="Rd8d807bd4b0a4cd2"/>
    <p:sldId xmlns:r="http://schemas.openxmlformats.org/officeDocument/2006/relationships" id="360" r:id="Rc01314934d8d41fd"/>
    <p:sldId xmlns:r="http://schemas.openxmlformats.org/officeDocument/2006/relationships" id="361" r:id="Ra54a4f5264af4616"/>
    <p:sldId xmlns:r="http://schemas.openxmlformats.org/officeDocument/2006/relationships" id="362" r:id="Rd2dce9c0dc7e4ee3"/>
    <p:sldId xmlns:r="http://schemas.openxmlformats.org/officeDocument/2006/relationships" id="363" r:id="R6c88f11e4d324091"/>
    <p:sldId xmlns:r="http://schemas.openxmlformats.org/officeDocument/2006/relationships" id="364" r:id="R2269c6c4b13f4454"/>
    <p:sldId xmlns:r="http://schemas.openxmlformats.org/officeDocument/2006/relationships" id="365" r:id="R7df152998ab04c0d"/>
    <p:sldId xmlns:r="http://schemas.openxmlformats.org/officeDocument/2006/relationships" id="366" r:id="Rddaf9fe69c1b4c30"/>
    <p:sldId xmlns:r="http://schemas.openxmlformats.org/officeDocument/2006/relationships" id="367" r:id="Rb650d050a7a84601"/>
    <p:sldId xmlns:r="http://schemas.openxmlformats.org/officeDocument/2006/relationships" id="368" r:id="R4c7b1b328b474efa"/>
    <p:sldId xmlns:r="http://schemas.openxmlformats.org/officeDocument/2006/relationships" id="369" r:id="Rb092effce8694a67"/>
    <p:sldId xmlns:r="http://schemas.openxmlformats.org/officeDocument/2006/relationships" id="370" r:id="R9329413692d84c20"/>
    <p:sldId xmlns:r="http://schemas.openxmlformats.org/officeDocument/2006/relationships" id="371" r:id="R2327129f37cd420c"/>
    <p:sldId xmlns:r="http://schemas.openxmlformats.org/officeDocument/2006/relationships" id="372" r:id="R6e5081ca877e4c61"/>
    <p:sldId xmlns:r="http://schemas.openxmlformats.org/officeDocument/2006/relationships" id="373" r:id="R18e998575820403a"/>
    <p:sldId xmlns:r="http://schemas.openxmlformats.org/officeDocument/2006/relationships" id="374" r:id="Rc883892785644936"/>
    <p:sldId xmlns:r="http://schemas.openxmlformats.org/officeDocument/2006/relationships" id="375" r:id="Rdbf32d5dfd5745af"/>
    <p:sldId xmlns:r="http://schemas.openxmlformats.org/officeDocument/2006/relationships" id="376" r:id="R7fba26ecbb634725"/>
    <p:sldId xmlns:r="http://schemas.openxmlformats.org/officeDocument/2006/relationships" id="377" r:id="R016349c796ac41ea"/>
    <p:sldId xmlns:r="http://schemas.openxmlformats.org/officeDocument/2006/relationships" id="378" r:id="R757223066f2f4c23"/>
    <p:sldId xmlns:r="http://schemas.openxmlformats.org/officeDocument/2006/relationships" id="379" r:id="Rdc577989184d4351"/>
    <p:sldId xmlns:r="http://schemas.openxmlformats.org/officeDocument/2006/relationships" id="380" r:id="R8258c0e8def84087"/>
    <p:sldId xmlns:r="http://schemas.openxmlformats.org/officeDocument/2006/relationships" id="381" r:id="Rc2abd4827328410d"/>
    <p:sldId xmlns:r="http://schemas.openxmlformats.org/officeDocument/2006/relationships" id="382" r:id="Raf6f0f0729a047ba"/>
    <p:sldId xmlns:r="http://schemas.openxmlformats.org/officeDocument/2006/relationships" id="383" r:id="R97c8ed1b3aee402e"/>
    <p:sldId xmlns:r="http://schemas.openxmlformats.org/officeDocument/2006/relationships" id="384" r:id="Rbe141d2a24dd443f"/>
    <p:sldId xmlns:r="http://schemas.openxmlformats.org/officeDocument/2006/relationships" id="385" r:id="Rcaaee9552f7941e0"/>
    <p:sldId xmlns:r="http://schemas.openxmlformats.org/officeDocument/2006/relationships" id="386" r:id="Rd750f53464d1440a"/>
    <p:sldId xmlns:r="http://schemas.openxmlformats.org/officeDocument/2006/relationships" id="387" r:id="Ra6f5c01ea0984e8d"/>
    <p:sldId xmlns:r="http://schemas.openxmlformats.org/officeDocument/2006/relationships" id="388" r:id="Re0e185002d1c46f6"/>
    <p:sldId xmlns:r="http://schemas.openxmlformats.org/officeDocument/2006/relationships" id="389" r:id="R27274a831f5d4c36"/>
    <p:sldId xmlns:r="http://schemas.openxmlformats.org/officeDocument/2006/relationships" id="390" r:id="R043f7f6bb1a34646"/>
    <p:sldId xmlns:r="http://schemas.openxmlformats.org/officeDocument/2006/relationships" id="391" r:id="Rcbaf69b919ca4340"/>
    <p:sldId xmlns:r="http://schemas.openxmlformats.org/officeDocument/2006/relationships" id="392" r:id="R6723d22459b84581"/>
    <p:sldId xmlns:r="http://schemas.openxmlformats.org/officeDocument/2006/relationships" id="393" r:id="R4834dafd83de4841"/>
    <p:sldId xmlns:r="http://schemas.openxmlformats.org/officeDocument/2006/relationships" id="394" r:id="Rec5455fd8ef44004"/>
    <p:sldId xmlns:r="http://schemas.openxmlformats.org/officeDocument/2006/relationships" id="395" r:id="R1b671d4261814791"/>
    <p:sldId xmlns:r="http://schemas.openxmlformats.org/officeDocument/2006/relationships" id="396" r:id="R633b651dcff645cf"/>
    <p:sldId xmlns:r="http://schemas.openxmlformats.org/officeDocument/2006/relationships" id="397" r:id="R32ef602196804259"/>
    <p:sldId xmlns:r="http://schemas.openxmlformats.org/officeDocument/2006/relationships" id="398" r:id="R8f749bf820bd4c51"/>
    <p:sldId xmlns:r="http://schemas.openxmlformats.org/officeDocument/2006/relationships" id="399" r:id="Rcd9a0bb33a434655"/>
    <p:sldId xmlns:r="http://schemas.openxmlformats.org/officeDocument/2006/relationships" id="400" r:id="Rdbaa4a920c2b4132"/>
    <p:sldId xmlns:r="http://schemas.openxmlformats.org/officeDocument/2006/relationships" id="401" r:id="R96baac236a6c4b39"/>
    <p:sldId xmlns:r="http://schemas.openxmlformats.org/officeDocument/2006/relationships" id="402" r:id="R82c3f16cf31740be"/>
    <p:sldId xmlns:r="http://schemas.openxmlformats.org/officeDocument/2006/relationships" id="403" r:id="R5e6929f2f2284811"/>
    <p:sldId xmlns:r="http://schemas.openxmlformats.org/officeDocument/2006/relationships" id="404" r:id="R3910a42cb3214fad"/>
    <p:sldId xmlns:r="http://schemas.openxmlformats.org/officeDocument/2006/relationships" id="405" r:id="R4fb19bad039c4cc2"/>
    <p:sldId xmlns:r="http://schemas.openxmlformats.org/officeDocument/2006/relationships" id="406" r:id="R2177343258164154"/>
    <p:sldId xmlns:r="http://schemas.openxmlformats.org/officeDocument/2006/relationships" id="407" r:id="Reeffca51a8ce464e"/>
    <p:sldId xmlns:r="http://schemas.openxmlformats.org/officeDocument/2006/relationships" id="408" r:id="R92e96459e416493f"/>
    <p:sldId xmlns:r="http://schemas.openxmlformats.org/officeDocument/2006/relationships" id="409" r:id="R6964c98d08944380"/>
    <p:sldId xmlns:r="http://schemas.openxmlformats.org/officeDocument/2006/relationships" id="410" r:id="R44c237867f3c43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9c58b69f864c50" /><Relationship Type="http://schemas.openxmlformats.org/officeDocument/2006/relationships/slideMaster" Target="/ppt/slideMasters/slideMaster1.xml" Id="Rd631b4e3fbb74235" /><Relationship Type="http://schemas.openxmlformats.org/officeDocument/2006/relationships/notesMaster" Target="/ppt/notesMasters/notesMaster1.xml" Id="R7e122258d4b64c25" /><Relationship Type="http://schemas.openxmlformats.org/officeDocument/2006/relationships/presProps" Target="/ppt/presProps.xml" Id="Rccd231a61ea44ee7" /><Relationship Type="http://schemas.openxmlformats.org/officeDocument/2006/relationships/tableStyles" Target="/ppt/tableStyles.xml" Id="R8477b4b0abed46cc" /><Relationship Type="http://schemas.openxmlformats.org/officeDocument/2006/relationships/slide" Target="/ppt/slides/slide1.xml" Id="R8ebfd99a23fa4a8f" /><Relationship Type="http://schemas.openxmlformats.org/officeDocument/2006/relationships/slide" Target="/ppt/slides/slide2.xml" Id="Rb77aefe50629407c" /><Relationship Type="http://schemas.openxmlformats.org/officeDocument/2006/relationships/slide" Target="/ppt/slides/slide3.xml" Id="R5dd7b29c7cea411c" /><Relationship Type="http://schemas.openxmlformats.org/officeDocument/2006/relationships/slide" Target="/ppt/slides/slide4.xml" Id="R6c1e20947478456c" /><Relationship Type="http://schemas.openxmlformats.org/officeDocument/2006/relationships/slide" Target="/ppt/slides/slide5.xml" Id="Rcbe365f400034259" /><Relationship Type="http://schemas.openxmlformats.org/officeDocument/2006/relationships/slide" Target="/ppt/slides/slide6.xml" Id="Rde8e9a32504245df" /><Relationship Type="http://schemas.openxmlformats.org/officeDocument/2006/relationships/slide" Target="/ppt/slides/slide7.xml" Id="Rea22ca0183934b3f" /><Relationship Type="http://schemas.openxmlformats.org/officeDocument/2006/relationships/slide" Target="/ppt/slides/slide8.xml" Id="R515b1ba0f77c428a" /><Relationship Type="http://schemas.openxmlformats.org/officeDocument/2006/relationships/slide" Target="/ppt/slides/slide9.xml" Id="R95bed1b49afc4f88" /><Relationship Type="http://schemas.openxmlformats.org/officeDocument/2006/relationships/slide" Target="/ppt/slides/slide10.xml" Id="Rd4f756abaf3d46ee" /><Relationship Type="http://schemas.openxmlformats.org/officeDocument/2006/relationships/slide" Target="/ppt/slides/slide11.xml" Id="R222bc5015dbf426b" /><Relationship Type="http://schemas.openxmlformats.org/officeDocument/2006/relationships/slide" Target="/ppt/slides/slide12.xml" Id="Reb1532f92997452f" /><Relationship Type="http://schemas.openxmlformats.org/officeDocument/2006/relationships/slide" Target="/ppt/slides/slide13.xml" Id="Rb7f1303c390f4abe" /><Relationship Type="http://schemas.openxmlformats.org/officeDocument/2006/relationships/slide" Target="/ppt/slides/slide14.xml" Id="R3583da86981f4610" /><Relationship Type="http://schemas.openxmlformats.org/officeDocument/2006/relationships/slide" Target="/ppt/slides/slide15.xml" Id="R569b152d7dbf44c9" /><Relationship Type="http://schemas.openxmlformats.org/officeDocument/2006/relationships/slide" Target="/ppt/slides/slide16.xml" Id="R461485c3e6bb425b" /><Relationship Type="http://schemas.openxmlformats.org/officeDocument/2006/relationships/slide" Target="/ppt/slides/slide17.xml" Id="Rb3a440eda3bb46d8" /><Relationship Type="http://schemas.openxmlformats.org/officeDocument/2006/relationships/slide" Target="/ppt/slides/slide18.xml" Id="R25210159905b4571" /><Relationship Type="http://schemas.openxmlformats.org/officeDocument/2006/relationships/slide" Target="/ppt/slides/slide19.xml" Id="R898474f5c5d94f41" /><Relationship Type="http://schemas.openxmlformats.org/officeDocument/2006/relationships/slide" Target="/ppt/slides/slide20.xml" Id="R00f344f9d6754381" /><Relationship Type="http://schemas.openxmlformats.org/officeDocument/2006/relationships/slide" Target="/ppt/slides/slide21.xml" Id="Rd33a4cab25a64079" /><Relationship Type="http://schemas.openxmlformats.org/officeDocument/2006/relationships/slide" Target="/ppt/slides/slide22.xml" Id="R2a9ea4cd86944bd0" /><Relationship Type="http://schemas.openxmlformats.org/officeDocument/2006/relationships/slide" Target="/ppt/slides/slide23.xml" Id="R51fd925c39044c49" /><Relationship Type="http://schemas.openxmlformats.org/officeDocument/2006/relationships/slide" Target="/ppt/slides/slide24.xml" Id="R5b850d4fd0ee44b6" /><Relationship Type="http://schemas.openxmlformats.org/officeDocument/2006/relationships/slide" Target="/ppt/slides/slide25.xml" Id="R53c688655833467d" /><Relationship Type="http://schemas.openxmlformats.org/officeDocument/2006/relationships/slide" Target="/ppt/slides/slide26.xml" Id="R3e7f0d8d778a40cc" /><Relationship Type="http://schemas.openxmlformats.org/officeDocument/2006/relationships/slide" Target="/ppt/slides/slide27.xml" Id="Re28b642603ae4096" /><Relationship Type="http://schemas.openxmlformats.org/officeDocument/2006/relationships/slide" Target="/ppt/slides/slide28.xml" Id="Ra7c48103a5354f44" /><Relationship Type="http://schemas.openxmlformats.org/officeDocument/2006/relationships/slide" Target="/ppt/slides/slide29.xml" Id="R05074c392e91429a" /><Relationship Type="http://schemas.openxmlformats.org/officeDocument/2006/relationships/slide" Target="/ppt/slides/slide30.xml" Id="Rd07cb8a0e5264bdb" /><Relationship Type="http://schemas.openxmlformats.org/officeDocument/2006/relationships/slide" Target="/ppt/slides/slide31.xml" Id="R9693b94247c64ebd" /><Relationship Type="http://schemas.openxmlformats.org/officeDocument/2006/relationships/slide" Target="/ppt/slides/slide32.xml" Id="R8c0ea9f56c434c59" /><Relationship Type="http://schemas.openxmlformats.org/officeDocument/2006/relationships/slide" Target="/ppt/slides/slide33.xml" Id="R16340a55b5834146" /><Relationship Type="http://schemas.openxmlformats.org/officeDocument/2006/relationships/slide" Target="/ppt/slides/slide34.xml" Id="R1d744f3b5c3c4d11" /><Relationship Type="http://schemas.openxmlformats.org/officeDocument/2006/relationships/slide" Target="/ppt/slides/slide35.xml" Id="Rcfebf7bfd25141f4" /><Relationship Type="http://schemas.openxmlformats.org/officeDocument/2006/relationships/slide" Target="/ppt/slides/slide36.xml" Id="R1c652b4a721941ec" /><Relationship Type="http://schemas.openxmlformats.org/officeDocument/2006/relationships/slide" Target="/ppt/slides/slide37.xml" Id="Re74982b6d26e4c2a" /><Relationship Type="http://schemas.openxmlformats.org/officeDocument/2006/relationships/slide" Target="/ppt/slides/slide38.xml" Id="R024190be0ee74122" /><Relationship Type="http://schemas.openxmlformats.org/officeDocument/2006/relationships/slide" Target="/ppt/slides/slide39.xml" Id="R9b9b0d6640024140" /><Relationship Type="http://schemas.openxmlformats.org/officeDocument/2006/relationships/slide" Target="/ppt/slides/slide40.xml" Id="R7aaace2ec69b4f78" /><Relationship Type="http://schemas.openxmlformats.org/officeDocument/2006/relationships/slide" Target="/ppt/slides/slide41.xml" Id="R0a05d85a94bd4df3" /><Relationship Type="http://schemas.openxmlformats.org/officeDocument/2006/relationships/slide" Target="/ppt/slides/slide42.xml" Id="R9fc99098da73457d" /><Relationship Type="http://schemas.openxmlformats.org/officeDocument/2006/relationships/slide" Target="/ppt/slides/slide43.xml" Id="R2752ec3b428b4d8e" /><Relationship Type="http://schemas.openxmlformats.org/officeDocument/2006/relationships/slide" Target="/ppt/slides/slide44.xml" Id="Rd3d867e3aea041d4" /><Relationship Type="http://schemas.openxmlformats.org/officeDocument/2006/relationships/slide" Target="/ppt/slides/slide45.xml" Id="Re9ea8a62a7ae4ded" /><Relationship Type="http://schemas.openxmlformats.org/officeDocument/2006/relationships/slide" Target="/ppt/slides/slide46.xml" Id="Reb53d7939dec4597" /><Relationship Type="http://schemas.openxmlformats.org/officeDocument/2006/relationships/slide" Target="/ppt/slides/slide47.xml" Id="Rc23b7e9f027f4668" /><Relationship Type="http://schemas.openxmlformats.org/officeDocument/2006/relationships/slide" Target="/ppt/slides/slide48.xml" Id="Rad02a5b4ef0e4c32" /><Relationship Type="http://schemas.openxmlformats.org/officeDocument/2006/relationships/slide" Target="/ppt/slides/slide49.xml" Id="Rff28ae9c84e34b3f" /><Relationship Type="http://schemas.openxmlformats.org/officeDocument/2006/relationships/slide" Target="/ppt/slides/slide50.xml" Id="R5e7230676822419d" /><Relationship Type="http://schemas.openxmlformats.org/officeDocument/2006/relationships/slide" Target="/ppt/slides/slide51.xml" Id="Rb0617e5521f94c8a" /><Relationship Type="http://schemas.openxmlformats.org/officeDocument/2006/relationships/slide" Target="/ppt/slides/slide52.xml" Id="R6e78c1eebd8c4988" /><Relationship Type="http://schemas.openxmlformats.org/officeDocument/2006/relationships/slide" Target="/ppt/slides/slide53.xml" Id="Rf3b67e2546574c15" /><Relationship Type="http://schemas.openxmlformats.org/officeDocument/2006/relationships/slide" Target="/ppt/slides/slide54.xml" Id="Rb8a8a670604d40e3" /><Relationship Type="http://schemas.openxmlformats.org/officeDocument/2006/relationships/slide" Target="/ppt/slides/slide55.xml" Id="R4b416b0dd4644033" /><Relationship Type="http://schemas.openxmlformats.org/officeDocument/2006/relationships/slide" Target="/ppt/slides/slide56.xml" Id="R128418c9ba274e9b" /><Relationship Type="http://schemas.openxmlformats.org/officeDocument/2006/relationships/slide" Target="/ppt/slides/slide57.xml" Id="R5b1fa7e18a4247e9" /><Relationship Type="http://schemas.openxmlformats.org/officeDocument/2006/relationships/slide" Target="/ppt/slides/slide58.xml" Id="R08d98a4119d54185" /><Relationship Type="http://schemas.openxmlformats.org/officeDocument/2006/relationships/slide" Target="/ppt/slides/slide59.xml" Id="R25923961ac3b4a2e" /><Relationship Type="http://schemas.openxmlformats.org/officeDocument/2006/relationships/slide" Target="/ppt/slides/slide60.xml" Id="Rc81a137f511d430d" /><Relationship Type="http://schemas.openxmlformats.org/officeDocument/2006/relationships/slide" Target="/ppt/slides/slide61.xml" Id="R0d6cb81d9c4a4416" /><Relationship Type="http://schemas.openxmlformats.org/officeDocument/2006/relationships/slide" Target="/ppt/slides/slide62.xml" Id="R2e4e28adee9c4b84" /><Relationship Type="http://schemas.openxmlformats.org/officeDocument/2006/relationships/slide" Target="/ppt/slides/slide63.xml" Id="R89bfad1dd75248bf" /><Relationship Type="http://schemas.openxmlformats.org/officeDocument/2006/relationships/slide" Target="/ppt/slides/slide64.xml" Id="R3459e6c544ae48c7" /><Relationship Type="http://schemas.openxmlformats.org/officeDocument/2006/relationships/slide" Target="/ppt/slides/slide65.xml" Id="Rf7d0378028ac4968" /><Relationship Type="http://schemas.openxmlformats.org/officeDocument/2006/relationships/slide" Target="/ppt/slides/slide66.xml" Id="R879afb559d3a467e" /><Relationship Type="http://schemas.openxmlformats.org/officeDocument/2006/relationships/slide" Target="/ppt/slides/slide67.xml" Id="R6c52dbef85204ecf" /><Relationship Type="http://schemas.openxmlformats.org/officeDocument/2006/relationships/slide" Target="/ppt/slides/slide68.xml" Id="R1ac68dc5c7644614" /><Relationship Type="http://schemas.openxmlformats.org/officeDocument/2006/relationships/slide" Target="/ppt/slides/slide69.xml" Id="R17e4fe50b0ca4ca0" /><Relationship Type="http://schemas.openxmlformats.org/officeDocument/2006/relationships/slide" Target="/ppt/slides/slide70.xml" Id="R63854b2dc5fb4595" /><Relationship Type="http://schemas.openxmlformats.org/officeDocument/2006/relationships/slide" Target="/ppt/slides/slide71.xml" Id="Rcd1918bdb2ea4a2d" /><Relationship Type="http://schemas.openxmlformats.org/officeDocument/2006/relationships/slide" Target="/ppt/slides/slide72.xml" Id="R2c51d302fba24fd1" /><Relationship Type="http://schemas.openxmlformats.org/officeDocument/2006/relationships/slide" Target="/ppt/slides/slide73.xml" Id="R59b23e44e91640b0" /><Relationship Type="http://schemas.openxmlformats.org/officeDocument/2006/relationships/slide" Target="/ppt/slides/slide74.xml" Id="Ref1d1babd74a4fb4" /><Relationship Type="http://schemas.openxmlformats.org/officeDocument/2006/relationships/slide" Target="/ppt/slides/slide75.xml" Id="R57ca7bd091ff4f96" /><Relationship Type="http://schemas.openxmlformats.org/officeDocument/2006/relationships/slide" Target="/ppt/slides/slide76.xml" Id="Re6e10272328f432e" /><Relationship Type="http://schemas.openxmlformats.org/officeDocument/2006/relationships/slide" Target="/ppt/slides/slide77.xml" Id="Rbe5c61d174dd4b05" /><Relationship Type="http://schemas.openxmlformats.org/officeDocument/2006/relationships/slide" Target="/ppt/slides/slide78.xml" Id="R541a6f88d3414cb5" /><Relationship Type="http://schemas.openxmlformats.org/officeDocument/2006/relationships/slide" Target="/ppt/slides/slide79.xml" Id="Raa9896ce0009486d" /><Relationship Type="http://schemas.openxmlformats.org/officeDocument/2006/relationships/slide" Target="/ppt/slides/slide80.xml" Id="R6c68a6ab799b4783" /><Relationship Type="http://schemas.openxmlformats.org/officeDocument/2006/relationships/slide" Target="/ppt/slides/slide81.xml" Id="R2a3032af5def4574" /><Relationship Type="http://schemas.openxmlformats.org/officeDocument/2006/relationships/slide" Target="/ppt/slides/slide82.xml" Id="Rff8169f0dec4407a" /><Relationship Type="http://schemas.openxmlformats.org/officeDocument/2006/relationships/slide" Target="/ppt/slides/slide83.xml" Id="R318a392064e34090" /><Relationship Type="http://schemas.openxmlformats.org/officeDocument/2006/relationships/slide" Target="/ppt/slides/slide84.xml" Id="Rae00012ddfac405b" /><Relationship Type="http://schemas.openxmlformats.org/officeDocument/2006/relationships/slide" Target="/ppt/slides/slide85.xml" Id="R89435207e7584f14" /><Relationship Type="http://schemas.openxmlformats.org/officeDocument/2006/relationships/slide" Target="/ppt/slides/slide86.xml" Id="R74492453b4e04c35" /><Relationship Type="http://schemas.openxmlformats.org/officeDocument/2006/relationships/slide" Target="/ppt/slides/slide87.xml" Id="R47b7d35b3a094807" /><Relationship Type="http://schemas.openxmlformats.org/officeDocument/2006/relationships/slide" Target="/ppt/slides/slide88.xml" Id="Ra3b0e2fa5b9f4d3b" /><Relationship Type="http://schemas.openxmlformats.org/officeDocument/2006/relationships/slide" Target="/ppt/slides/slide89.xml" Id="R0cd97d9786ca4a9c" /><Relationship Type="http://schemas.openxmlformats.org/officeDocument/2006/relationships/slide" Target="/ppt/slides/slide90.xml" Id="Ref6fde3b014a467a" /><Relationship Type="http://schemas.openxmlformats.org/officeDocument/2006/relationships/slide" Target="/ppt/slides/slide91.xml" Id="Rf6fd7d05851243ac" /><Relationship Type="http://schemas.openxmlformats.org/officeDocument/2006/relationships/slide" Target="/ppt/slides/slide92.xml" Id="Rba0304d183e94ec3" /><Relationship Type="http://schemas.openxmlformats.org/officeDocument/2006/relationships/slide" Target="/ppt/slides/slide93.xml" Id="Rdfa8f4c5aa3f4896" /><Relationship Type="http://schemas.openxmlformats.org/officeDocument/2006/relationships/slide" Target="/ppt/slides/slide94.xml" Id="Rc20253e930434cba" /><Relationship Type="http://schemas.openxmlformats.org/officeDocument/2006/relationships/slide" Target="/ppt/slides/slide95.xml" Id="R942f3b969d01402e" /><Relationship Type="http://schemas.openxmlformats.org/officeDocument/2006/relationships/slide" Target="/ppt/slides/slide96.xml" Id="R49da722f76a54690" /><Relationship Type="http://schemas.openxmlformats.org/officeDocument/2006/relationships/slide" Target="/ppt/slides/slide97.xml" Id="R97b9fc155cc04458" /><Relationship Type="http://schemas.openxmlformats.org/officeDocument/2006/relationships/slide" Target="/ppt/slides/slide98.xml" Id="R44f19077c29a433f" /><Relationship Type="http://schemas.openxmlformats.org/officeDocument/2006/relationships/slide" Target="/ppt/slides/slide99.xml" Id="R87c35e5813864f28" /><Relationship Type="http://schemas.openxmlformats.org/officeDocument/2006/relationships/slide" Target="/ppt/slides/slide100.xml" Id="R4b05b33bcbad460c" /><Relationship Type="http://schemas.openxmlformats.org/officeDocument/2006/relationships/slide" Target="/ppt/slides/slide101.xml" Id="Rb0dd0cfbf82b443e" /><Relationship Type="http://schemas.openxmlformats.org/officeDocument/2006/relationships/slide" Target="/ppt/slides/slide102.xml" Id="R92f2db7378584863" /><Relationship Type="http://schemas.openxmlformats.org/officeDocument/2006/relationships/slide" Target="/ppt/slides/slide103.xml" Id="R22b0c11148f94e43" /><Relationship Type="http://schemas.openxmlformats.org/officeDocument/2006/relationships/slide" Target="/ppt/slides/slide104.xml" Id="Rd8d807bd4b0a4cd2" /><Relationship Type="http://schemas.openxmlformats.org/officeDocument/2006/relationships/slide" Target="/ppt/slides/slide105.xml" Id="Rc01314934d8d41fd" /><Relationship Type="http://schemas.openxmlformats.org/officeDocument/2006/relationships/slide" Target="/ppt/slides/slide106.xml" Id="Ra54a4f5264af4616" /><Relationship Type="http://schemas.openxmlformats.org/officeDocument/2006/relationships/slide" Target="/ppt/slides/slide107.xml" Id="Rd2dce9c0dc7e4ee3" /><Relationship Type="http://schemas.openxmlformats.org/officeDocument/2006/relationships/slide" Target="/ppt/slides/slide108.xml" Id="R6c88f11e4d324091" /><Relationship Type="http://schemas.openxmlformats.org/officeDocument/2006/relationships/slide" Target="/ppt/slides/slide109.xml" Id="R2269c6c4b13f4454" /><Relationship Type="http://schemas.openxmlformats.org/officeDocument/2006/relationships/slide" Target="/ppt/slides/slide110.xml" Id="R7df152998ab04c0d" /><Relationship Type="http://schemas.openxmlformats.org/officeDocument/2006/relationships/slide" Target="/ppt/slides/slide111.xml" Id="Rddaf9fe69c1b4c30" /><Relationship Type="http://schemas.openxmlformats.org/officeDocument/2006/relationships/slide" Target="/ppt/slides/slide112.xml" Id="Rb650d050a7a84601" /><Relationship Type="http://schemas.openxmlformats.org/officeDocument/2006/relationships/slide" Target="/ppt/slides/slide113.xml" Id="R4c7b1b328b474efa" /><Relationship Type="http://schemas.openxmlformats.org/officeDocument/2006/relationships/slide" Target="/ppt/slides/slide114.xml" Id="Rb092effce8694a67" /><Relationship Type="http://schemas.openxmlformats.org/officeDocument/2006/relationships/slide" Target="/ppt/slides/slide115.xml" Id="R9329413692d84c20" /><Relationship Type="http://schemas.openxmlformats.org/officeDocument/2006/relationships/slide" Target="/ppt/slides/slide116.xml" Id="R2327129f37cd420c" /><Relationship Type="http://schemas.openxmlformats.org/officeDocument/2006/relationships/slide" Target="/ppt/slides/slide117.xml" Id="R6e5081ca877e4c61" /><Relationship Type="http://schemas.openxmlformats.org/officeDocument/2006/relationships/slide" Target="/ppt/slides/slide118.xml" Id="R18e998575820403a" /><Relationship Type="http://schemas.openxmlformats.org/officeDocument/2006/relationships/slide" Target="/ppt/slides/slide119.xml" Id="Rc883892785644936" /><Relationship Type="http://schemas.openxmlformats.org/officeDocument/2006/relationships/slide" Target="/ppt/slides/slide120.xml" Id="Rdbf32d5dfd5745af" /><Relationship Type="http://schemas.openxmlformats.org/officeDocument/2006/relationships/slide" Target="/ppt/slides/slide121.xml" Id="R7fba26ecbb634725" /><Relationship Type="http://schemas.openxmlformats.org/officeDocument/2006/relationships/slide" Target="/ppt/slides/slide122.xml" Id="R016349c796ac41ea" /><Relationship Type="http://schemas.openxmlformats.org/officeDocument/2006/relationships/slide" Target="/ppt/slides/slide123.xml" Id="R757223066f2f4c23" /><Relationship Type="http://schemas.openxmlformats.org/officeDocument/2006/relationships/slide" Target="/ppt/slides/slide124.xml" Id="Rdc577989184d4351" /><Relationship Type="http://schemas.openxmlformats.org/officeDocument/2006/relationships/slide" Target="/ppt/slides/slide125.xml" Id="R8258c0e8def84087" /><Relationship Type="http://schemas.openxmlformats.org/officeDocument/2006/relationships/slide" Target="/ppt/slides/slide126.xml" Id="Rc2abd4827328410d" /><Relationship Type="http://schemas.openxmlformats.org/officeDocument/2006/relationships/slide" Target="/ppt/slides/slide127.xml" Id="Raf6f0f0729a047ba" /><Relationship Type="http://schemas.openxmlformats.org/officeDocument/2006/relationships/slide" Target="/ppt/slides/slide128.xml" Id="R97c8ed1b3aee402e" /><Relationship Type="http://schemas.openxmlformats.org/officeDocument/2006/relationships/slide" Target="/ppt/slides/slide129.xml" Id="Rbe141d2a24dd443f" /><Relationship Type="http://schemas.openxmlformats.org/officeDocument/2006/relationships/slide" Target="/ppt/slides/slide130.xml" Id="Rcaaee9552f7941e0" /><Relationship Type="http://schemas.openxmlformats.org/officeDocument/2006/relationships/slide" Target="/ppt/slides/slide131.xml" Id="Rd750f53464d1440a" /><Relationship Type="http://schemas.openxmlformats.org/officeDocument/2006/relationships/slide" Target="/ppt/slides/slide132.xml" Id="Ra6f5c01ea0984e8d" /><Relationship Type="http://schemas.openxmlformats.org/officeDocument/2006/relationships/slide" Target="/ppt/slides/slide133.xml" Id="Re0e185002d1c46f6" /><Relationship Type="http://schemas.openxmlformats.org/officeDocument/2006/relationships/slide" Target="/ppt/slides/slide134.xml" Id="R27274a831f5d4c36" /><Relationship Type="http://schemas.openxmlformats.org/officeDocument/2006/relationships/slide" Target="/ppt/slides/slide135.xml" Id="R043f7f6bb1a34646" /><Relationship Type="http://schemas.openxmlformats.org/officeDocument/2006/relationships/slide" Target="/ppt/slides/slide136.xml" Id="Rcbaf69b919ca4340" /><Relationship Type="http://schemas.openxmlformats.org/officeDocument/2006/relationships/slide" Target="/ppt/slides/slide137.xml" Id="R6723d22459b84581" /><Relationship Type="http://schemas.openxmlformats.org/officeDocument/2006/relationships/slide" Target="/ppt/slides/slide138.xml" Id="R4834dafd83de4841" /><Relationship Type="http://schemas.openxmlformats.org/officeDocument/2006/relationships/slide" Target="/ppt/slides/slide139.xml" Id="Rec5455fd8ef44004" /><Relationship Type="http://schemas.openxmlformats.org/officeDocument/2006/relationships/slide" Target="/ppt/slides/slide140.xml" Id="R1b671d4261814791" /><Relationship Type="http://schemas.openxmlformats.org/officeDocument/2006/relationships/slide" Target="/ppt/slides/slide141.xml" Id="R633b651dcff645cf" /><Relationship Type="http://schemas.openxmlformats.org/officeDocument/2006/relationships/slide" Target="/ppt/slides/slide142.xml" Id="R32ef602196804259" /><Relationship Type="http://schemas.openxmlformats.org/officeDocument/2006/relationships/slide" Target="/ppt/slides/slide143.xml" Id="R8f749bf820bd4c51" /><Relationship Type="http://schemas.openxmlformats.org/officeDocument/2006/relationships/slide" Target="/ppt/slides/slide144.xml" Id="Rcd9a0bb33a434655" /><Relationship Type="http://schemas.openxmlformats.org/officeDocument/2006/relationships/slide" Target="/ppt/slides/slide145.xml" Id="Rdbaa4a920c2b4132" /><Relationship Type="http://schemas.openxmlformats.org/officeDocument/2006/relationships/slide" Target="/ppt/slides/slide146.xml" Id="R96baac236a6c4b39" /><Relationship Type="http://schemas.openxmlformats.org/officeDocument/2006/relationships/slide" Target="/ppt/slides/slide147.xml" Id="R82c3f16cf31740be" /><Relationship Type="http://schemas.openxmlformats.org/officeDocument/2006/relationships/slide" Target="/ppt/slides/slide148.xml" Id="R5e6929f2f2284811" /><Relationship Type="http://schemas.openxmlformats.org/officeDocument/2006/relationships/slide" Target="/ppt/slides/slide149.xml" Id="R3910a42cb3214fad" /><Relationship Type="http://schemas.openxmlformats.org/officeDocument/2006/relationships/slide" Target="/ppt/slides/slide150.xml" Id="R4fb19bad039c4cc2" /><Relationship Type="http://schemas.openxmlformats.org/officeDocument/2006/relationships/slide" Target="/ppt/slides/slide151.xml" Id="R2177343258164154" /><Relationship Type="http://schemas.openxmlformats.org/officeDocument/2006/relationships/slide" Target="/ppt/slides/slide152.xml" Id="Reeffca51a8ce464e" /><Relationship Type="http://schemas.openxmlformats.org/officeDocument/2006/relationships/slide" Target="/ppt/slides/slide153.xml" Id="R92e96459e416493f" /><Relationship Type="http://schemas.openxmlformats.org/officeDocument/2006/relationships/slide" Target="/ppt/slides/slide154.xml" Id="R6964c98d08944380" /><Relationship Type="http://schemas.openxmlformats.org/officeDocument/2006/relationships/slide" Target="/ppt/slides/slide155.xml" Id="R44c237867f3c43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29cdaa68c646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39c5dd014d40d8" /><Relationship Type="http://schemas.openxmlformats.org/officeDocument/2006/relationships/notesMaster" Target="/ppt/notesMasters/notesMaster1.xml" Id="R796564320dfd45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dbb42878944494" /><Relationship Type="http://schemas.openxmlformats.org/officeDocument/2006/relationships/notesMaster" Target="/ppt/notesMasters/notesMaster1.xml" Id="R4a99a70bc1954f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c80d8126d442f6" /><Relationship Type="http://schemas.openxmlformats.org/officeDocument/2006/relationships/notesMaster" Target="/ppt/notesMasters/notesMaster1.xml" Id="R018f2451e34c4d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43fc00cedb4bbf" /><Relationship Type="http://schemas.openxmlformats.org/officeDocument/2006/relationships/notesMaster" Target="/ppt/notesMasters/notesMaster1.xml" Id="R0867b7cdb6a84f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03a9f8924d4d46" /><Relationship Type="http://schemas.openxmlformats.org/officeDocument/2006/relationships/notesMaster" Target="/ppt/notesMasters/notesMaster1.xml" Id="Rd256bc2a51eb40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8264d1d36b4b2d" /><Relationship Type="http://schemas.openxmlformats.org/officeDocument/2006/relationships/notesMaster" Target="/ppt/notesMasters/notesMaster1.xml" Id="R641cc70ef86c41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249fb12fd944d1" /><Relationship Type="http://schemas.openxmlformats.org/officeDocument/2006/relationships/notesMaster" Target="/ppt/notesMasters/notesMaster1.xml" Id="Rc6fee6668e744b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1c3abd6b724df1" /><Relationship Type="http://schemas.openxmlformats.org/officeDocument/2006/relationships/notesMaster" Target="/ppt/notesMasters/notesMaster1.xml" Id="R829ac5baedac42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b419f521314056" /><Relationship Type="http://schemas.openxmlformats.org/officeDocument/2006/relationships/notesMaster" Target="/ppt/notesMasters/notesMaster1.xml" Id="Rd4e5908a4ab744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eefa36d4c3443f" /><Relationship Type="http://schemas.openxmlformats.org/officeDocument/2006/relationships/notesMaster" Target="/ppt/notesMasters/notesMaster1.xml" Id="R29742615e1c948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28b8b449344d6e" /><Relationship Type="http://schemas.openxmlformats.org/officeDocument/2006/relationships/notesMaster" Target="/ppt/notesMasters/notesMaster1.xml" Id="R95f8b45a961a4e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1bb0ac1f3a4f12" /><Relationship Type="http://schemas.openxmlformats.org/officeDocument/2006/relationships/notesMaster" Target="/ppt/notesMasters/notesMaster1.xml" Id="R9c840733660a45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f85c5a6b7443bc" /><Relationship Type="http://schemas.openxmlformats.org/officeDocument/2006/relationships/notesMaster" Target="/ppt/notesMasters/notesMaster1.xml" Id="R2eef0f569c0e4c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f87fa7e47249f1" /><Relationship Type="http://schemas.openxmlformats.org/officeDocument/2006/relationships/notesMaster" Target="/ppt/notesMasters/notesMaster1.xml" Id="Rdaaa80426c8343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cd4273d04b4466" /><Relationship Type="http://schemas.openxmlformats.org/officeDocument/2006/relationships/notesMaster" Target="/ppt/notesMasters/notesMaster1.xml" Id="Rd12819ee44a448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54244c62b14ce1" /><Relationship Type="http://schemas.openxmlformats.org/officeDocument/2006/relationships/notesMaster" Target="/ppt/notesMasters/notesMaster1.xml" Id="R4fed9ba8b6b846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7ff00ee3394cfe" /><Relationship Type="http://schemas.openxmlformats.org/officeDocument/2006/relationships/notesMaster" Target="/ppt/notesMasters/notesMaster1.xml" Id="R75631a07dfd7496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cf836fc647417f" /><Relationship Type="http://schemas.openxmlformats.org/officeDocument/2006/relationships/notesMaster" Target="/ppt/notesMasters/notesMaster1.xml" Id="Re8eee9263ee746d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4af52cfaf94b09" /><Relationship Type="http://schemas.openxmlformats.org/officeDocument/2006/relationships/notesMaster" Target="/ppt/notesMasters/notesMaster1.xml" Id="Rca6195336a7843a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bd9bc5c69a54dcc" /><Relationship Type="http://schemas.openxmlformats.org/officeDocument/2006/relationships/notesMaster" Target="/ppt/notesMasters/notesMaster1.xml" Id="R20f8fcd16d96475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a8aa1af088f4eaf" /><Relationship Type="http://schemas.openxmlformats.org/officeDocument/2006/relationships/notesMaster" Target="/ppt/notesMasters/notesMaster1.xml" Id="R5db3138528154c7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4e9c76b7c164dae" /><Relationship Type="http://schemas.openxmlformats.org/officeDocument/2006/relationships/notesMaster" Target="/ppt/notesMasters/notesMaster1.xml" Id="Rfa37aa3ccefe46a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f32321e9abe4aaa" /><Relationship Type="http://schemas.openxmlformats.org/officeDocument/2006/relationships/notesMaster" Target="/ppt/notesMasters/notesMaster1.xml" Id="Ra55a59355ca74a7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07e8c77507348c4" /><Relationship Type="http://schemas.openxmlformats.org/officeDocument/2006/relationships/notesMaster" Target="/ppt/notesMasters/notesMaster1.xml" Id="Rab4914a2ef9b4c1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5e8c99f3a664b2b" /><Relationship Type="http://schemas.openxmlformats.org/officeDocument/2006/relationships/notesMaster" Target="/ppt/notesMasters/notesMaster1.xml" Id="Re5b8f6574c6649f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2c57025c554a1a" /><Relationship Type="http://schemas.openxmlformats.org/officeDocument/2006/relationships/notesMaster" Target="/ppt/notesMasters/notesMaster1.xml" Id="Rfeb4561de4a144e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873b7795fc14713" /><Relationship Type="http://schemas.openxmlformats.org/officeDocument/2006/relationships/notesMaster" Target="/ppt/notesMasters/notesMaster1.xml" Id="Rf652353ca277468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fe3d1b4b6684c71" /><Relationship Type="http://schemas.openxmlformats.org/officeDocument/2006/relationships/notesMaster" Target="/ppt/notesMasters/notesMaster1.xml" Id="R62b60f3efe90432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d813cedba684818" /><Relationship Type="http://schemas.openxmlformats.org/officeDocument/2006/relationships/notesMaster" Target="/ppt/notesMasters/notesMaster1.xml" Id="R843a22f47b4f46f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9121a11ed864f9c" /><Relationship Type="http://schemas.openxmlformats.org/officeDocument/2006/relationships/notesMaster" Target="/ppt/notesMasters/notesMaster1.xml" Id="R516c64c6a2b54b0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24fd67cb67f437e" /><Relationship Type="http://schemas.openxmlformats.org/officeDocument/2006/relationships/notesMaster" Target="/ppt/notesMasters/notesMaster1.xml" Id="R4a4108601edd4e6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3771d59909e4b83" /><Relationship Type="http://schemas.openxmlformats.org/officeDocument/2006/relationships/notesMaster" Target="/ppt/notesMasters/notesMaster1.xml" Id="R8b7191231823413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4f3ceeb6dac4663" /><Relationship Type="http://schemas.openxmlformats.org/officeDocument/2006/relationships/notesMaster" Target="/ppt/notesMasters/notesMaster1.xml" Id="R774e68f170a54d7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ab038fcedc94c22" /><Relationship Type="http://schemas.openxmlformats.org/officeDocument/2006/relationships/notesMaster" Target="/ppt/notesMasters/notesMaster1.xml" Id="R58ff684d223a4be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2b5e32395c74c30" /><Relationship Type="http://schemas.openxmlformats.org/officeDocument/2006/relationships/notesMaster" Target="/ppt/notesMasters/notesMaster1.xml" Id="Rb078b085122b464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9a8a1fb16634977" /><Relationship Type="http://schemas.openxmlformats.org/officeDocument/2006/relationships/notesMaster" Target="/ppt/notesMasters/notesMaster1.xml" Id="Rfc58b7a8bcce4ce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3396763278a4e18" /><Relationship Type="http://schemas.openxmlformats.org/officeDocument/2006/relationships/notesMaster" Target="/ppt/notesMasters/notesMaster1.xml" Id="Rae686068b3bb4ae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12ac577904c4c1d" /><Relationship Type="http://schemas.openxmlformats.org/officeDocument/2006/relationships/notesMaster" Target="/ppt/notesMasters/notesMaster1.xml" Id="R63a8f0119e5845c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a2d72f05e1a4149" /><Relationship Type="http://schemas.openxmlformats.org/officeDocument/2006/relationships/notesMaster" Target="/ppt/notesMasters/notesMaster1.xml" Id="R5d7a28825818488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c984316a480494e" /><Relationship Type="http://schemas.openxmlformats.org/officeDocument/2006/relationships/notesMaster" Target="/ppt/notesMasters/notesMaster1.xml" Id="R92bc2eb42cc54c6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8c93fee33bc4f7f" /><Relationship Type="http://schemas.openxmlformats.org/officeDocument/2006/relationships/notesMaster" Target="/ppt/notesMasters/notesMaster1.xml" Id="Rd0d2314458a64ce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e9e06a423a94412" /><Relationship Type="http://schemas.openxmlformats.org/officeDocument/2006/relationships/notesMaster" Target="/ppt/notesMasters/notesMaster1.xml" Id="R9beb33d32db4406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2073b0a234b4a34" /><Relationship Type="http://schemas.openxmlformats.org/officeDocument/2006/relationships/notesMaster" Target="/ppt/notesMasters/notesMaster1.xml" Id="R8921c5fd78a8409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e23edee30c04e6e" /><Relationship Type="http://schemas.openxmlformats.org/officeDocument/2006/relationships/notesMaster" Target="/ppt/notesMasters/notesMaster1.xml" Id="Rf2edee6ea6174af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7b8978cd8b3497f" /><Relationship Type="http://schemas.openxmlformats.org/officeDocument/2006/relationships/notesMaster" Target="/ppt/notesMasters/notesMaster1.xml" Id="Ra3d06de6a49b49b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9c7cab94fa14d24" /><Relationship Type="http://schemas.openxmlformats.org/officeDocument/2006/relationships/notesMaster" Target="/ppt/notesMasters/notesMaster1.xml" Id="R1827743009fa464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9c92568ee884032" /><Relationship Type="http://schemas.openxmlformats.org/officeDocument/2006/relationships/notesMaster" Target="/ppt/notesMasters/notesMaster1.xml" Id="R836b0c2278e3425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058208cfce64261" /><Relationship Type="http://schemas.openxmlformats.org/officeDocument/2006/relationships/notesMaster" Target="/ppt/notesMasters/notesMaster1.xml" Id="R61484800851c402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fbff740f69f43a8" /><Relationship Type="http://schemas.openxmlformats.org/officeDocument/2006/relationships/notesMaster" Target="/ppt/notesMasters/notesMaster1.xml" Id="Rb35dca73716544e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e24ea9f65ab4aae" /><Relationship Type="http://schemas.openxmlformats.org/officeDocument/2006/relationships/notesMaster" Target="/ppt/notesMasters/notesMaster1.xml" Id="R2db7556f050f4a2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20921130ba24148" /><Relationship Type="http://schemas.openxmlformats.org/officeDocument/2006/relationships/notesMaster" Target="/ppt/notesMasters/notesMaster1.xml" Id="Radbe08fe1bf84f8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5b477e28c804f43" /><Relationship Type="http://schemas.openxmlformats.org/officeDocument/2006/relationships/notesMaster" Target="/ppt/notesMasters/notesMaster1.xml" Id="R7f73f2be2f90448a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0d404337eac4d4c" /><Relationship Type="http://schemas.openxmlformats.org/officeDocument/2006/relationships/notesMaster" Target="/ppt/notesMasters/notesMaster1.xml" Id="R1a4081da3d82430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1cc861b165a48f3" /><Relationship Type="http://schemas.openxmlformats.org/officeDocument/2006/relationships/notesMaster" Target="/ppt/notesMasters/notesMaster1.xml" Id="R72470ab9a24b49b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e12618c22094189" /><Relationship Type="http://schemas.openxmlformats.org/officeDocument/2006/relationships/notesMaster" Target="/ppt/notesMasters/notesMaster1.xml" Id="R5cc533933a184ab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2943faef7624a75" /><Relationship Type="http://schemas.openxmlformats.org/officeDocument/2006/relationships/notesMaster" Target="/ppt/notesMasters/notesMaster1.xml" Id="R70f53f2a04fb40a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38d1fd421c04e8f" /><Relationship Type="http://schemas.openxmlformats.org/officeDocument/2006/relationships/notesMaster" Target="/ppt/notesMasters/notesMaster1.xml" Id="R75a3563fce7e405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cb6c4d5a4434849" /><Relationship Type="http://schemas.openxmlformats.org/officeDocument/2006/relationships/notesMaster" Target="/ppt/notesMasters/notesMaster1.xml" Id="Rb09fc1ff084c44b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023a0bfc48d4661" /><Relationship Type="http://schemas.openxmlformats.org/officeDocument/2006/relationships/notesMaster" Target="/ppt/notesMasters/notesMaster1.xml" Id="R7db54d95884f408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238a9ff81fde4dc4" /><Relationship Type="http://schemas.openxmlformats.org/officeDocument/2006/relationships/notesMaster" Target="/ppt/notesMasters/notesMaster1.xml" Id="R85f4bdd0392d4f79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5004f84d5f6842ba" /><Relationship Type="http://schemas.openxmlformats.org/officeDocument/2006/relationships/notesMaster" Target="/ppt/notesMasters/notesMaster1.xml" Id="R89fc81c1452c4d7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253e769dbe3f4d80" /><Relationship Type="http://schemas.openxmlformats.org/officeDocument/2006/relationships/notesMaster" Target="/ppt/notesMasters/notesMaster1.xml" Id="R1f1cbe18114e4e7e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ba70e04ba1a74d54" /><Relationship Type="http://schemas.openxmlformats.org/officeDocument/2006/relationships/notesMaster" Target="/ppt/notesMasters/notesMaster1.xml" Id="Rddadbf9fae5b4e2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7e15362a2ea4448d" /><Relationship Type="http://schemas.openxmlformats.org/officeDocument/2006/relationships/notesMaster" Target="/ppt/notesMasters/notesMaster1.xml" Id="Rbce62c4301d9482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64fd65606c434480" /><Relationship Type="http://schemas.openxmlformats.org/officeDocument/2006/relationships/notesMaster" Target="/ppt/notesMasters/notesMaster1.xml" Id="Rb5f3fdf145b2496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97a5fcf9049e4fd2" /><Relationship Type="http://schemas.openxmlformats.org/officeDocument/2006/relationships/notesMaster" Target="/ppt/notesMasters/notesMaster1.xml" Id="R2d7c79cfb03646fb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ab37aa77b79a4a48" /><Relationship Type="http://schemas.openxmlformats.org/officeDocument/2006/relationships/notesMaster" Target="/ppt/notesMasters/notesMaster1.xml" Id="R72f0e9acc5fe4ce2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582773d25a184c35" /><Relationship Type="http://schemas.openxmlformats.org/officeDocument/2006/relationships/notesMaster" Target="/ppt/notesMasters/notesMaster1.xml" Id="R9da6e35d7e0a4ce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24a703f353bd4e0b" /><Relationship Type="http://schemas.openxmlformats.org/officeDocument/2006/relationships/notesMaster" Target="/ppt/notesMasters/notesMaster1.xml" Id="R3933834617fa4a73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a6cecb55e883420a" /><Relationship Type="http://schemas.openxmlformats.org/officeDocument/2006/relationships/notesMaster" Target="/ppt/notesMasters/notesMaster1.xml" Id="Rc8fad233f2454b3b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e6ae96df9e054367" /><Relationship Type="http://schemas.openxmlformats.org/officeDocument/2006/relationships/notesMaster" Target="/ppt/notesMasters/notesMaster1.xml" Id="Ra499a8c57ba24dec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12d9772b2df1496d" /><Relationship Type="http://schemas.openxmlformats.org/officeDocument/2006/relationships/notesMaster" Target="/ppt/notesMasters/notesMaster1.xml" Id="R72d16c98afef4633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ae241b2080f844c5" /><Relationship Type="http://schemas.openxmlformats.org/officeDocument/2006/relationships/notesMaster" Target="/ppt/notesMasters/notesMaster1.xml" Id="Rb673860ea9154611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cee3f1e077574a28" /><Relationship Type="http://schemas.openxmlformats.org/officeDocument/2006/relationships/notesMaster" Target="/ppt/notesMasters/notesMaster1.xml" Id="Rdaa5c8c08c744402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ac7dfed6c535463a" /><Relationship Type="http://schemas.openxmlformats.org/officeDocument/2006/relationships/notesMaster" Target="/ppt/notesMasters/notesMaster1.xml" Id="R25803fede0f04be2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5e6f525f9e0c4e97" /><Relationship Type="http://schemas.openxmlformats.org/officeDocument/2006/relationships/notesMaster" Target="/ppt/notesMasters/notesMaster1.xml" Id="R7e66a669c7e04bb2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714723549e914f19" /><Relationship Type="http://schemas.openxmlformats.org/officeDocument/2006/relationships/notesMaster" Target="/ppt/notesMasters/notesMaster1.xml" Id="R43b80b7890d04b7b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2d3fda7482504a04" /><Relationship Type="http://schemas.openxmlformats.org/officeDocument/2006/relationships/notesMaster" Target="/ppt/notesMasters/notesMaster1.xml" Id="R39519d9c05934158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5b97fef6f9f54ead" /><Relationship Type="http://schemas.openxmlformats.org/officeDocument/2006/relationships/notesMaster" Target="/ppt/notesMasters/notesMaster1.xml" Id="R635fd8d9e16f4031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15a02bada6c240b8" /><Relationship Type="http://schemas.openxmlformats.org/officeDocument/2006/relationships/notesMaster" Target="/ppt/notesMasters/notesMaster1.xml" Id="R2e603c23b6af4db8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6888f6fffb4f4885" /><Relationship Type="http://schemas.openxmlformats.org/officeDocument/2006/relationships/notesMaster" Target="/ppt/notesMasters/notesMaster1.xml" Id="R672eca73ca8745df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eaa0330f6aaf49d3" /><Relationship Type="http://schemas.openxmlformats.org/officeDocument/2006/relationships/notesMaster" Target="/ppt/notesMasters/notesMaster1.xml" Id="Rc8f3d074c92a4f69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78d109967e7949c5" /><Relationship Type="http://schemas.openxmlformats.org/officeDocument/2006/relationships/notesMaster" Target="/ppt/notesMasters/notesMaster1.xml" Id="R5068083d6c584809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cf7dd7a58fe547a7" /><Relationship Type="http://schemas.openxmlformats.org/officeDocument/2006/relationships/notesMaster" Target="/ppt/notesMasters/notesMaster1.xml" Id="R18621fcee9d846f2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1827bee10c7a48f9" /><Relationship Type="http://schemas.openxmlformats.org/officeDocument/2006/relationships/notesMaster" Target="/ppt/notesMasters/notesMaster1.xml" Id="R0a2a455eec7740d1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bf07f353ef19401b" /><Relationship Type="http://schemas.openxmlformats.org/officeDocument/2006/relationships/notesMaster" Target="/ppt/notesMasters/notesMaster1.xml" Id="R25179aa9559d4c52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1f595fdee2ba4763" /><Relationship Type="http://schemas.openxmlformats.org/officeDocument/2006/relationships/notesMaster" Target="/ppt/notesMasters/notesMaster1.xml" Id="Rfd0458a46560484a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3d365920174545f6" /><Relationship Type="http://schemas.openxmlformats.org/officeDocument/2006/relationships/notesMaster" Target="/ppt/notesMasters/notesMaster1.xml" Id="Rf3d2317a39c74083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7cb66692eff24989" /><Relationship Type="http://schemas.openxmlformats.org/officeDocument/2006/relationships/notesMaster" Target="/ppt/notesMasters/notesMaster1.xml" Id="Rf3130525e01d434d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69a5af2ab6204e58" /><Relationship Type="http://schemas.openxmlformats.org/officeDocument/2006/relationships/notesMaster" Target="/ppt/notesMasters/notesMaster1.xml" Id="Rf6cd562333614b15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5f06f715178a47b8" /><Relationship Type="http://schemas.openxmlformats.org/officeDocument/2006/relationships/notesMaster" Target="/ppt/notesMasters/notesMaster1.xml" Id="Ra6f9d38779ec48a8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18d681418efd4f11" /><Relationship Type="http://schemas.openxmlformats.org/officeDocument/2006/relationships/notesMaster" Target="/ppt/notesMasters/notesMaster1.xml" Id="R512e4b4d434f4d1d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bc3b5d24d17548cf" /><Relationship Type="http://schemas.openxmlformats.org/officeDocument/2006/relationships/notesMaster" Target="/ppt/notesMasters/notesMaster1.xml" Id="Rd088b05165a6432d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51103d65f7e54292" /><Relationship Type="http://schemas.openxmlformats.org/officeDocument/2006/relationships/notesMaster" Target="/ppt/notesMasters/notesMaster1.xml" Id="Ra89bd24d9b1c48ed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2f913bcfc0264979" /><Relationship Type="http://schemas.openxmlformats.org/officeDocument/2006/relationships/notesMaster" Target="/ppt/notesMasters/notesMaster1.xml" Id="Re246fa987bf24798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11106a3caa6e4f55" /><Relationship Type="http://schemas.openxmlformats.org/officeDocument/2006/relationships/notesMaster" Target="/ppt/notesMasters/notesMaster1.xml" Id="R6872af11ebba4919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f737ada8b0fc4fbf" /><Relationship Type="http://schemas.openxmlformats.org/officeDocument/2006/relationships/notesMaster" Target="/ppt/notesMasters/notesMaster1.xml" Id="Ra0a26e001c4847b0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7f93f62115594fdf" /><Relationship Type="http://schemas.openxmlformats.org/officeDocument/2006/relationships/notesMaster" Target="/ppt/notesMasters/notesMaster1.xml" Id="Rec4d53eceebf4fdd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2313e94bf6964a4d" /><Relationship Type="http://schemas.openxmlformats.org/officeDocument/2006/relationships/notesMaster" Target="/ppt/notesMasters/notesMaster1.xml" Id="R1d0a9007d3524236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3543a876dec14a00" /><Relationship Type="http://schemas.openxmlformats.org/officeDocument/2006/relationships/notesMaster" Target="/ppt/notesMasters/notesMaster1.xml" Id="R9ef6d7577016486f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b8f106e6b144403f" /><Relationship Type="http://schemas.openxmlformats.org/officeDocument/2006/relationships/notesMaster" Target="/ppt/notesMasters/notesMaster1.xml" Id="R6a82aee02f20414e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774067f978104191" /><Relationship Type="http://schemas.openxmlformats.org/officeDocument/2006/relationships/notesMaster" Target="/ppt/notesMasters/notesMaster1.xml" Id="R052eebdf652a4c31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acfe90da4c194b2f" /><Relationship Type="http://schemas.openxmlformats.org/officeDocument/2006/relationships/notesMaster" Target="/ppt/notesMasters/notesMaster1.xml" Id="R9d7db093a0e2467d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cb3aae124e6e4a00" /><Relationship Type="http://schemas.openxmlformats.org/officeDocument/2006/relationships/notesMaster" Target="/ppt/notesMasters/notesMaster1.xml" Id="Rdee63f779be94644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2b021cfe391b4aaa" /><Relationship Type="http://schemas.openxmlformats.org/officeDocument/2006/relationships/notesMaster" Target="/ppt/notesMasters/notesMaster1.xml" Id="R4720daefec474c98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87360ed2a2b0495c" /><Relationship Type="http://schemas.openxmlformats.org/officeDocument/2006/relationships/notesMaster" Target="/ppt/notesMasters/notesMaster1.xml" Id="R794d6eb3f2b24fd8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0bc2d5adef724a5c" /><Relationship Type="http://schemas.openxmlformats.org/officeDocument/2006/relationships/notesMaster" Target="/ppt/notesMasters/notesMaster1.xml" Id="R5b80cb5a1773400a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44c6ebfb235f4adc" /><Relationship Type="http://schemas.openxmlformats.org/officeDocument/2006/relationships/notesMaster" Target="/ppt/notesMasters/notesMaster1.xml" Id="R1312fb8d998f4874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83775303c4a44a51" /><Relationship Type="http://schemas.openxmlformats.org/officeDocument/2006/relationships/notesMaster" Target="/ppt/notesMasters/notesMaster1.xml" Id="R5ba594a4f5914ecc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01a77aad966b4cc1" /><Relationship Type="http://schemas.openxmlformats.org/officeDocument/2006/relationships/notesMaster" Target="/ppt/notesMasters/notesMaster1.xml" Id="Re8adb760a5d74427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40ccb3fd3e6e4fbe" /><Relationship Type="http://schemas.openxmlformats.org/officeDocument/2006/relationships/notesMaster" Target="/ppt/notesMasters/notesMaster1.xml" Id="Rf73a66f73e3c4a9a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c126b95bf69d4fe9" /><Relationship Type="http://schemas.openxmlformats.org/officeDocument/2006/relationships/notesMaster" Target="/ppt/notesMasters/notesMaster1.xml" Id="R7875a48e9f604c61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678345f89a464d21" /><Relationship Type="http://schemas.openxmlformats.org/officeDocument/2006/relationships/notesMaster" Target="/ppt/notesMasters/notesMaster1.xml" Id="Rb34ea1e213bc46b0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ee5387f497144ae4" /><Relationship Type="http://schemas.openxmlformats.org/officeDocument/2006/relationships/notesMaster" Target="/ppt/notesMasters/notesMaster1.xml" Id="R5ceffe2598df45ad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1224ac1159bc42ea" /><Relationship Type="http://schemas.openxmlformats.org/officeDocument/2006/relationships/notesMaster" Target="/ppt/notesMasters/notesMaster1.xml" Id="R48d68e193f714a84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55c0d0773a224465" /><Relationship Type="http://schemas.openxmlformats.org/officeDocument/2006/relationships/notesMaster" Target="/ppt/notesMasters/notesMaster1.xml" Id="R316c287d8b3c40cc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5dff673405814354" /><Relationship Type="http://schemas.openxmlformats.org/officeDocument/2006/relationships/notesMaster" Target="/ppt/notesMasters/notesMaster1.xml" Id="R30f9e9e08fa44935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83a7d3b39e5c4f16" /><Relationship Type="http://schemas.openxmlformats.org/officeDocument/2006/relationships/notesMaster" Target="/ppt/notesMasters/notesMaster1.xml" Id="R28f1194f504043d6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bec95e7863a443ca" /><Relationship Type="http://schemas.openxmlformats.org/officeDocument/2006/relationships/notesMaster" Target="/ppt/notesMasters/notesMaster1.xml" Id="R3d83563ad34f4e61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0762acf81f0549bc" /><Relationship Type="http://schemas.openxmlformats.org/officeDocument/2006/relationships/notesMaster" Target="/ppt/notesMasters/notesMaster1.xml" Id="R6d6b5cd4773746be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93d30d1ac77e4107" /><Relationship Type="http://schemas.openxmlformats.org/officeDocument/2006/relationships/notesMaster" Target="/ppt/notesMasters/notesMaster1.xml" Id="R83a307cd5fcd4699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54b951b8b3c146a0" /><Relationship Type="http://schemas.openxmlformats.org/officeDocument/2006/relationships/notesMaster" Target="/ppt/notesMasters/notesMaster1.xml" Id="R64b1fd15361f4e97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1ef7c209f63c4017" /><Relationship Type="http://schemas.openxmlformats.org/officeDocument/2006/relationships/notesMaster" Target="/ppt/notesMasters/notesMaster1.xml" Id="Ra9de8b1e23d84ca2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184e1e6fa82c4b90" /><Relationship Type="http://schemas.openxmlformats.org/officeDocument/2006/relationships/notesMaster" Target="/ppt/notesMasters/notesMaster1.xml" Id="R517fbdcca3394f30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24e42d1db27240f1" /><Relationship Type="http://schemas.openxmlformats.org/officeDocument/2006/relationships/notesMaster" Target="/ppt/notesMasters/notesMaster1.xml" Id="Rfc6aa1dae0884316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2901799474a3474b" /><Relationship Type="http://schemas.openxmlformats.org/officeDocument/2006/relationships/notesMaster" Target="/ppt/notesMasters/notesMaster1.xml" Id="Ra096e7e817464d38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d6750df4c84e4bec" /><Relationship Type="http://schemas.openxmlformats.org/officeDocument/2006/relationships/notesMaster" Target="/ppt/notesMasters/notesMaster1.xml" Id="R5c03f262c3834643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dc80ff0365ff429f" /><Relationship Type="http://schemas.openxmlformats.org/officeDocument/2006/relationships/notesMaster" Target="/ppt/notesMasters/notesMaster1.xml" Id="R67d66caf6e314624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7dcfc490358b4c5d" /><Relationship Type="http://schemas.openxmlformats.org/officeDocument/2006/relationships/notesMaster" Target="/ppt/notesMasters/notesMaster1.xml" Id="R0ebf5767b66b40b8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b093d39e607a45b7" /><Relationship Type="http://schemas.openxmlformats.org/officeDocument/2006/relationships/notesMaster" Target="/ppt/notesMasters/notesMaster1.xml" Id="Re9340d9311c74753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33a79d6f2b9c482b" /><Relationship Type="http://schemas.openxmlformats.org/officeDocument/2006/relationships/notesMaster" Target="/ppt/notesMasters/notesMaster1.xml" Id="R9537ee18174f43c6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627a42d5bdc848d4" /><Relationship Type="http://schemas.openxmlformats.org/officeDocument/2006/relationships/notesMaster" Target="/ppt/notesMasters/notesMaster1.xml" Id="R4844a58393f94a8e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b95c4697229c4ea9" /><Relationship Type="http://schemas.openxmlformats.org/officeDocument/2006/relationships/notesMaster" Target="/ppt/notesMasters/notesMaster1.xml" Id="Re6409c1764fb46c4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e533d628755c47a3" /><Relationship Type="http://schemas.openxmlformats.org/officeDocument/2006/relationships/notesMaster" Target="/ppt/notesMasters/notesMaster1.xml" Id="Rbf6bdd517ac44cf7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62e0e973e5c7473e" /><Relationship Type="http://schemas.openxmlformats.org/officeDocument/2006/relationships/notesMaster" Target="/ppt/notesMasters/notesMaster1.xml" Id="R41bee568e5ec414d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d545646e047d4d02" /><Relationship Type="http://schemas.openxmlformats.org/officeDocument/2006/relationships/notesMaster" Target="/ppt/notesMasters/notesMaster1.xml" Id="R4b79fb8f82714924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8a83304cabce47c3" /><Relationship Type="http://schemas.openxmlformats.org/officeDocument/2006/relationships/notesMaster" Target="/ppt/notesMasters/notesMaster1.xml" Id="Re002ac689bec4c3c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432abb9140454392" /><Relationship Type="http://schemas.openxmlformats.org/officeDocument/2006/relationships/notesMaster" Target="/ppt/notesMasters/notesMaster1.xml" Id="R5155724594f74005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966009cf19234202" /><Relationship Type="http://schemas.openxmlformats.org/officeDocument/2006/relationships/notesMaster" Target="/ppt/notesMasters/notesMaster1.xml" Id="Rd4f2777ff56349dc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1621af1b591c4de6" /><Relationship Type="http://schemas.openxmlformats.org/officeDocument/2006/relationships/notesMaster" Target="/ppt/notesMasters/notesMaster1.xml" Id="R0d8ee99e87a74e37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4d395a91c5c04030" /><Relationship Type="http://schemas.openxmlformats.org/officeDocument/2006/relationships/notesMaster" Target="/ppt/notesMasters/notesMaster1.xml" Id="R76ca6eb07d3c4f13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820fe37b397b4a59" /><Relationship Type="http://schemas.openxmlformats.org/officeDocument/2006/relationships/notesMaster" Target="/ppt/notesMasters/notesMaster1.xml" Id="R8e0d218d14964eec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829ed84217884f09" /><Relationship Type="http://schemas.openxmlformats.org/officeDocument/2006/relationships/notesMaster" Target="/ppt/notesMasters/notesMaster1.xml" Id="Ra8e8b5c88b8744c4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142b080e28814adc" /><Relationship Type="http://schemas.openxmlformats.org/officeDocument/2006/relationships/notesMaster" Target="/ppt/notesMasters/notesMaster1.xml" Id="R20289199ae204877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c21cc6fc556243c6" /><Relationship Type="http://schemas.openxmlformats.org/officeDocument/2006/relationships/notesMaster" Target="/ppt/notesMasters/notesMaster1.xml" Id="R37a3de0cd8464ccd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11ae2d9152404572" /><Relationship Type="http://schemas.openxmlformats.org/officeDocument/2006/relationships/notesMaster" Target="/ppt/notesMasters/notesMaster1.xml" Id="Raae70ac6c4a348c5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6e0bddc7cfc6420d" /><Relationship Type="http://schemas.openxmlformats.org/officeDocument/2006/relationships/notesMaster" Target="/ppt/notesMasters/notesMaster1.xml" Id="R82bfa305c55144af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312673586f8c4e9a" /><Relationship Type="http://schemas.openxmlformats.org/officeDocument/2006/relationships/notesMaster" Target="/ppt/notesMasters/notesMaster1.xml" Id="R82bd76b0070a4053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6c7923675d60434f" /><Relationship Type="http://schemas.openxmlformats.org/officeDocument/2006/relationships/notesMaster" Target="/ppt/notesMasters/notesMaster1.xml" Id="Rc59b7bd4951043b3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93f7841239f34398" /><Relationship Type="http://schemas.openxmlformats.org/officeDocument/2006/relationships/notesMaster" Target="/ppt/notesMasters/notesMaster1.xml" Id="R62cbfd846ee040b4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f52fed1b0a114737" /><Relationship Type="http://schemas.openxmlformats.org/officeDocument/2006/relationships/notesMaster" Target="/ppt/notesMasters/notesMaster1.xml" Id="R3c6d71c1831040d8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df620819236943d2" /><Relationship Type="http://schemas.openxmlformats.org/officeDocument/2006/relationships/notesMaster" Target="/ppt/notesMasters/notesMaster1.xml" Id="R991b7ec5d03c4c08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c66114f3b84a4ae1" /><Relationship Type="http://schemas.openxmlformats.org/officeDocument/2006/relationships/notesMaster" Target="/ppt/notesMasters/notesMaster1.xml" Id="R7f51610120c54573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12d84f50220b49df" /><Relationship Type="http://schemas.openxmlformats.org/officeDocument/2006/relationships/notesMaster" Target="/ppt/notesMasters/notesMaster1.xml" Id="R9f48b2f7a9994eb9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c803584ef3eb4ce3" /><Relationship Type="http://schemas.openxmlformats.org/officeDocument/2006/relationships/notesMaster" Target="/ppt/notesMasters/notesMaster1.xml" Id="R3be013972d6742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https://thwiki.cc/%E9%9C%B2%E7%B1%B3%E5%A8%85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https://thwiki.cc/%E5%A4%A7%E5%A6%96%E7%B2%BE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https://thwiki.cc/%E7%90%AA%E9%9C%B2%E8%AF%BA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https://thwiki.cc/%E7%BA%A2%E7%BE%8E%E9%93%83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https://thwiki.cc/%E5%B0%8F%E6%81%B6%E9%AD%94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https://thwiki.cc/%E5%B8%95%E7%A7%8B%E8%8E%89%C2%B7%E8%AF%BA%E8%95%BE%E5%A7%AC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https://thwiki.cc/%E5%8D%81%E5%85%AD%E5%A4%9C%E5%92%B2%E5%A4%9C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https://thwiki.cc/%E8%95%BE%E7%B1%B3%E8%8E%89%E4%BA%9A%C2%B7%E6%96%AF%E5%8D%A1%E8%95%BE%E7%89%B9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https://thwiki.cc/%E8%8A%99%E5%85%B0%E6%9C%B5%E9%9C%B2%C2%B7%E6%96%AF%E5%8D%A1%E8%95%BE%E7%89%B9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https://thwiki.cc/%E8%95%BE%E8%92%82%C2%B7%E9%9C%8D%E7%93%A6%E7%89%B9%E6%B4%9B%E5%85%8B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https://thwiki.cc/%E6%A9%99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https://thwiki.cc/%E7%88%B1%E4%B8%BD%E4%B8%9D%C2%B7%E7%8E%9B%E6%A0%BC%E7%89%B9%E6%B4%9B%E4%BE%9D%E5%BE%B7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https://thwiki.cc/%E8%8E%89%E8%8E%89%E9%9C%8D%E7%93%A6%E7%89%B9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https://thwiki.cc/%E9%9C%B2%E5%A8%9C%E8%90%A8%C2%B7%E6%99%AE%E8%8E%89%E5%85%B9%E5%A7%86%E5%88%A9%E5%B7%B4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https://thwiki.cc/%E6%A2%85%E9%9C%B2%E5%85%B0%C2%B7%E6%99%AE%E8%8E%89%E5%85%B9%E5%A7%86%E5%88%A9%E5%B7%B4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https://thwiki.cc/%E8%8E%89%E8%8E%89%E5%8D%A1%C2%B7%E6%99%AE%E8%8E%89%E5%85%B9%E5%A7%86%E5%88%A9%E5%B7%B4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https://thwiki.cc/%E9%AD%82%E9%AD%84%E5%A6%96%E6%A2%A6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https://thwiki.cc/%E8%A5%BF%E8%A1%8C%E5%AF%BA%E5%B9%BD%E5%B9%BD%E5%AD%90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https://thwiki.cc/%E5%85%AB%E4%BA%91%E8%93%9D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https://thwiki.cc/%E5%85%AB%E4%BA%91%E7%B4%AB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https://thwiki.cc/%E4%BC%8A%E5%90%B9%E8%90%83%E9%A6%99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https://thwiki.cc/%E8%8E%89%E6%A0%BC%E9%9C%B2%C2%B7%E5%A5%88%E7%89%B9%E5%B7%B4%E6%A0%BC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https://thwiki.cc/%E7%B1%B3%E6%96%AF%E8%92%82%E5%A8%85%C2%B7%E8%90%9D%E8%95%BE%E6%8B%89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https://thwiki.cc/%E4%B8%8A%E7%99%BD%E6%B3%BD%E6%85%A7%E9%9F%B3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https://thwiki.cc/因幡帝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https://thwiki.cc/%E9%93%83%E4%BB%99%C2%B7%E4%BC%98%E6%98%99%E5%8D%8E%E9%99%A2%C2%B7%E5%9B%A0%E5%B9%A1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https://thwiki.cc/%E5%85%AB%E6%84%8F%E6%B0%B8%E7%90%B3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https://thwiki.cc/%E8%93%AC%E8%8E%B1%E5%B1%B1%E8%BE%89%E5%A4%9C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https://thwiki.cc/%E8%97%A4%E5%8E%9F%E5%A6%B9%E7%BA%A2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https://thwiki.cc/%E6%A2%85%E8%92%82%E6%AC%A3%C2%B7%E6%A2%85%E5%85%B0%E5%8F%AF%E8%8E%89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https://thwiki.cc/%E9%A3%8E%E8%A7%81%E5%B9%BD%E9%A6%99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https://thwiki.cc/%E5%B0%84%E5%91%BD%E4%B8%B8%E6%96%87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https://thwiki.cc/%E5%B0%8F%E9%87%8E%E5%A1%9A%E5%B0%8F%E7%94%BA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https://thwiki.cc/%E5%9B%9B%E5%AD%A3%E6%98%A0%E5%A7%AC%C2%B7%E5%A4%9C%E6%91%A9%E4%BB%99%E9%82%A3%E5%BA%A6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https://thwiki.cc/%E7%A7%8B%E9%9D%99%E5%8F%B6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https://thwiki.cc/%E7%A7%8B%E7%A9%B0%E5%AD%90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https://thwiki.cc/%E9%94%AE%E5%B1%B1%E9%9B%8F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https://thwiki.cc/%E6%B2%B3%E5%9F%8E%E8%8D%B7%E5%8F%96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https://thwiki.cc/%E7%8A%AC%E8%B5%B0%E6%A4%9B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https://thwiki.cc/%E4%B8%9C%E9%A3%8E%E8%B0%B7%E6%97%A9%E8%8B%97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https://thwiki.cc/%E5%85%AB%E5%9D%82%E7%A5%9E%E5%A5%88%E5%AD%90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https://thwiki.cc/%E6%B4%A9%E7%9F%A2%E8%AF%B9%E8%AE%BF%E5%AD%90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https://thwiki.cc/%E6%B0%B8%E6%B1%9F%E8%A1%A3%E7%8E%96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https://thwiki.cc/%E6%AF%94%E9%82%A3%E5%90%8D%E5%B1%85%E5%A4%A9%E5%AD%90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https://thwiki.cc/%E7%90%AA%E6%96%AF%E7%BE%8E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https://thwiki.cc/%E9%BB%91%E8%B0%B7%E5%B1%B1%E5%A5%B3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https://thwiki.cc/%E6%B0%B4%E6%A1%A5%E5%B8%95%E9%9C%B2%E8%A5%BF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https://thwiki.cc/%E6%98%9F%E7%86%8A%E5%8B%87%E4%BB%AA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https://thwiki.cc/%E5%8F%A4%E6%98%8E%E5%9C%B0%E8%A7%89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https://thwiki.cc/%E7%81%AB%E7%84%B0%E7%8C%AB%E7%87%90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https://thwiki.cc/%E7%81%B5%E4%B9%8C%E8%B7%AF%E7%A9%BA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https://thwiki.cc/%E5%8F%A4%E6%98%8E%E5%9C%B0%E6%81%8B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https://thwiki.cc/%E5%A8%9C%E5%85%B9%E7%8E%B2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https://thwiki.cc/%E5%A4%9A%E5%A4%9A%E8%89%AF%E5%B0%8F%E4%BC%9E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https://thwiki.cc/云居一轮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https://thwiki.cc/云山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https://thwiki.cc/%E6%9D%91%E7%BA%B1%E6%B0%B4%E8%9C%9C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https://thwiki.cc/%E5%AF%85%E4%B8%B8%E6%98%9F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https://thwiki.cc/%E5%9C%A3%E7%99%BD%E8%8E%B2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https://thwiki.cc/%E5%B0%81%E5%85%BD%E9%B5%BA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https://thwiki.cc/%E5%A7%AC%E6%B5%B7%E6%A3%A0%E6%9E%9C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https://thwiki.cc/%E6%A1%91%E5%B0%BC%E7%B1%B3%E5%B0%94%E5%85%8B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https://thwiki.cc/%E9%9C%B2%E5%A8%9C%E5%88%87%E9%9C%B2%E5%BE%B7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https://thwiki.cc/%E6%96%AF%E5%A1%94%E8%90%A8%E8%8F%B2%E9%9B%85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https://thwiki.cc/%E5%B9%BD%E8%B0%B7%E5%93%8D%E5%AD%90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https://thwiki.cc/%E5%AE%AB%E5%8F%A4%E8%8A%B3%E9%A6%99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https://thwiki.cc/%E9%9C%8D%E9%9D%92%E5%A8%A5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https://thwiki.cc/%E8%8B%8F%E6%88%91%E5%B1%A0%E8%87%AA%E5%8F%A4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https://thwiki.cc/%E7%89%A9%E9%83%A8%E5%B8%83%E9%83%BD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https://thwiki.cc/%E4%B8%B0%E8%81%AA%E8%80%B3%E7%A5%9E%E5%AD%90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https://thwiki.cc/%E4%BA%8C%E5%B2%A9%E7%8C%AF%E8%97%8F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https://thwiki.cc/%E7%A7%A6%E5%BF%83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https://thwiki.cc/%E8%8B%A5%E9%B9%AD%E5%A7%AC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https://thwiki.cc/%E8%B5%A4%E8%9B%AE%E5%A5%87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https://thwiki.cc/%E4%BB%8A%E6%B3%89%E5%BD%B1%E7%8B%BC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https://thwiki.cc/%E4%B9%9D%E5%8D%81%E4%B9%9D%E5%BC%81%E5%BC%81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https://thwiki.cc/%E4%B9%9D%E5%8D%81%E4%B9%9D%E5%85%AB%E6%A1%A5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https://thwiki.cc/%E9%AC%BC%E4%BA%BA%E6%AD%A3%E9%82%AA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https://thwiki.cc/%E5%B0%91%E5%90%8D%E9%92%88%E5%A6%99%E4%B8%B8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https://thwiki.cc/%E5%A0%80%E5%B7%9D%E9%9B%B7%E9%BC%93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https://thwiki.cc/%E8%8C%A8%E6%9C%A8%E5%8D%8E%E6%89%87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https://thwiki.cc/%E5%AE%87%E4%BD%90%E8%A7%81%E5%A0%87%E5%AD%90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https://thwiki.cc/%E6%B8%85%E5%85%B0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https://thwiki.cc/%E9%93%83%E7%91%9A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https://thwiki.cc/%E5%93%86%E6%9D%A5%E5%92%AA%C2%B7%E8%8B%8F%E4%BC%8A%E7%89%B9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https://thwiki.cc/%E7%A8%80%E7%A5%9E%E6%8E%A2%E5%A5%B3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https://thwiki.cc/%E5%85%8B%E5%8A%B3%E6%81%A9%E7%9A%AE%E4%B8%9D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https://thwiki.cc/%E7%BA%AF%E7%8B%90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https://thwiki.cc/%E8%B5%AB%E5%8D%A1%E6%8F%90%E4%BA%9A%C2%B7%E6%8B%89%E7%A2%A7%E6%96%AF%E6%8B%89%E7%A5%96%E5%88%A9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https://thwiki.cc/%E4%BE%9D%E7%A5%9E%E5%A5%B3%E8%8B%91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https://thwiki.cc/%E4%BE%9D%E7%A5%9E%E7%B4%AB%E8%8B%91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https://thwiki.cc/%E7%88%B1%E5%A1%94%E5%A6%AE%E7%BC%87%E6%8B%89%E5%B0%94%E7%93%A6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https://thwiki.cc/%E5%9D%82%E7%94%B0%E5%90%88%E6%AC%A2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https://thwiki.cc/%E9%AB%98%E4%B8%BD%E9%87%8E%E9%98%BF%E5%90%BD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https://thwiki.cc/%E7%9F%A2%E7%94%B0%E5%AF%BA%E6%88%90%E7%BE%8E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https://thwiki.cc/%E4%B8%81%E7%A4%BC%E7%94%B0%E8%88%9E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https://thwiki.cc/%E5%B0%94%E5%AD%90%E7%94%B0%E9%87%8C%E4%B9%83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https://thwiki.cc/%E6%91%A9%E5%A4%9A%E7%BD%97%E9%9A%90%E5%B2%90%E5%A5%88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https://thwiki.cc/%E6%88%8E%E7%92%8E%E8%8A%B1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https://thwiki.cc/%E7%89%9B%E5%B4%8E%E6%B6%A6%E7%BE%8E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https://thwiki.cc/%E5%BA%AD%E6%B8%A1%E4%B9%85%E4%BE%98%E6%AD%8C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https://thwiki.cc/%E5%90%89%E5%90%8A%E5%85%AB%E5%8D%83%E6%85%A7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https://thwiki.cc/%E6%9D%96%E5%88%80%E5%81%B6%E7%A3%A8%E5%BC%93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https://thwiki.cc/%E5%9F%B4%E5%AE%89%E7%A5%9E%E8%A2%BF%E5%A7%AC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https://thwiki.cc/%E9%AA%8A%E9%A9%B9%E6%97%A9%E9%AC%BC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https://thwiki.cc/%E9%A5%95%E9%A4%AE%E5%B0%A4%E9%AD%94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https://thwiki.cc/%E8%B1%AA%E5%BE%B7%E5%AF%BA%E4%B8%89%E8%8A%B1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https://thwiki.cc/%E5%B1%B1%E5%9F%8E%E9%AB%98%E5%B2%AD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https://thwiki.cc/%E9%A9%B9%E8%8D%89%E5%B1%B1%E5%A6%82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https://thwiki.cc/%E7%8E%89%E9%80%A0%E9%AD%85%E9%A1%BB%E4%B8%B8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https://thwiki.cc/%E8%8F%85%E7%89%A7%E5%85%B8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https://thwiki.cc/%E9%A5%AD%E7%BA%B2%E4%B8%B8%E9%BE%99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https://thwiki.cc/%E5%A4%A9%E5%BC%93%E5%8D%83%E4%BA%A6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https://thwiki.cc/%E5%A7%AC%E8%99%AB%E7%99%BE%E7%99%BE%E4%B8%96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https://thwiki.cc/%E5%AD%99%E7%BE%8E%E5%A4%A9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https://thwiki.cc/%E4%B8%89%E5%A4%B4%E6%85%A7%E4%B9%8B%E5%AD%90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https://thwiki.cc/%E5%A4%A9%E7%81%AB%E4%BA%BA%E8%A1%80%E6%9E%AA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https://thwiki.cc/%E8%B1%AB%E6%AF%8D%E9%83%BD%E6%97%A5%E7%8B%AD%E7%BE%8E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https://thwiki.cc/%E6%97%A5%E7%99%BD%E6%AE%8B%E6%97%A0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https://thwiki.cc/%E7%BB%B5%E6%9C%88%E4%B8%B0%E5%A7%AC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https://thwiki.cc/%E7%BB%B5%E6%9C%88%E4%BE%9D%E5%A7%AC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https://thwiki.cc/%E6%9C%AC%E5%B1%85%E5%B0%8F%E9%93%83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东方Project同人AI插图手册，非官方出版。既有主范围以《东方幻存神签》名录为基准，补锦上京、秘封与Reisen。本次编辑日期2026-10-21，未宣称穷尽所有官方人物。教学展示与非商业免费下载。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https://thwiki.cc/%E5%A5%A5%E9%87%8E%E7%94%B0%E7%BE%8E%E5%AE%B5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https://thwiki.cc/%E5%AE%AB%E5%87%BA%E5%8F%A3%E7%91%9E%E7%81%B5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https://thwiki.cc/%E6%A3%AE%E8%BF%91%E9%9C%96%E4%B9%8B%E5%8A%A9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https://thwiki.cc/%E7%A8%97%E7%94%B0%E9%98%BF%E6%B1%82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https://thwiki.cc/%E9%9B%BE%E9%9B%A8%E9%AD%94%E7%90%86%E6%B2%99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https://thwiki.cc/%E5%8D%9A%E4%B8%BD%E7%81%B5%E6%A2%A6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https://thwiki.cc/%E5%B0%98%E5%A1%9A%E5%A7%A5%E8%8A%BD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https://thwiki.cc/%E5%B0%81%E5%85%BD%E9%AD%91%E9%AD%85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https://thwiki.cc/%E9%81%93%E7%A5%9E%E9%A9%AF%E5%AD%90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https://thwiki.cc/%E7%BB%B4%E7%BC%A6%C2%B7%E6%B5%85%E9%97%B4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https://thwiki.cc/%E7%A3%90%E6%B0%B8%E9%98%BF%E6%A2%A8%E5%A4%9C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https://thwiki.cc/%E6%B8%A1%E9%87%8C%E8%B4%9D%E5%AD%90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https://thwiki.cc/%E5%AE%87%E4%BD%90%E8%A7%81%E8%8E%B2%E5%AD%90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https://thwiki.cc/%E7%8E%9B%E8%89%BE%E9%9C%B2%E8%B4%9D%E8%8E%89%C2%B7%E8%B5%AB%E6%81%A9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本册主范围人物档案。具体资料来源与核验状态见研究账本；本次编辑日期2026-10-21。</a:t>
            </a:r>
          </a:p>
          <a:p xmlns:a="http://schemas.openxmlformats.org/drawingml/2006/main">
            <a:r>
              <a:t>https://thwiki.cc/Reisen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d10c40b2e4f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7cdb56be44d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1ad8a7551743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77c37c7e9747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ef8b5a7ac43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09006151064d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F7D1DD-8DBA-48E8-983A-C27A016F3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B245A7-205B-4BE8-9C99-6AC65F372F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D54992-FE6C-40A2-86B0-AA94B6E229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EFFADC-47A3-4069-BC01-A3C01475A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EB1992-2524-40F2-BA9E-134159AB76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135C90-15F2-4E1A-95E5-0C167DE34C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4CD5C4-F976-4421-9CC7-6765650B9F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72EC7A-2BF6-4997-9E8F-D28155B715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24386F-2FBD-493C-AB81-9A29E4A542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40A105-531E-401E-8D2C-B32823E5C8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0fcdbd7856452e" /><Relationship Type="http://schemas.openxmlformats.org/officeDocument/2006/relationships/slideLayout" Target="/ppt/slideLayouts/slideLayout1.xml" Id="R3298dc91824042fa" /><Relationship Type="http://schemas.openxmlformats.org/officeDocument/2006/relationships/slideLayout" Target="/ppt/slideLayouts/slideLayout2.xml" Id="Raf7d19680550461a" /><Relationship Type="http://schemas.openxmlformats.org/officeDocument/2006/relationships/slideLayout" Target="/ppt/slideLayouts/slideLayout3.xml" Id="Rdf329d34f40a4ab7" /><Relationship Type="http://schemas.openxmlformats.org/officeDocument/2006/relationships/slideLayout" Target="/ppt/slideLayouts/slideLayout4.xml" Id="Rdf08867d92fd4ed5" /><Relationship Type="http://schemas.openxmlformats.org/officeDocument/2006/relationships/slideLayout" Target="/ppt/slideLayouts/slideLayout5.xml" Id="R2122f53ad9164822" /><Relationship Type="http://schemas.openxmlformats.org/officeDocument/2006/relationships/slideLayout" Target="/ppt/slideLayouts/slideLayout6.xml" Id="Rb30362a24f164f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98dc91824042fa"/>
    <p:sldLayoutId xmlns:r="http://schemas.openxmlformats.org/officeDocument/2006/relationships" id="2147483650" r:id="Raf7d19680550461a"/>
    <p:sldLayoutId xmlns:r="http://schemas.openxmlformats.org/officeDocument/2006/relationships" id="2147483651" r:id="Rdf329d34f40a4ab7"/>
    <p:sldLayoutId xmlns:r="http://schemas.openxmlformats.org/officeDocument/2006/relationships" id="2147483652" r:id="Rdf08867d92fd4ed5"/>
    <p:sldLayoutId xmlns:r="http://schemas.openxmlformats.org/officeDocument/2006/relationships" id="2147483653" r:id="R2122f53ad9164822"/>
    <p:sldLayoutId xmlns:r="http://schemas.openxmlformats.org/officeDocument/2006/relationships" id="2147483654" r:id="Rb30362a24f164f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9669ccee6544e6" /><Relationship Type="http://schemas.openxmlformats.org/officeDocument/2006/relationships/image" Target="/ppt/media/image.png" Id="R093929a723524ccb" /><Relationship Type="http://schemas.openxmlformats.org/officeDocument/2006/relationships/image" Target="/ppt/media/image2.png" Id="R7f84a5b9061942db" /><Relationship Type="http://schemas.openxmlformats.org/officeDocument/2006/relationships/image" Target="/ppt/media/image3.png" Id="R8ffdfbeb67d141af" /><Relationship Type="http://schemas.openxmlformats.org/officeDocument/2006/relationships/image" Target="/ppt/media/image4.png" Id="Rcf9e734187234914" /><Relationship Type="http://schemas.openxmlformats.org/officeDocument/2006/relationships/notesSlide" Target="/ppt/notesSlides/notesSlide1.xml" Id="Rb8f8474189c944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02a3255504e68" /><Relationship Type="http://schemas.openxmlformats.org/officeDocument/2006/relationships/image" Target="/ppt/media/image.jpeg" Id="R622f276872cc4397" /><Relationship Type="http://schemas.openxmlformats.org/officeDocument/2006/relationships/image" Target="/ppt/media/image2.jpeg" Id="R148fe4270113403e" /><Relationship Type="http://schemas.openxmlformats.org/officeDocument/2006/relationships/image" Target="/ppt/media/image3.jpeg" Id="Ra229816190854d5d" /><Relationship Type="http://schemas.openxmlformats.org/officeDocument/2006/relationships/image" Target="/ppt/media/image4.jpeg" Id="R2698719fee574827" /><Relationship Type="http://schemas.openxmlformats.org/officeDocument/2006/relationships/image" Target="/ppt/media/image5.jpeg" Id="R215d82197c3e4dbc" /><Relationship Type="http://schemas.openxmlformats.org/officeDocument/2006/relationships/image" Target="/ppt/media/image6.jpeg" Id="R100eefaad39a41de" /><Relationship Type="http://schemas.openxmlformats.org/officeDocument/2006/relationships/image" Target="/ppt/media/image7.jpeg" Id="Rb371d53dbe0f4610" /><Relationship Type="http://schemas.openxmlformats.org/officeDocument/2006/relationships/image" Target="/ppt/media/image8.jpeg" Id="R23865c761fdb44da" /><Relationship Type="http://schemas.openxmlformats.org/officeDocument/2006/relationships/image" Target="/ppt/media/image9.jpeg" Id="Rc16710015a2a484d" /><Relationship Type="http://schemas.openxmlformats.org/officeDocument/2006/relationships/notesSlide" Target="/ppt/notesSlides/notesSlide2.xml" Id="R3193e17794864d3f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d975e0237ab43d1" /><Relationship Type="http://schemas.openxmlformats.org/officeDocument/2006/relationships/image" Target="../media/image.jpeg" Id="R6c203451bb7b479f" /><Relationship Type="http://schemas.openxmlformats.org/officeDocument/2006/relationships/notesSlide" Target="/ppt/notesSlides/notesSlide3.xml" Id="Rfa2691d5ba924809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4399e7ef4ea4221" /><Relationship Type="http://schemas.openxmlformats.org/officeDocument/2006/relationships/image" Target="../media/image2.jpeg" Id="R84a66d9ba53a4059" /><Relationship Type="http://schemas.openxmlformats.org/officeDocument/2006/relationships/notesSlide" Target="/ppt/notesSlides/notesSlide4.xml" Id="R91a5d20bf0e04ffa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239ce4bf95340aa" /><Relationship Type="http://schemas.openxmlformats.org/officeDocument/2006/relationships/image" Target="../media/image3.jpeg" Id="Rce8dad4cd1244467" /><Relationship Type="http://schemas.openxmlformats.org/officeDocument/2006/relationships/notesSlide" Target="/ppt/notesSlides/notesSlide5.xml" Id="Re2642cd1a97c4c53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b85ede993e44e2b" /><Relationship Type="http://schemas.openxmlformats.org/officeDocument/2006/relationships/image" Target="../media/image4.jpeg" Id="R5cce2e4ef5d24b71" /><Relationship Type="http://schemas.openxmlformats.org/officeDocument/2006/relationships/notesSlide" Target="/ppt/notesSlides/notesSlide6.xml" Id="Ra1c4495f9e2b4611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620fcb877074965" /><Relationship Type="http://schemas.openxmlformats.org/officeDocument/2006/relationships/image" Target="../media/image5.jpeg" Id="R3bc287142a1f4755" /><Relationship Type="http://schemas.openxmlformats.org/officeDocument/2006/relationships/notesSlide" Target="/ppt/notesSlides/notesSlide7.xml" Id="R1e96c9be62eb4241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8287e03d13c4427" /><Relationship Type="http://schemas.openxmlformats.org/officeDocument/2006/relationships/image" Target="../media/image6.jpeg" Id="Rccf70523de91418a" /><Relationship Type="http://schemas.openxmlformats.org/officeDocument/2006/relationships/notesSlide" Target="/ppt/notesSlides/notesSlide8.xml" Id="R2a2418e700764e4f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f2aaf0ecde2415c" /><Relationship Type="http://schemas.openxmlformats.org/officeDocument/2006/relationships/image" Target="../media/image7.jpeg" Id="R16431e14b0444916" /><Relationship Type="http://schemas.openxmlformats.org/officeDocument/2006/relationships/notesSlide" Target="/ppt/notesSlides/notesSlide9.xml" Id="Ra0d5da967b474b35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7cb2f42b39b4a87" /><Relationship Type="http://schemas.openxmlformats.org/officeDocument/2006/relationships/image" Target="../media/image8.jpeg" Id="Rfdb65c3a30ab4674" /><Relationship Type="http://schemas.openxmlformats.org/officeDocument/2006/relationships/notesSlide" Target="/ppt/notesSlides/notesSlide10.xml" Id="R7bc47909dc7d45d3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e3ba1fe18ba4410" /><Relationship Type="http://schemas.openxmlformats.org/officeDocument/2006/relationships/image" Target="../media/image9.jpeg" Id="Rc028924ab0ba45dd" /><Relationship Type="http://schemas.openxmlformats.org/officeDocument/2006/relationships/notesSlide" Target="/ppt/notesSlides/notesSlide11.xml" Id="R6202d637997445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b74e14c1d4230" /><Relationship Type="http://schemas.openxmlformats.org/officeDocument/2006/relationships/image" Target="/ppt/media/image19.jpeg" Id="R2d46254fe21e45fe" /><Relationship Type="http://schemas.openxmlformats.org/officeDocument/2006/relationships/image" Target="/ppt/media/image20.jpeg" Id="Ra30cf29a26fc4e7e" /><Relationship Type="http://schemas.openxmlformats.org/officeDocument/2006/relationships/image" Target="/ppt/media/image21.jpeg" Id="R4355aff139dc4d6e" /><Relationship Type="http://schemas.openxmlformats.org/officeDocument/2006/relationships/image" Target="/ppt/media/image22.jpeg" Id="R480d7b9dda6a425c" /><Relationship Type="http://schemas.openxmlformats.org/officeDocument/2006/relationships/image" Target="/ppt/media/image23.jpeg" Id="R08edab903f624e57" /><Relationship Type="http://schemas.openxmlformats.org/officeDocument/2006/relationships/image" Target="/ppt/media/image24.jpeg" Id="Rb628ffe82a994696" /><Relationship Type="http://schemas.openxmlformats.org/officeDocument/2006/relationships/notesSlide" Target="/ppt/notesSlides/notesSlide12.xml" Id="Rbd581f9e790349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457e7660d42fa" /><Relationship Type="http://schemas.openxmlformats.org/officeDocument/2006/relationships/image" Target="/ppt/media/image25.jpeg" Id="R02a3d33fff7e40fa" /><Relationship Type="http://schemas.openxmlformats.org/officeDocument/2006/relationships/image" Target="/ppt/media/image26.jpeg" Id="R70e3713ca6524554" /><Relationship Type="http://schemas.openxmlformats.org/officeDocument/2006/relationships/image" Target="/ppt/media/image27.jpeg" Id="Rbd5ee7004c064ce9" /><Relationship Type="http://schemas.openxmlformats.org/officeDocument/2006/relationships/image" Target="/ppt/media/image28.jpeg" Id="R5bbdda0c414e4ded" /><Relationship Type="http://schemas.openxmlformats.org/officeDocument/2006/relationships/image" Target="/ppt/media/image29.jpeg" Id="Rfb2280800e464a87" /><Relationship Type="http://schemas.openxmlformats.org/officeDocument/2006/relationships/image" Target="/ppt/media/image30.jpeg" Id="Rb23ea6e8d6c94fc6" /><Relationship Type="http://schemas.openxmlformats.org/officeDocument/2006/relationships/notesSlide" Target="/ppt/notesSlides/notesSlide13.xml" Id="R739167b82bc240cb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e4e2587c35344f2" /><Relationship Type="http://schemas.openxmlformats.org/officeDocument/2006/relationships/image" Target="../media/image19.jpeg" Id="R89377f62999a4db2" /><Relationship Type="http://schemas.openxmlformats.org/officeDocument/2006/relationships/notesSlide" Target="/ppt/notesSlides/notesSlide14.xml" Id="Rfe71c26503424bb8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d852b18027b4bc0" /><Relationship Type="http://schemas.openxmlformats.org/officeDocument/2006/relationships/image" Target="../media/image20.jpeg" Id="R2454bc812beb43f0" /><Relationship Type="http://schemas.openxmlformats.org/officeDocument/2006/relationships/notesSlide" Target="/ppt/notesSlides/notesSlide15.xml" Id="R6183553ce1e24365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da93d64d9624673" /><Relationship Type="http://schemas.openxmlformats.org/officeDocument/2006/relationships/image" Target="../media/image21.jpeg" Id="Ref50c25ba6f0493e" /><Relationship Type="http://schemas.openxmlformats.org/officeDocument/2006/relationships/notesSlide" Target="/ppt/notesSlides/notesSlide16.xml" Id="Rbce6d5f7e0e24e96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7ee98578a1a4530" /><Relationship Type="http://schemas.openxmlformats.org/officeDocument/2006/relationships/image" Target="../media/image22.jpeg" Id="R806e2c8588d84543" /><Relationship Type="http://schemas.openxmlformats.org/officeDocument/2006/relationships/notesSlide" Target="/ppt/notesSlides/notesSlide17.xml" Id="Re3c675f049974535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e3d13a59e20419d" /><Relationship Type="http://schemas.openxmlformats.org/officeDocument/2006/relationships/image" Target="../media/image23.jpeg" Id="Rc39a8c2d9d0f446b" /><Relationship Type="http://schemas.openxmlformats.org/officeDocument/2006/relationships/notesSlide" Target="/ppt/notesSlides/notesSlide18.xml" Id="Ra0ce19101c85447f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b0f1672507b4838" /><Relationship Type="http://schemas.openxmlformats.org/officeDocument/2006/relationships/image" Target="../media/image24.jpeg" Id="R7fd63d3748e7413a" /><Relationship Type="http://schemas.openxmlformats.org/officeDocument/2006/relationships/notesSlide" Target="/ppt/notesSlides/notesSlide19.xml" Id="Rc84e999a6e86458a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64388da67554ad1" /><Relationship Type="http://schemas.openxmlformats.org/officeDocument/2006/relationships/image" Target="../media/image25.jpeg" Id="Rbf8dacdc1b444d08" /><Relationship Type="http://schemas.openxmlformats.org/officeDocument/2006/relationships/notesSlide" Target="/ppt/notesSlides/notesSlide20.xml" Id="Rcca9fc552b6b4563" /></Relationships>
</file>

<file path=ppt/slides/_rels/slide2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45db893178748ac" /><Relationship Type="http://schemas.openxmlformats.org/officeDocument/2006/relationships/image" Target="../media/image26.jpeg" Id="R2e3b3cd1f07344b6" /><Relationship Type="http://schemas.openxmlformats.org/officeDocument/2006/relationships/notesSlide" Target="/ppt/notesSlides/notesSlide21.xml" Id="Ref8409bb85c54af7" /></Relationships>
</file>

<file path=ppt/slides/_rels/slide2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f6c29e2f0ea425d" /><Relationship Type="http://schemas.openxmlformats.org/officeDocument/2006/relationships/image" Target="../media/image27.jpeg" Id="R7786378e2acc4d91" /><Relationship Type="http://schemas.openxmlformats.org/officeDocument/2006/relationships/notesSlide" Target="/ppt/notesSlides/notesSlide22.xml" Id="Ra6a0d4e106234f31" /></Relationships>
</file>

<file path=ppt/slides/_rels/slide2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8fd0d51e72749c2" /><Relationship Type="http://schemas.openxmlformats.org/officeDocument/2006/relationships/image" Target="../media/image28.jpeg" Id="R5e94f34c62bb423f" /><Relationship Type="http://schemas.openxmlformats.org/officeDocument/2006/relationships/notesSlide" Target="/ppt/notesSlides/notesSlide23.xml" Id="Re7688a9ee6424546" /></Relationships>
</file>

<file path=ppt/slides/_rels/slide2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d3635ed41d94d8c" /><Relationship Type="http://schemas.openxmlformats.org/officeDocument/2006/relationships/image" Target="../media/image29.jpeg" Id="R17a8f415cc0341a7" /><Relationship Type="http://schemas.openxmlformats.org/officeDocument/2006/relationships/notesSlide" Target="/ppt/notesSlides/notesSlide24.xml" Id="R0e3430bf66a24e53" /></Relationships>
</file>

<file path=ppt/slides/_rels/slide2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9818ed9b4154701" /><Relationship Type="http://schemas.openxmlformats.org/officeDocument/2006/relationships/image" Target="../media/image30.jpeg" Id="R11f5e64129ec4817" /><Relationship Type="http://schemas.openxmlformats.org/officeDocument/2006/relationships/notesSlide" Target="/ppt/notesSlides/notesSlide25.xml" Id="R4f27743dcaa3406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57196e8984ebc" /><Relationship Type="http://schemas.openxmlformats.org/officeDocument/2006/relationships/image" Target="/ppt/media/image43.jpeg" Id="Rc3bfbac27dc84e68" /><Relationship Type="http://schemas.openxmlformats.org/officeDocument/2006/relationships/image" Target="/ppt/media/image44.jpeg" Id="R8038e1518f6946e5" /><Relationship Type="http://schemas.openxmlformats.org/officeDocument/2006/relationships/image" Target="/ppt/media/image45.jpeg" Id="R03e38a03bf124504" /><Relationship Type="http://schemas.openxmlformats.org/officeDocument/2006/relationships/image" Target="/ppt/media/image46.jpeg" Id="Re284d1a8bc7c4584" /><Relationship Type="http://schemas.openxmlformats.org/officeDocument/2006/relationships/image" Target="/ppt/media/image47.jpeg" Id="R4ec9dbd17e2c4d29" /><Relationship Type="http://schemas.openxmlformats.org/officeDocument/2006/relationships/image" Target="/ppt/media/image48.jpeg" Id="Rfe07950e6288464a" /><Relationship Type="http://schemas.openxmlformats.org/officeDocument/2006/relationships/image" Target="/ppt/media/image49.jpeg" Id="Ra9ef39c70b2e46f3" /><Relationship Type="http://schemas.openxmlformats.org/officeDocument/2006/relationships/notesSlide" Target="/ppt/notesSlides/notesSlide26.xml" Id="Rec0885ae6283442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11465db1c84489" /><Relationship Type="http://schemas.openxmlformats.org/officeDocument/2006/relationships/image" Target="/ppt/media/image50.jpeg" Id="R2150a80ddf0f4851" /><Relationship Type="http://schemas.openxmlformats.org/officeDocument/2006/relationships/image" Target="/ppt/media/image51.jpeg" Id="R91ac52a70fcc4055" /><Relationship Type="http://schemas.openxmlformats.org/officeDocument/2006/relationships/image" Target="/ppt/media/image52.jpeg" Id="R62129e5be5994514" /><Relationship Type="http://schemas.openxmlformats.org/officeDocument/2006/relationships/image" Target="/ppt/media/image53.jpeg" Id="R732a8521401e4bf5" /><Relationship Type="http://schemas.openxmlformats.org/officeDocument/2006/relationships/image" Target="/ppt/media/image54.jpeg" Id="Rb362f052191541df" /><Relationship Type="http://schemas.openxmlformats.org/officeDocument/2006/relationships/image" Target="/ppt/media/image55.jpeg" Id="R88edda862c784818" /><Relationship Type="http://schemas.openxmlformats.org/officeDocument/2006/relationships/notesSlide" Target="/ppt/notesSlides/notesSlide27.xml" Id="Rab8dc75419b44e8e" /></Relationships>
</file>

<file path=ppt/slides/_rels/slide2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c4e9a46bca44993" /><Relationship Type="http://schemas.openxmlformats.org/officeDocument/2006/relationships/image" Target="../media/image43.jpeg" Id="R3fe0cb2b6949430d" /><Relationship Type="http://schemas.openxmlformats.org/officeDocument/2006/relationships/notesSlide" Target="/ppt/notesSlides/notesSlide28.xml" Id="R70d8e5a383de40f9" /></Relationships>
</file>

<file path=ppt/slides/_rels/slide2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f7ce403f834473d" /><Relationship Type="http://schemas.openxmlformats.org/officeDocument/2006/relationships/image" Target="../media/image44.jpeg" Id="R2e248b5d237e4591" /><Relationship Type="http://schemas.openxmlformats.org/officeDocument/2006/relationships/notesSlide" Target="/ppt/notesSlides/notesSlide29.xml" Id="R6c9d8641501e485f" 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2370fc2fbbc4877" /><Relationship Type="http://schemas.openxmlformats.org/officeDocument/2006/relationships/image" Target="../media/image45.jpeg" Id="R0f70e98494da49fa" /><Relationship Type="http://schemas.openxmlformats.org/officeDocument/2006/relationships/notesSlide" Target="/ppt/notesSlides/notesSlide30.xml" Id="Rceb4b6e6c6514312" /></Relationships>
</file>

<file path=ppt/slides/_rels/slide3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dafe489101348cd" /><Relationship Type="http://schemas.openxmlformats.org/officeDocument/2006/relationships/image" Target="../media/image46.jpeg" Id="Rd59fce2ed6034dc6" /><Relationship Type="http://schemas.openxmlformats.org/officeDocument/2006/relationships/notesSlide" Target="/ppt/notesSlides/notesSlide31.xml" Id="R0a294e6c0c2a4b7c" /></Relationships>
</file>

<file path=ppt/slides/_rels/slide3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dc6eb00bdf44a00" /><Relationship Type="http://schemas.openxmlformats.org/officeDocument/2006/relationships/image" Target="../media/image47.jpeg" Id="R143e21bb91ef4b31" /><Relationship Type="http://schemas.openxmlformats.org/officeDocument/2006/relationships/notesSlide" Target="/ppt/notesSlides/notesSlide32.xml" Id="Rd0edea9e8f704b88" /></Relationships>
</file>

<file path=ppt/slides/_rels/slide3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342b292631e4e4a" /><Relationship Type="http://schemas.openxmlformats.org/officeDocument/2006/relationships/image" Target="../media/image48.jpeg" Id="R4c34483570734c07" /><Relationship Type="http://schemas.openxmlformats.org/officeDocument/2006/relationships/notesSlide" Target="/ppt/notesSlides/notesSlide33.xml" Id="Rb58c1f59a2164044" /></Relationships>
</file>

<file path=ppt/slides/_rels/slide3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3c4793f230a47ed" /><Relationship Type="http://schemas.openxmlformats.org/officeDocument/2006/relationships/image" Target="../media/image49.jpeg" Id="R355eb37401c74976" /><Relationship Type="http://schemas.openxmlformats.org/officeDocument/2006/relationships/notesSlide" Target="/ppt/notesSlides/notesSlide34.xml" Id="R7d98b56672a046b9" /></Relationships>
</file>

<file path=ppt/slides/_rels/slide3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dd0e9f9cb5b4635" /><Relationship Type="http://schemas.openxmlformats.org/officeDocument/2006/relationships/image" Target="../media/image50.jpeg" Id="R3726f7421d324f81" /><Relationship Type="http://schemas.openxmlformats.org/officeDocument/2006/relationships/notesSlide" Target="/ppt/notesSlides/notesSlide35.xml" Id="R22251d46c0d04da5" /></Relationships>
</file>

<file path=ppt/slides/_rels/slide3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0c7937625f94963" /><Relationship Type="http://schemas.openxmlformats.org/officeDocument/2006/relationships/image" Target="../media/image51.jpeg" Id="R11c4a48dfe6044c4" /><Relationship Type="http://schemas.openxmlformats.org/officeDocument/2006/relationships/notesSlide" Target="/ppt/notesSlides/notesSlide36.xml" Id="R3a6002f00e1b4708" /></Relationships>
</file>

<file path=ppt/slides/_rels/slide3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dea03fa2d634856" /><Relationship Type="http://schemas.openxmlformats.org/officeDocument/2006/relationships/image" Target="../media/image52.jpeg" Id="Rb31cdf5122064d12" /><Relationship Type="http://schemas.openxmlformats.org/officeDocument/2006/relationships/notesSlide" Target="/ppt/notesSlides/notesSlide37.xml" Id="Rf13a8333107f4fea" /></Relationships>
</file>

<file path=ppt/slides/_rels/slide3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87270d16cba4927" /><Relationship Type="http://schemas.openxmlformats.org/officeDocument/2006/relationships/image" Target="../media/image53.jpeg" Id="Rb4bfe84c02694112" /><Relationship Type="http://schemas.openxmlformats.org/officeDocument/2006/relationships/notesSlide" Target="/ppt/notesSlides/notesSlide38.xml" Id="R3c0e5b76071a4f07" /></Relationships>
</file>

<file path=ppt/slides/_rels/slide3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a49202ccf6741b9" /><Relationship Type="http://schemas.openxmlformats.org/officeDocument/2006/relationships/image" Target="../media/image54.jpeg" Id="R67d2de0764914ec1" /><Relationship Type="http://schemas.openxmlformats.org/officeDocument/2006/relationships/notesSlide" Target="/ppt/notesSlides/notesSlide39.xml" Id="R8b85ad09cb34471c" /></Relationships>
</file>

<file path=ppt/slides/_rels/slide4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e4cf4168ad54f2a" /><Relationship Type="http://schemas.openxmlformats.org/officeDocument/2006/relationships/image" Target="../media/image55.jpeg" Id="Rb7ce43a589e44b3b" /><Relationship Type="http://schemas.openxmlformats.org/officeDocument/2006/relationships/notesSlide" Target="/ppt/notesSlides/notesSlide40.xml" Id="R31be5d17bd3946b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decbf868e47ee" /><Relationship Type="http://schemas.openxmlformats.org/officeDocument/2006/relationships/image" Target="/ppt/media/image69.jpeg" Id="R374452191abe4c81" /><Relationship Type="http://schemas.openxmlformats.org/officeDocument/2006/relationships/image" Target="/ppt/media/image70.jpeg" Id="R5f43f735ce2e4195" /><Relationship Type="http://schemas.openxmlformats.org/officeDocument/2006/relationships/image" Target="/ppt/media/image71.jpeg" Id="R09634dc36a094793" /><Relationship Type="http://schemas.openxmlformats.org/officeDocument/2006/relationships/image" Target="/ppt/media/image72.jpeg" Id="R76afdd96ffe9471c" /><Relationship Type="http://schemas.openxmlformats.org/officeDocument/2006/relationships/image" Target="/ppt/media/image73.jpeg" Id="R8f424960c3a645a9" /><Relationship Type="http://schemas.openxmlformats.org/officeDocument/2006/relationships/image" Target="/ppt/media/image74.jpeg" Id="R0c8997524b834dd9" /><Relationship Type="http://schemas.openxmlformats.org/officeDocument/2006/relationships/image" Target="/ppt/media/image75.jpeg" Id="Rcb8c67483a484c3a" /><Relationship Type="http://schemas.openxmlformats.org/officeDocument/2006/relationships/image" Target="/ppt/media/image76.jpeg" Id="R8366a4c690934f76" /><Relationship Type="http://schemas.openxmlformats.org/officeDocument/2006/relationships/image" Target="/ppt/media/image77.jpeg" Id="Ra7bd73c8fbc74fef" /><Relationship Type="http://schemas.openxmlformats.org/officeDocument/2006/relationships/image" Target="/ppt/media/image78.jpeg" Id="R10bab1d7cb794ef4" /><Relationship Type="http://schemas.openxmlformats.org/officeDocument/2006/relationships/notesSlide" Target="/ppt/notesSlides/notesSlide41.xml" Id="Ra59c9526bfa948aa" /></Relationships>
</file>

<file path=ppt/slides/_rels/slide4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4fc4de701814b92" /><Relationship Type="http://schemas.openxmlformats.org/officeDocument/2006/relationships/image" Target="../media/image69.jpeg" Id="Rc5d7531099424a20" /><Relationship Type="http://schemas.openxmlformats.org/officeDocument/2006/relationships/notesSlide" Target="/ppt/notesSlides/notesSlide42.xml" Id="R63c293e95e0441b0" /></Relationships>
</file>

<file path=ppt/slides/_rels/slide4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1d43246122649c7" /><Relationship Type="http://schemas.openxmlformats.org/officeDocument/2006/relationships/image" Target="../media/image70.jpeg" Id="Rc0a28ca15cfe43db" /><Relationship Type="http://schemas.openxmlformats.org/officeDocument/2006/relationships/notesSlide" Target="/ppt/notesSlides/notesSlide43.xml" Id="Rf41eb3717c4244bb" /></Relationships>
</file>

<file path=ppt/slides/_rels/slide4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ba9b28ec0ee459e" /><Relationship Type="http://schemas.openxmlformats.org/officeDocument/2006/relationships/image" Target="../media/image71.jpeg" Id="R710808fd0ef24e24" /><Relationship Type="http://schemas.openxmlformats.org/officeDocument/2006/relationships/notesSlide" Target="/ppt/notesSlides/notesSlide44.xml" Id="R4aabcb97302246ff" /></Relationships>
</file>

<file path=ppt/slides/_rels/slide4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54987b1448b418a" /><Relationship Type="http://schemas.openxmlformats.org/officeDocument/2006/relationships/image" Target="../media/image72.jpeg" Id="R64ad9e11021a4d81" /><Relationship Type="http://schemas.openxmlformats.org/officeDocument/2006/relationships/notesSlide" Target="/ppt/notesSlides/notesSlide45.xml" Id="Rbe2e805c9ff749e2" /></Relationships>
</file>

<file path=ppt/slides/_rels/slide4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9106d28d6354bde" /><Relationship Type="http://schemas.openxmlformats.org/officeDocument/2006/relationships/image" Target="../media/image73.jpeg" Id="R71def990c2ea4d2e" /><Relationship Type="http://schemas.openxmlformats.org/officeDocument/2006/relationships/notesSlide" Target="/ppt/notesSlides/notesSlide46.xml" Id="R10d79d9644534d67" /></Relationships>
</file>

<file path=ppt/slides/_rels/slide4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2508d6724064852" /><Relationship Type="http://schemas.openxmlformats.org/officeDocument/2006/relationships/image" Target="../media/image74.jpeg" Id="R147ed3ead8604e99" /><Relationship Type="http://schemas.openxmlformats.org/officeDocument/2006/relationships/notesSlide" Target="/ppt/notesSlides/notesSlide47.xml" Id="Rd49217fba2b3411f" /></Relationships>
</file>

<file path=ppt/slides/_rels/slide4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cf240f4d4a64872" /><Relationship Type="http://schemas.openxmlformats.org/officeDocument/2006/relationships/image" Target="../media/image75.jpeg" Id="R5a7e01d6aa344227" /><Relationship Type="http://schemas.openxmlformats.org/officeDocument/2006/relationships/notesSlide" Target="/ppt/notesSlides/notesSlide48.xml" Id="R9f848e43d6234129" /></Relationships>
</file>

<file path=ppt/slides/_rels/slide4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5f83a00b4e74ca0" /><Relationship Type="http://schemas.openxmlformats.org/officeDocument/2006/relationships/image" Target="../media/image76.jpeg" Id="R038a571a0ccd49f8" /><Relationship Type="http://schemas.openxmlformats.org/officeDocument/2006/relationships/notesSlide" Target="/ppt/notesSlides/notesSlide49.xml" Id="R8a12f506fb76448a" /></Relationships>
</file>

<file path=ppt/slides/_rels/slide5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d900e336d9243fb" /><Relationship Type="http://schemas.openxmlformats.org/officeDocument/2006/relationships/image" Target="../media/image77.jpeg" Id="Re72a6508293c41ff" /><Relationship Type="http://schemas.openxmlformats.org/officeDocument/2006/relationships/notesSlide" Target="/ppt/notesSlides/notesSlide50.xml" Id="Ra48f095f632b4582" /></Relationships>
</file>

<file path=ppt/slides/_rels/slide5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61c6c66d48f4488" /><Relationship Type="http://schemas.openxmlformats.org/officeDocument/2006/relationships/image" Target="../media/image78.jpeg" Id="R885302b546074f3e" /><Relationship Type="http://schemas.openxmlformats.org/officeDocument/2006/relationships/notesSlide" Target="/ppt/notesSlides/notesSlide51.xml" Id="Rb92e416a5ce241c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fb531e565443d" /><Relationship Type="http://schemas.openxmlformats.org/officeDocument/2006/relationships/image" Target="/ppt/media/image89.jpeg" Id="R982bc7354cfb4f09" /><Relationship Type="http://schemas.openxmlformats.org/officeDocument/2006/relationships/image" Target="/ppt/media/image90.jpeg" Id="R597f2435f50a4082" /><Relationship Type="http://schemas.openxmlformats.org/officeDocument/2006/relationships/image" Target="/ppt/media/image91.jpeg" Id="R943a2997cf7247c1" /><Relationship Type="http://schemas.openxmlformats.org/officeDocument/2006/relationships/image" Target="/ppt/media/image92.jpeg" Id="R72254221b79e410d" /><Relationship Type="http://schemas.openxmlformats.org/officeDocument/2006/relationships/image" Target="/ppt/media/image93.jpeg" Id="R71ce9b85f62f48af" /><Relationship Type="http://schemas.openxmlformats.org/officeDocument/2006/relationships/image" Target="/ppt/media/image94.jpeg" Id="R7f6acbd2bf814f6a" /><Relationship Type="http://schemas.openxmlformats.org/officeDocument/2006/relationships/image" Target="/ppt/media/image95.jpeg" Id="R3a4749fe04844b70" /><Relationship Type="http://schemas.openxmlformats.org/officeDocument/2006/relationships/image" Target="/ppt/media/image96.jpeg" Id="R62cb9644f4e84634" /><Relationship Type="http://schemas.openxmlformats.org/officeDocument/2006/relationships/image" Target="/ppt/media/image97.jpeg" Id="Re8fdaf49f92544f4" /><Relationship Type="http://schemas.openxmlformats.org/officeDocument/2006/relationships/image" Target="/ppt/media/image98.jpeg" Id="Rf3a62e7601114851" /><Relationship Type="http://schemas.openxmlformats.org/officeDocument/2006/relationships/notesSlide" Target="/ppt/notesSlides/notesSlide52.xml" Id="Rbc85c5981fb6408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97acc83774a54" /><Relationship Type="http://schemas.openxmlformats.org/officeDocument/2006/relationships/image" Target="/ppt/media/image99.jpeg" Id="R1540c65034334515" /><Relationship Type="http://schemas.openxmlformats.org/officeDocument/2006/relationships/image" Target="/ppt/media/image100.jpeg" Id="R0df10ece61b34bda" /><Relationship Type="http://schemas.openxmlformats.org/officeDocument/2006/relationships/image" Target="/ppt/media/image101.jpeg" Id="R324caa6c5c6c443b" /><Relationship Type="http://schemas.openxmlformats.org/officeDocument/2006/relationships/image" Target="/ppt/media/image102.jpeg" Id="R8b0b36a22422483d" /><Relationship Type="http://schemas.openxmlformats.org/officeDocument/2006/relationships/image" Target="/ppt/media/image103.jpeg" Id="R686c4aea11ed48ee" /><Relationship Type="http://schemas.openxmlformats.org/officeDocument/2006/relationships/image" Target="/ppt/media/image104.jpeg" Id="Rd31bd16905d74f0d" /><Relationship Type="http://schemas.openxmlformats.org/officeDocument/2006/relationships/image" Target="/ppt/media/image105.jpeg" Id="R5534cb8ba9a34ac0" /><Relationship Type="http://schemas.openxmlformats.org/officeDocument/2006/relationships/image" Target="/ppt/media/image106.jpeg" Id="R29d4447b4eac4765" /><Relationship Type="http://schemas.openxmlformats.org/officeDocument/2006/relationships/image" Target="/ppt/media/image107.jpeg" Id="Ra5a7ed1df2fa4bef" /><Relationship Type="http://schemas.openxmlformats.org/officeDocument/2006/relationships/image" Target="/ppt/media/image108.jpeg" Id="R0f1497b04a2a4448" /><Relationship Type="http://schemas.openxmlformats.org/officeDocument/2006/relationships/notesSlide" Target="/ppt/notesSlides/notesSlide53.xml" Id="R9d337fd7ec964915" /></Relationships>
</file>

<file path=ppt/slides/_rels/slide5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c13fca2c27a4dd9" /><Relationship Type="http://schemas.openxmlformats.org/officeDocument/2006/relationships/image" Target="../media/image89.jpeg" Id="R977a20fe9b394028" /><Relationship Type="http://schemas.openxmlformats.org/officeDocument/2006/relationships/notesSlide" Target="/ppt/notesSlides/notesSlide54.xml" Id="R8e13af0eae0343ea" /></Relationships>
</file>

<file path=ppt/slides/_rels/slide5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fc6ef7127784ccc" /><Relationship Type="http://schemas.openxmlformats.org/officeDocument/2006/relationships/image" Target="../media/image90.jpeg" Id="Rf0c6dc89d4944565" /><Relationship Type="http://schemas.openxmlformats.org/officeDocument/2006/relationships/notesSlide" Target="/ppt/notesSlides/notesSlide55.xml" Id="R5c5859c14f9844e7" /></Relationships>
</file>

<file path=ppt/slides/_rels/slide5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3661c0ca94a46b3" /><Relationship Type="http://schemas.openxmlformats.org/officeDocument/2006/relationships/image" Target="../media/image91.jpeg" Id="Rde15bd28ab1f4ced" /><Relationship Type="http://schemas.openxmlformats.org/officeDocument/2006/relationships/notesSlide" Target="/ppt/notesSlides/notesSlide56.xml" Id="R4f133fdd0c024801" /></Relationships>
</file>

<file path=ppt/slides/_rels/slide5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a148b2012ea4728" /><Relationship Type="http://schemas.openxmlformats.org/officeDocument/2006/relationships/image" Target="../media/image92.jpeg" Id="R5eb374c813194cc2" /><Relationship Type="http://schemas.openxmlformats.org/officeDocument/2006/relationships/notesSlide" Target="/ppt/notesSlides/notesSlide57.xml" Id="Rb614e0ccc7514490" /></Relationships>
</file>

<file path=ppt/slides/_rels/slide5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6e9bb99f09f430f" /><Relationship Type="http://schemas.openxmlformats.org/officeDocument/2006/relationships/image" Target="../media/image93.jpeg" Id="Rae3574f7fea94b53" /><Relationship Type="http://schemas.openxmlformats.org/officeDocument/2006/relationships/notesSlide" Target="/ppt/notesSlides/notesSlide58.xml" Id="R9026769c9b9f4423" /></Relationships>
</file>

<file path=ppt/slides/_rels/slide5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1fd41c5c9f34ef9" /><Relationship Type="http://schemas.openxmlformats.org/officeDocument/2006/relationships/image" Target="../media/image94.jpeg" Id="R12968ef4eb08429c" /><Relationship Type="http://schemas.openxmlformats.org/officeDocument/2006/relationships/notesSlide" Target="/ppt/notesSlides/notesSlide59.xml" Id="R0b0b890f60d6425f" /></Relationships>
</file>

<file path=ppt/slides/_rels/slide6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ec2edc67a054413" /><Relationship Type="http://schemas.openxmlformats.org/officeDocument/2006/relationships/image" Target="../media/image95.jpeg" Id="R39c7d5d3513c4077" /><Relationship Type="http://schemas.openxmlformats.org/officeDocument/2006/relationships/notesSlide" Target="/ppt/notesSlides/notesSlide60.xml" Id="R76203f1ea2d24e41" /></Relationships>
</file>

<file path=ppt/slides/_rels/slide6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a1c445314f44099" /><Relationship Type="http://schemas.openxmlformats.org/officeDocument/2006/relationships/image" Target="../media/image96.jpeg" Id="Rc1571a7958e04621" /><Relationship Type="http://schemas.openxmlformats.org/officeDocument/2006/relationships/notesSlide" Target="/ppt/notesSlides/notesSlide61.xml" Id="R33aad180d0f74ac2" /></Relationships>
</file>

<file path=ppt/slides/_rels/slide6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c6e073f96514fec" /><Relationship Type="http://schemas.openxmlformats.org/officeDocument/2006/relationships/image" Target="../media/image97.jpeg" Id="R4b84bc26ddc5489b" /><Relationship Type="http://schemas.openxmlformats.org/officeDocument/2006/relationships/notesSlide" Target="/ppt/notesSlides/notesSlide62.xml" Id="R3a8fd594fb4e44ed" /></Relationships>
</file>

<file path=ppt/slides/_rels/slide6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579ff46d4344e51" /><Relationship Type="http://schemas.openxmlformats.org/officeDocument/2006/relationships/image" Target="../media/image98.jpeg" Id="Re0b865c373b94342" /><Relationship Type="http://schemas.openxmlformats.org/officeDocument/2006/relationships/notesSlide" Target="/ppt/notesSlides/notesSlide63.xml" Id="Rfdb3d9514c284227" /></Relationships>
</file>

<file path=ppt/slides/_rels/slide6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210efb3bb24306" /><Relationship Type="http://schemas.openxmlformats.org/officeDocument/2006/relationships/image" Target="../media/image99.jpeg" Id="Rfb0db8069ff54011" /><Relationship Type="http://schemas.openxmlformats.org/officeDocument/2006/relationships/notesSlide" Target="/ppt/notesSlides/notesSlide64.xml" Id="R050f568aee7b41a4" /></Relationships>
</file>

<file path=ppt/slides/_rels/slide6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54d1ccb824e443e" /><Relationship Type="http://schemas.openxmlformats.org/officeDocument/2006/relationships/image" Target="../media/image100.jpeg" Id="Re36d9e8e6e0e46c7" /><Relationship Type="http://schemas.openxmlformats.org/officeDocument/2006/relationships/notesSlide" Target="/ppt/notesSlides/notesSlide65.xml" Id="Rfd0a76a83dcd4575" /></Relationships>
</file>

<file path=ppt/slides/_rels/slide6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5d64985039e4e68" /><Relationship Type="http://schemas.openxmlformats.org/officeDocument/2006/relationships/image" Target="../media/image101.jpeg" Id="R323607c424234dd3" /><Relationship Type="http://schemas.openxmlformats.org/officeDocument/2006/relationships/notesSlide" Target="/ppt/notesSlides/notesSlide66.xml" Id="R094ffb59c74d4f96" /></Relationships>
</file>

<file path=ppt/slides/_rels/slide6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5e54d4ffa1b4341" /><Relationship Type="http://schemas.openxmlformats.org/officeDocument/2006/relationships/image" Target="../media/image102.jpeg" Id="Rc56ebe05c6c04120" /><Relationship Type="http://schemas.openxmlformats.org/officeDocument/2006/relationships/notesSlide" Target="/ppt/notesSlides/notesSlide67.xml" Id="R8559fddfde2e4faf" /></Relationships>
</file>

<file path=ppt/slides/_rels/slide6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63c73a7114e4a24" /><Relationship Type="http://schemas.openxmlformats.org/officeDocument/2006/relationships/image" Target="../media/image103.jpeg" Id="R14568ba9b19c4304" /><Relationship Type="http://schemas.openxmlformats.org/officeDocument/2006/relationships/notesSlide" Target="/ppt/notesSlides/notesSlide68.xml" Id="R178bfed6d83d4409" /></Relationships>
</file>

<file path=ppt/slides/_rels/slide6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90fb3dc53cf43cd" /><Relationship Type="http://schemas.openxmlformats.org/officeDocument/2006/relationships/image" Target="../media/image104.jpeg" Id="R26057bd8ca8b4af8" /><Relationship Type="http://schemas.openxmlformats.org/officeDocument/2006/relationships/notesSlide" Target="/ppt/notesSlides/notesSlide69.xml" Id="R7edc537e7f334e8f" /></Relationships>
</file>

<file path=ppt/slides/_rels/slide7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38d635597d64270" /><Relationship Type="http://schemas.openxmlformats.org/officeDocument/2006/relationships/image" Target="../media/image105.jpeg" Id="R2c31c6ea86884d0b" /><Relationship Type="http://schemas.openxmlformats.org/officeDocument/2006/relationships/notesSlide" Target="/ppt/notesSlides/notesSlide70.xml" Id="R4300efea323b4f0d" /></Relationships>
</file>

<file path=ppt/slides/_rels/slide7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65c94c4135641ab" /><Relationship Type="http://schemas.openxmlformats.org/officeDocument/2006/relationships/image" Target="../media/image106.jpeg" Id="R84a20258214d4cd3" /><Relationship Type="http://schemas.openxmlformats.org/officeDocument/2006/relationships/notesSlide" Target="/ppt/notesSlides/notesSlide71.xml" Id="Re653e39418804a47" /></Relationships>
</file>

<file path=ppt/slides/_rels/slide7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9443295237c432b" /><Relationship Type="http://schemas.openxmlformats.org/officeDocument/2006/relationships/image" Target="../media/image107.jpeg" Id="R0b288ee8077a4ec1" /><Relationship Type="http://schemas.openxmlformats.org/officeDocument/2006/relationships/notesSlide" Target="/ppt/notesSlides/notesSlide72.xml" Id="R817d16c85f844983" /></Relationships>
</file>

<file path=ppt/slides/_rels/slide7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1165c9907fd4357" /><Relationship Type="http://schemas.openxmlformats.org/officeDocument/2006/relationships/image" Target="../media/image108.jpeg" Id="R1fee5147d58c4e7d" /><Relationship Type="http://schemas.openxmlformats.org/officeDocument/2006/relationships/notesSlide" Target="/ppt/notesSlides/notesSlide73.xml" Id="R3835e64b9d094ebe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37fe033eba4e2c" /><Relationship Type="http://schemas.openxmlformats.org/officeDocument/2006/relationships/image" Target="/ppt/media/image129.jpeg" Id="Rb3b74818519743ab" /><Relationship Type="http://schemas.openxmlformats.org/officeDocument/2006/relationships/image" Target="/ppt/media/image130.jpeg" Id="R5d44fd2ffa9f425b" /><Relationship Type="http://schemas.openxmlformats.org/officeDocument/2006/relationships/image" Target="/ppt/media/image131.jpeg" Id="R6804b13e6ce84c83" /><Relationship Type="http://schemas.openxmlformats.org/officeDocument/2006/relationships/image" Target="/ppt/media/image132.jpeg" Id="R7bcdbbf1b7eb442d" /><Relationship Type="http://schemas.openxmlformats.org/officeDocument/2006/relationships/image" Target="/ppt/media/image133.jpeg" Id="R85fda4c6c1ed4eea" /><Relationship Type="http://schemas.openxmlformats.org/officeDocument/2006/relationships/image" Target="/ppt/media/image134.jpeg" Id="Rfd98383f385845ac" /><Relationship Type="http://schemas.openxmlformats.org/officeDocument/2006/relationships/image" Target="/ppt/media/image135.jpeg" Id="R8260cac9c367484f" /><Relationship Type="http://schemas.openxmlformats.org/officeDocument/2006/relationships/image" Target="/ppt/media/image136.jpeg" Id="R48d5d36b690b4ada" /><Relationship Type="http://schemas.openxmlformats.org/officeDocument/2006/relationships/image" Target="/ppt/media/image137.jpeg" Id="R49535289fd22412b" /><Relationship Type="http://schemas.openxmlformats.org/officeDocument/2006/relationships/notesSlide" Target="/ppt/notesSlides/notesSlide74.xml" Id="R83a4e9ed28364383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3989af53140de" /><Relationship Type="http://schemas.openxmlformats.org/officeDocument/2006/relationships/image" Target="/ppt/media/image138.jpeg" Id="R7e38d8a6f747462f" /><Relationship Type="http://schemas.openxmlformats.org/officeDocument/2006/relationships/image" Target="/ppt/media/image139.jpeg" Id="R6011f2343663495c" /><Relationship Type="http://schemas.openxmlformats.org/officeDocument/2006/relationships/image" Target="/ppt/media/image140.jpeg" Id="R49b95b3851174469" /><Relationship Type="http://schemas.openxmlformats.org/officeDocument/2006/relationships/image" Target="/ppt/media/image141.jpeg" Id="R1c736de079ab4915" /><Relationship Type="http://schemas.openxmlformats.org/officeDocument/2006/relationships/image" Target="/ppt/media/image142.jpeg" Id="R668668ab3db44f2e" /><Relationship Type="http://schemas.openxmlformats.org/officeDocument/2006/relationships/image" Target="/ppt/media/image143.jpeg" Id="Rc4f8f2be4eda4851" /><Relationship Type="http://schemas.openxmlformats.org/officeDocument/2006/relationships/image" Target="/ppt/media/image144.jpeg" Id="Rd3161bab8e434a7a" /><Relationship Type="http://schemas.openxmlformats.org/officeDocument/2006/relationships/image" Target="/ppt/media/image145.jpeg" Id="R530ed0c755074505" /><Relationship Type="http://schemas.openxmlformats.org/officeDocument/2006/relationships/notesSlide" Target="/ppt/notesSlides/notesSlide75.xml" Id="R5d88f055e0f74960" /></Relationships>
</file>

<file path=ppt/slides/_rels/slide7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aae97baae8947b6" /><Relationship Type="http://schemas.openxmlformats.org/officeDocument/2006/relationships/image" Target="../media/image129.jpeg" Id="R28171267c8464eed" /><Relationship Type="http://schemas.openxmlformats.org/officeDocument/2006/relationships/notesSlide" Target="/ppt/notesSlides/notesSlide76.xml" Id="R8f13d481594a4b69" /></Relationships>
</file>

<file path=ppt/slides/_rels/slide7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b2b9ee86ed24c23" /><Relationship Type="http://schemas.openxmlformats.org/officeDocument/2006/relationships/image" Target="../media/image130.jpeg" Id="Rd04b100019694c5a" /><Relationship Type="http://schemas.openxmlformats.org/officeDocument/2006/relationships/notesSlide" Target="/ppt/notesSlides/notesSlide77.xml" Id="Rad1bb0d5a21d4fae" /></Relationships>
</file>

<file path=ppt/slides/_rels/slide7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e51fb4382c742d7" /><Relationship Type="http://schemas.openxmlformats.org/officeDocument/2006/relationships/image" Target="../media/image131.jpeg" Id="Rf4c865eb11074c07" /><Relationship Type="http://schemas.openxmlformats.org/officeDocument/2006/relationships/notesSlide" Target="/ppt/notesSlides/notesSlide78.xml" Id="R77514c9848d14921" /></Relationships>
</file>

<file path=ppt/slides/_rels/slide7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651d703d0f044e3" /><Relationship Type="http://schemas.openxmlformats.org/officeDocument/2006/relationships/image" Target="../media/image132.jpeg" Id="Rd9a42c8ae230449e" /><Relationship Type="http://schemas.openxmlformats.org/officeDocument/2006/relationships/notesSlide" Target="/ppt/notesSlides/notesSlide79.xml" Id="R5166e0be8e1f444d" /></Relationships>
</file>

<file path=ppt/slides/_rels/slide8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519f1e147384bcb" /><Relationship Type="http://schemas.openxmlformats.org/officeDocument/2006/relationships/image" Target="../media/image133.jpeg" Id="R29e97cca5f804196" /><Relationship Type="http://schemas.openxmlformats.org/officeDocument/2006/relationships/notesSlide" Target="/ppt/notesSlides/notesSlide80.xml" Id="R6626d8998d844464" /></Relationships>
</file>

<file path=ppt/slides/_rels/slide8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8102135707d40d8" /><Relationship Type="http://schemas.openxmlformats.org/officeDocument/2006/relationships/image" Target="../media/image134.jpeg" Id="R2b24775288364317" /><Relationship Type="http://schemas.openxmlformats.org/officeDocument/2006/relationships/notesSlide" Target="/ppt/notesSlides/notesSlide81.xml" Id="R03bbe64b914c4b09" /></Relationships>
</file>

<file path=ppt/slides/_rels/slide8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23152032114414f" /><Relationship Type="http://schemas.openxmlformats.org/officeDocument/2006/relationships/image" Target="../media/image135.jpeg" Id="Rcf9304f389334ba2" /><Relationship Type="http://schemas.openxmlformats.org/officeDocument/2006/relationships/notesSlide" Target="/ppt/notesSlides/notesSlide82.xml" Id="R1f08f23b9b90438f" /></Relationships>
</file>

<file path=ppt/slides/_rels/slide8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a3eb24b656641ed" /><Relationship Type="http://schemas.openxmlformats.org/officeDocument/2006/relationships/image" Target="../media/image136.jpeg" Id="Rae8cce1f75804464" /><Relationship Type="http://schemas.openxmlformats.org/officeDocument/2006/relationships/notesSlide" Target="/ppt/notesSlides/notesSlide83.xml" Id="R1457d15e9a874a9e" /></Relationships>
</file>

<file path=ppt/slides/_rels/slide8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e74a7bc296e4e6b" /><Relationship Type="http://schemas.openxmlformats.org/officeDocument/2006/relationships/image" Target="../media/image137.jpeg" Id="Rf7ec06125acd42c7" /><Relationship Type="http://schemas.openxmlformats.org/officeDocument/2006/relationships/notesSlide" Target="/ppt/notesSlides/notesSlide84.xml" Id="R25a2db251f84408a" /></Relationships>
</file>

<file path=ppt/slides/_rels/slide8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d05fd72f9b64376" /><Relationship Type="http://schemas.openxmlformats.org/officeDocument/2006/relationships/image" Target="../media/image138.jpeg" Id="Rc037d4135d864c0e" /><Relationship Type="http://schemas.openxmlformats.org/officeDocument/2006/relationships/notesSlide" Target="/ppt/notesSlides/notesSlide85.xml" Id="R0cce7b20552d4083" /></Relationships>
</file>

<file path=ppt/slides/_rels/slide8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8ed19b386b549d9" /><Relationship Type="http://schemas.openxmlformats.org/officeDocument/2006/relationships/image" Target="../media/image139.jpeg" Id="Ra06e3c7607fe4b51" /><Relationship Type="http://schemas.openxmlformats.org/officeDocument/2006/relationships/notesSlide" Target="/ppt/notesSlides/notesSlide86.xml" Id="R43191cab72d248f3" /></Relationships>
</file>

<file path=ppt/slides/_rels/slide8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69c2933f8f94ef3" /><Relationship Type="http://schemas.openxmlformats.org/officeDocument/2006/relationships/image" Target="../media/image140.jpeg" Id="Rbfc70fe5a5fb4c0e" /><Relationship Type="http://schemas.openxmlformats.org/officeDocument/2006/relationships/notesSlide" Target="/ppt/notesSlides/notesSlide87.xml" Id="R372a9ace5545461a" /></Relationships>
</file>

<file path=ppt/slides/_rels/slide8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22b00b8288b4df2" /><Relationship Type="http://schemas.openxmlformats.org/officeDocument/2006/relationships/image" Target="../media/image141.jpeg" Id="R406c14ae471f42cb" /><Relationship Type="http://schemas.openxmlformats.org/officeDocument/2006/relationships/notesSlide" Target="/ppt/notesSlides/notesSlide88.xml" Id="R5274dfa5fc4a44fe" /></Relationships>
</file>

<file path=ppt/slides/_rels/slide8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0163c5b73f14927" /><Relationship Type="http://schemas.openxmlformats.org/officeDocument/2006/relationships/image" Target="../media/image142.jpeg" Id="R47d6e7a3cf75494d" /><Relationship Type="http://schemas.openxmlformats.org/officeDocument/2006/relationships/notesSlide" Target="/ppt/notesSlides/notesSlide89.xml" Id="R79e2f76b4cbf4672" /></Relationships>
</file>

<file path=ppt/slides/_rels/slide9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e1c9231224e4ae8" /><Relationship Type="http://schemas.openxmlformats.org/officeDocument/2006/relationships/image" Target="../media/image143.jpeg" Id="R1152577add04412c" /><Relationship Type="http://schemas.openxmlformats.org/officeDocument/2006/relationships/notesSlide" Target="/ppt/notesSlides/notesSlide90.xml" Id="R26687b48d24243b3" /></Relationships>
</file>

<file path=ppt/slides/_rels/slide9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a39249f467e4b07" /><Relationship Type="http://schemas.openxmlformats.org/officeDocument/2006/relationships/image" Target="../media/image144.jpeg" Id="R26171456b43f42b2" /><Relationship Type="http://schemas.openxmlformats.org/officeDocument/2006/relationships/notesSlide" Target="/ppt/notesSlides/notesSlide91.xml" Id="Rfcc2627d270c4ee0" /></Relationships>
</file>

<file path=ppt/slides/_rels/slide9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bce8a5534844370" /><Relationship Type="http://schemas.openxmlformats.org/officeDocument/2006/relationships/image" Target="../media/image145.jpeg" Id="R6d6a0d9f9aa444c9" /><Relationship Type="http://schemas.openxmlformats.org/officeDocument/2006/relationships/notesSlide" Target="/ppt/notesSlides/notesSlide92.xml" Id="R3def94c5cfee43bb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04f0776454941" /><Relationship Type="http://schemas.openxmlformats.org/officeDocument/2006/relationships/image" Target="/ppt/media/image163.jpeg" Id="Re6d4343e2f5a45e6" /><Relationship Type="http://schemas.openxmlformats.org/officeDocument/2006/relationships/image" Target="/ppt/media/image164.jpeg" Id="Ra0f96e8f003f4d1e" /><Relationship Type="http://schemas.openxmlformats.org/officeDocument/2006/relationships/image" Target="/ppt/media/image165.jpeg" Id="R03a73cf32fff4fcd" /><Relationship Type="http://schemas.openxmlformats.org/officeDocument/2006/relationships/image" Target="/ppt/media/image166.jpeg" Id="R21935db61e884915" /><Relationship Type="http://schemas.openxmlformats.org/officeDocument/2006/relationships/image" Target="/ppt/media/image167.jpeg" Id="Rcfa92475e3f54d1a" /><Relationship Type="http://schemas.openxmlformats.org/officeDocument/2006/relationships/image" Target="/ppt/media/image168.jpeg" Id="Re6e0adfb7bd94af7" /><Relationship Type="http://schemas.openxmlformats.org/officeDocument/2006/relationships/image" Target="/ppt/media/image169.jpeg" Id="R790a1ae1b0f0414b" /><Relationship Type="http://schemas.openxmlformats.org/officeDocument/2006/relationships/image" Target="/ppt/media/image170.jpeg" Id="R775c25fd872f4f0c" /><Relationship Type="http://schemas.openxmlformats.org/officeDocument/2006/relationships/image" Target="/ppt/media/image171.jpeg" Id="Rd6d2b65aab864966" /><Relationship Type="http://schemas.openxmlformats.org/officeDocument/2006/relationships/notesSlide" Target="/ppt/notesSlides/notesSlide93.xml" Id="R4e58c149275c4af7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f9ca544195442e" /><Relationship Type="http://schemas.openxmlformats.org/officeDocument/2006/relationships/image" Target="/ppt/media/image172.jpeg" Id="R17ef5e390d584548" /><Relationship Type="http://schemas.openxmlformats.org/officeDocument/2006/relationships/image" Target="/ppt/media/image173.jpeg" Id="Rc8c267ad3a104d3f" /><Relationship Type="http://schemas.openxmlformats.org/officeDocument/2006/relationships/image" Target="/ppt/media/image174.jpeg" Id="Re59e02485a7e4bd7" /><Relationship Type="http://schemas.openxmlformats.org/officeDocument/2006/relationships/image" Target="/ppt/media/image175.jpeg" Id="R661abdce91cb4397" /><Relationship Type="http://schemas.openxmlformats.org/officeDocument/2006/relationships/image" Target="/ppt/media/image176.jpeg" Id="Recefd78575c34124" /><Relationship Type="http://schemas.openxmlformats.org/officeDocument/2006/relationships/image" Target="/ppt/media/image177.jpeg" Id="R34e40689c4734533" /><Relationship Type="http://schemas.openxmlformats.org/officeDocument/2006/relationships/image" Target="/ppt/media/image178.jpeg" Id="R2809e2035d7040c6" /><Relationship Type="http://schemas.openxmlformats.org/officeDocument/2006/relationships/image" Target="/ppt/media/image179.jpeg" Id="R3f71641cb6414743" /><Relationship Type="http://schemas.openxmlformats.org/officeDocument/2006/relationships/notesSlide" Target="/ppt/notesSlides/notesSlide94.xml" Id="R1fa2e729b3d54844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d0b818322b4336" /><Relationship Type="http://schemas.openxmlformats.org/officeDocument/2006/relationships/image" Target="/ppt/media/image180.jpeg" Id="Rc8279c4052e742db" /><Relationship Type="http://schemas.openxmlformats.org/officeDocument/2006/relationships/image" Target="/ppt/media/image181.jpeg" Id="R5641f3be5eec483e" /><Relationship Type="http://schemas.openxmlformats.org/officeDocument/2006/relationships/image" Target="/ppt/media/image182.jpeg" Id="R88cec848a71d442e" /><Relationship Type="http://schemas.openxmlformats.org/officeDocument/2006/relationships/image" Target="/ppt/media/image183.jpeg" Id="Ra4ce6b0d58b145ef" /><Relationship Type="http://schemas.openxmlformats.org/officeDocument/2006/relationships/image" Target="/ppt/media/image184.jpeg" Id="Rc707ed091e014a65" /><Relationship Type="http://schemas.openxmlformats.org/officeDocument/2006/relationships/image" Target="/ppt/media/image185.jpeg" Id="Re358d529ff164687" /><Relationship Type="http://schemas.openxmlformats.org/officeDocument/2006/relationships/image" Target="/ppt/media/image186.jpeg" Id="R7373904981c344ae" /><Relationship Type="http://schemas.openxmlformats.org/officeDocument/2006/relationships/image" Target="/ppt/media/image187.jpeg" Id="Rebe05812716e4b1d" /><Relationship Type="http://schemas.openxmlformats.org/officeDocument/2006/relationships/notesSlide" Target="/ppt/notesSlides/notesSlide95.xml" Id="R4b1b5dc133164d76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2b6c6e3df6499a" /><Relationship Type="http://schemas.openxmlformats.org/officeDocument/2006/relationships/image" Target="/ppt/media/image188.jpeg" Id="Rb4368abbb4144cbd" /><Relationship Type="http://schemas.openxmlformats.org/officeDocument/2006/relationships/image" Target="/ppt/media/image189.jpeg" Id="R59b27e7d8a564678" /><Relationship Type="http://schemas.openxmlformats.org/officeDocument/2006/relationships/image" Target="/ppt/media/image190.jpeg" Id="R5a3608003eae4bd5" /><Relationship Type="http://schemas.openxmlformats.org/officeDocument/2006/relationships/image" Target="/ppt/media/image191.jpeg" Id="Rdf3b01260b7848bf" /><Relationship Type="http://schemas.openxmlformats.org/officeDocument/2006/relationships/image" Target="/ppt/media/image192.jpeg" Id="Rffa07539edb84fa4" /><Relationship Type="http://schemas.openxmlformats.org/officeDocument/2006/relationships/image" Target="/ppt/media/image193.jpeg" Id="Ref39462d5cb14d2f" /><Relationship Type="http://schemas.openxmlformats.org/officeDocument/2006/relationships/image" Target="/ppt/media/image194.jpeg" Id="R5cbb788daca34adf" /><Relationship Type="http://schemas.openxmlformats.org/officeDocument/2006/relationships/image" Target="/ppt/media/image195.jpeg" Id="Rd026195c6c5f4500" /><Relationship Type="http://schemas.openxmlformats.org/officeDocument/2006/relationships/notesSlide" Target="/ppt/notesSlides/notesSlide96.xml" Id="R85fd99d2028a41fe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d774a99ad4e0d" /><Relationship Type="http://schemas.openxmlformats.org/officeDocument/2006/relationships/image" Target="/ppt/media/image196.jpeg" Id="Raf0eac55370f4ff5" /><Relationship Type="http://schemas.openxmlformats.org/officeDocument/2006/relationships/image" Target="/ppt/media/image197.jpeg" Id="Rd17d24fb92d841f2" /><Relationship Type="http://schemas.openxmlformats.org/officeDocument/2006/relationships/image" Target="/ppt/media/image198.jpeg" Id="R77a7f22d85fb44d3" /><Relationship Type="http://schemas.openxmlformats.org/officeDocument/2006/relationships/image" Target="/ppt/media/image199.jpeg" Id="Rcafc67338bc444fe" /><Relationship Type="http://schemas.openxmlformats.org/officeDocument/2006/relationships/image" Target="/ppt/media/image200.jpeg" Id="R80e18b95c2da48d4" /><Relationship Type="http://schemas.openxmlformats.org/officeDocument/2006/relationships/image" Target="/ppt/media/image201.jpeg" Id="R3402fc365eb9462d" /><Relationship Type="http://schemas.openxmlformats.org/officeDocument/2006/relationships/image" Target="/ppt/media/image202.jpeg" Id="R9fd486e0d6ea407d" /><Relationship Type="http://schemas.openxmlformats.org/officeDocument/2006/relationships/image" Target="/ppt/media/image203.jpeg" Id="R413540c4671a4a00" /><Relationship Type="http://schemas.openxmlformats.org/officeDocument/2006/relationships/notesSlide" Target="/ppt/notesSlides/notesSlide97.xml" Id="R27b9ff18e0dd4d30" /></Relationships>
</file>

<file path=ppt/slides/_rels/slide9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7a322a9904c4193" /><Relationship Type="http://schemas.openxmlformats.org/officeDocument/2006/relationships/image" Target="../media/image163.jpeg" Id="R2f33c0e716cb4da9" /><Relationship Type="http://schemas.openxmlformats.org/officeDocument/2006/relationships/notesSlide" Target="/ppt/notesSlides/notesSlide98.xml" Id="Re2b232cdf3fc4cf7" /></Relationships>
</file>

<file path=ppt/slides/_rels/slide9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1298db8769042f8" /><Relationship Type="http://schemas.openxmlformats.org/officeDocument/2006/relationships/image" Target="../media/image164.jpeg" Id="R0040501da0ea44e5" /><Relationship Type="http://schemas.openxmlformats.org/officeDocument/2006/relationships/notesSlide" Target="/ppt/notesSlides/notesSlide99.xml" Id="Rddbc14236f3846f0" /></Relationships>
</file>

<file path=ppt/slides/_rels/slide10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c513660338f4a7d" /><Relationship Type="http://schemas.openxmlformats.org/officeDocument/2006/relationships/image" Target="../media/image165.jpeg" Id="R17bbbe1eef8f47a2" /><Relationship Type="http://schemas.openxmlformats.org/officeDocument/2006/relationships/notesSlide" Target="/ppt/notesSlides/notesSlide100.xml" Id="R8e378c53a6eb47d0" /></Relationships>
</file>

<file path=ppt/slides/_rels/slide10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03e7418a1084cab" /><Relationship Type="http://schemas.openxmlformats.org/officeDocument/2006/relationships/image" Target="../media/image166.jpeg" Id="R430e681285394534" /><Relationship Type="http://schemas.openxmlformats.org/officeDocument/2006/relationships/notesSlide" Target="/ppt/notesSlides/notesSlide101.xml" Id="Rfa6e5df84bc5480f" /></Relationships>
</file>

<file path=ppt/slides/_rels/slide10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065437f65534279" /><Relationship Type="http://schemas.openxmlformats.org/officeDocument/2006/relationships/image" Target="../media/image167.jpeg" Id="Rbb7d8f47848649b2" /><Relationship Type="http://schemas.openxmlformats.org/officeDocument/2006/relationships/notesSlide" Target="/ppt/notesSlides/notesSlide102.xml" Id="R1f0214f5df714064" /></Relationships>
</file>

<file path=ppt/slides/_rels/slide10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488e86ff4d043f2" /><Relationship Type="http://schemas.openxmlformats.org/officeDocument/2006/relationships/image" Target="../media/image168.jpeg" Id="R4beab832c78a449b" /><Relationship Type="http://schemas.openxmlformats.org/officeDocument/2006/relationships/notesSlide" Target="/ppt/notesSlides/notesSlide103.xml" Id="Rcbd15ca88b924cb5" /></Relationships>
</file>

<file path=ppt/slides/_rels/slide10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a23b3ed800b4826" /><Relationship Type="http://schemas.openxmlformats.org/officeDocument/2006/relationships/image" Target="../media/image169.jpeg" Id="R4d2949aed58c435e" /><Relationship Type="http://schemas.openxmlformats.org/officeDocument/2006/relationships/notesSlide" Target="/ppt/notesSlides/notesSlide104.xml" Id="Rc6c70fee9efd4486" /></Relationships>
</file>

<file path=ppt/slides/_rels/slide10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907c420a7654046" /><Relationship Type="http://schemas.openxmlformats.org/officeDocument/2006/relationships/image" Target="../media/image170.jpeg" Id="R5d499aa3a0a84007" /><Relationship Type="http://schemas.openxmlformats.org/officeDocument/2006/relationships/notesSlide" Target="/ppt/notesSlides/notesSlide105.xml" Id="Rffc2b844d4ea455c" /></Relationships>
</file>

<file path=ppt/slides/_rels/slide10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a4266f8b05c4373" /><Relationship Type="http://schemas.openxmlformats.org/officeDocument/2006/relationships/image" Target="../media/image171.jpeg" Id="Rde56965cc29f443a" /><Relationship Type="http://schemas.openxmlformats.org/officeDocument/2006/relationships/notesSlide" Target="/ppt/notesSlides/notesSlide106.xml" Id="Rc1dca2e79c554317" /></Relationships>
</file>

<file path=ppt/slides/_rels/slide10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65b76d27b0e446e" /><Relationship Type="http://schemas.openxmlformats.org/officeDocument/2006/relationships/image" Target="../media/image172.jpeg" Id="R902814a75d7c484e" /><Relationship Type="http://schemas.openxmlformats.org/officeDocument/2006/relationships/notesSlide" Target="/ppt/notesSlides/notesSlide107.xml" Id="R491fdf790d564374" /></Relationships>
</file>

<file path=ppt/slides/_rels/slide10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b541404978f45c1" /><Relationship Type="http://schemas.openxmlformats.org/officeDocument/2006/relationships/image" Target="../media/image173.jpeg" Id="R1b766e6d50a74bf8" /><Relationship Type="http://schemas.openxmlformats.org/officeDocument/2006/relationships/notesSlide" Target="/ppt/notesSlides/notesSlide108.xml" Id="Rb39cf684692f4007" /></Relationships>
</file>

<file path=ppt/slides/_rels/slide10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24e4673ec624957" /><Relationship Type="http://schemas.openxmlformats.org/officeDocument/2006/relationships/image" Target="../media/image174.jpeg" Id="R7b7f03e6907247c5" /><Relationship Type="http://schemas.openxmlformats.org/officeDocument/2006/relationships/notesSlide" Target="/ppt/notesSlides/notesSlide109.xml" Id="R6f77681e9f1c48d2" /></Relationships>
</file>

<file path=ppt/slides/_rels/slide1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32f8794cdd840e2" /><Relationship Type="http://schemas.openxmlformats.org/officeDocument/2006/relationships/image" Target="../media/image175.jpeg" Id="R2014350367004548" /><Relationship Type="http://schemas.openxmlformats.org/officeDocument/2006/relationships/notesSlide" Target="/ppt/notesSlides/notesSlide110.xml" Id="Rb0781d33336d42d2" /></Relationships>
</file>

<file path=ppt/slides/_rels/slide1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8d625ba24f247ba" /><Relationship Type="http://schemas.openxmlformats.org/officeDocument/2006/relationships/image" Target="../media/image176.jpeg" Id="Rebcd8744cfce4d7a" /><Relationship Type="http://schemas.openxmlformats.org/officeDocument/2006/relationships/notesSlide" Target="/ppt/notesSlides/notesSlide111.xml" Id="R283c1cf9c5ab40cd" /></Relationships>
</file>

<file path=ppt/slides/_rels/slide1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570a09191824a27" /><Relationship Type="http://schemas.openxmlformats.org/officeDocument/2006/relationships/image" Target="../media/image177.jpeg" Id="R6f08d109c23c4310" /><Relationship Type="http://schemas.openxmlformats.org/officeDocument/2006/relationships/notesSlide" Target="/ppt/notesSlides/notesSlide112.xml" Id="Re2c1f001201a4032" /></Relationships>
</file>

<file path=ppt/slides/_rels/slide1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92575a0c42c4d82" /><Relationship Type="http://schemas.openxmlformats.org/officeDocument/2006/relationships/image" Target="../media/image178.jpeg" Id="Rcfb7c2ad71114866" /><Relationship Type="http://schemas.openxmlformats.org/officeDocument/2006/relationships/notesSlide" Target="/ppt/notesSlides/notesSlide113.xml" Id="Rae8dadc7b546466d" /></Relationships>
</file>

<file path=ppt/slides/_rels/slide1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b8aa369d3cc45f8" /><Relationship Type="http://schemas.openxmlformats.org/officeDocument/2006/relationships/image" Target="../media/image179.jpeg" Id="Rcd12962f9a2d49c4" /><Relationship Type="http://schemas.openxmlformats.org/officeDocument/2006/relationships/notesSlide" Target="/ppt/notesSlides/notesSlide114.xml" Id="Rc79ba7a505b844c1" /></Relationships>
</file>

<file path=ppt/slides/_rels/slide11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15c533dddde4951" /><Relationship Type="http://schemas.openxmlformats.org/officeDocument/2006/relationships/image" Target="../media/image180.jpeg" Id="R461fb5b0ef0546a6" /><Relationship Type="http://schemas.openxmlformats.org/officeDocument/2006/relationships/notesSlide" Target="/ppt/notesSlides/notesSlide115.xml" Id="Rc3e42caf67e64ba6" /></Relationships>
</file>

<file path=ppt/slides/_rels/slide11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74793e533b740ed" /><Relationship Type="http://schemas.openxmlformats.org/officeDocument/2006/relationships/image" Target="../media/image181.jpeg" Id="Rf7b3bf1fc37e4c81" /><Relationship Type="http://schemas.openxmlformats.org/officeDocument/2006/relationships/notesSlide" Target="/ppt/notesSlides/notesSlide116.xml" Id="Re0b91709fbd24295" /></Relationships>
</file>

<file path=ppt/slides/_rels/slide11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68d8247d1cb4fc8" /><Relationship Type="http://schemas.openxmlformats.org/officeDocument/2006/relationships/image" Target="../media/image182.jpeg" Id="R95bb3c9c191a4914" /><Relationship Type="http://schemas.openxmlformats.org/officeDocument/2006/relationships/notesSlide" Target="/ppt/notesSlides/notesSlide117.xml" Id="R5fade119fafb45bf" /></Relationships>
</file>

<file path=ppt/slides/_rels/slide11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8b963e8c23b49e4" /><Relationship Type="http://schemas.openxmlformats.org/officeDocument/2006/relationships/image" Target="../media/image183.jpeg" Id="Ree2aacd2f49a4817" /><Relationship Type="http://schemas.openxmlformats.org/officeDocument/2006/relationships/notesSlide" Target="/ppt/notesSlides/notesSlide118.xml" Id="R59a5747936af4679" /></Relationships>
</file>

<file path=ppt/slides/_rels/slide11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b8f74f5a69a4045" /><Relationship Type="http://schemas.openxmlformats.org/officeDocument/2006/relationships/image" Target="../media/image184.jpeg" Id="R45ec8c2006c54433" /><Relationship Type="http://schemas.openxmlformats.org/officeDocument/2006/relationships/notesSlide" Target="/ppt/notesSlides/notesSlide119.xml" Id="R06daa499112c44ce" /></Relationships>
</file>

<file path=ppt/slides/_rels/slide12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c3b5d10ce7342eb" /><Relationship Type="http://schemas.openxmlformats.org/officeDocument/2006/relationships/image" Target="../media/image185.jpeg" Id="Rf75e8c539f264154" /><Relationship Type="http://schemas.openxmlformats.org/officeDocument/2006/relationships/notesSlide" Target="/ppt/notesSlides/notesSlide120.xml" Id="Rdfdf7171334f4310" /></Relationships>
</file>

<file path=ppt/slides/_rels/slide12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0862b651d0b47ea" /><Relationship Type="http://schemas.openxmlformats.org/officeDocument/2006/relationships/image" Target="../media/image186.jpeg" Id="R519e9b224ee1445a" /><Relationship Type="http://schemas.openxmlformats.org/officeDocument/2006/relationships/notesSlide" Target="/ppt/notesSlides/notesSlide121.xml" Id="Reaa46ade1a1143ab" /></Relationships>
</file>

<file path=ppt/slides/_rels/slide12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fa1647243a54c82" /><Relationship Type="http://schemas.openxmlformats.org/officeDocument/2006/relationships/image" Target="../media/image187.jpeg" Id="Ra349e28e0d8e40f4" /><Relationship Type="http://schemas.openxmlformats.org/officeDocument/2006/relationships/notesSlide" Target="/ppt/notesSlides/notesSlide122.xml" Id="R2a44b0086492418f" /></Relationships>
</file>

<file path=ppt/slides/_rels/slide12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f163bab10014a54" /><Relationship Type="http://schemas.openxmlformats.org/officeDocument/2006/relationships/image" Target="../media/image188.jpeg" Id="R4e1f80613e6b407f" /><Relationship Type="http://schemas.openxmlformats.org/officeDocument/2006/relationships/notesSlide" Target="/ppt/notesSlides/notesSlide123.xml" Id="Rd77378ffbaf548d0" /></Relationships>
</file>

<file path=ppt/slides/_rels/slide12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5fe34f937b041ac" /><Relationship Type="http://schemas.openxmlformats.org/officeDocument/2006/relationships/image" Target="../media/image189.jpeg" Id="R859d934da77f4409" /><Relationship Type="http://schemas.openxmlformats.org/officeDocument/2006/relationships/notesSlide" Target="/ppt/notesSlides/notesSlide124.xml" Id="R0f75f77d112943a7" /></Relationships>
</file>

<file path=ppt/slides/_rels/slide12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0413ca08fd346ac" /><Relationship Type="http://schemas.openxmlformats.org/officeDocument/2006/relationships/image" Target="../media/image190.jpeg" Id="R8dc5f011dd21436a" /><Relationship Type="http://schemas.openxmlformats.org/officeDocument/2006/relationships/notesSlide" Target="/ppt/notesSlides/notesSlide125.xml" Id="R622cfea8439f4e2f" /></Relationships>
</file>

<file path=ppt/slides/_rels/slide12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1b2194763d848d4" /><Relationship Type="http://schemas.openxmlformats.org/officeDocument/2006/relationships/image" Target="../media/image191.jpeg" Id="R9f570fb85d1a47d6" /><Relationship Type="http://schemas.openxmlformats.org/officeDocument/2006/relationships/notesSlide" Target="/ppt/notesSlides/notesSlide126.xml" Id="R27535ff37acc431d" /></Relationships>
</file>

<file path=ppt/slides/_rels/slide12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29bb8b3ed2b4186" /><Relationship Type="http://schemas.openxmlformats.org/officeDocument/2006/relationships/image" Target="../media/image192.jpeg" Id="R666d580877694af6" /><Relationship Type="http://schemas.openxmlformats.org/officeDocument/2006/relationships/notesSlide" Target="/ppt/notesSlides/notesSlide127.xml" Id="Rc4090fb9091a47ea" /></Relationships>
</file>

<file path=ppt/slides/_rels/slide12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29eec45e0d14387" /><Relationship Type="http://schemas.openxmlformats.org/officeDocument/2006/relationships/image" Target="../media/image193.jpeg" Id="Rf6fcc74dbb554b0a" /><Relationship Type="http://schemas.openxmlformats.org/officeDocument/2006/relationships/notesSlide" Target="/ppt/notesSlides/notesSlide128.xml" Id="Rf1486e46776f4a75" /></Relationships>
</file>

<file path=ppt/slides/_rels/slide12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858fe0b79fc4aa3" /><Relationship Type="http://schemas.openxmlformats.org/officeDocument/2006/relationships/image" Target="../media/image194.jpeg" Id="R8958916f5e1846c5" /><Relationship Type="http://schemas.openxmlformats.org/officeDocument/2006/relationships/notesSlide" Target="/ppt/notesSlides/notesSlide129.xml" Id="Ra4837cde40c24ff5" /></Relationships>
</file>

<file path=ppt/slides/_rels/slide13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222cc1211aa467c" /><Relationship Type="http://schemas.openxmlformats.org/officeDocument/2006/relationships/image" Target="../media/image195.jpeg" Id="R622ee54b250c49f5" /><Relationship Type="http://schemas.openxmlformats.org/officeDocument/2006/relationships/notesSlide" Target="/ppt/notesSlides/notesSlide130.xml" Id="Rcd0d15f90b6845f2" /></Relationships>
</file>

<file path=ppt/slides/_rels/slide13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be9977bfcee474d" /><Relationship Type="http://schemas.openxmlformats.org/officeDocument/2006/relationships/image" Target="../media/image196.jpeg" Id="R1a123be035fb44e3" /><Relationship Type="http://schemas.openxmlformats.org/officeDocument/2006/relationships/notesSlide" Target="/ppt/notesSlides/notesSlide131.xml" Id="R779df31218164c43" /></Relationships>
</file>

<file path=ppt/slides/_rels/slide13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50c586a0e764b2f" /><Relationship Type="http://schemas.openxmlformats.org/officeDocument/2006/relationships/image" Target="../media/image197.jpeg" Id="Rc54040343beb466c" /><Relationship Type="http://schemas.openxmlformats.org/officeDocument/2006/relationships/notesSlide" Target="/ppt/notesSlides/notesSlide132.xml" Id="R9c13c26e2a574a4e" /></Relationships>
</file>

<file path=ppt/slides/_rels/slide13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00b0d14306b4cc1" /><Relationship Type="http://schemas.openxmlformats.org/officeDocument/2006/relationships/image" Target="../media/image198.jpeg" Id="R01cf8c381c824c7e" /><Relationship Type="http://schemas.openxmlformats.org/officeDocument/2006/relationships/notesSlide" Target="/ppt/notesSlides/notesSlide133.xml" Id="Rac5dc73e564542fa" /></Relationships>
</file>

<file path=ppt/slides/_rels/slide13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3ba38cf9f2446eb" /><Relationship Type="http://schemas.openxmlformats.org/officeDocument/2006/relationships/image" Target="../media/image199.jpeg" Id="R107f89c4e0f44422" /><Relationship Type="http://schemas.openxmlformats.org/officeDocument/2006/relationships/notesSlide" Target="/ppt/notesSlides/notesSlide134.xml" Id="Rf26c26e1d81c410b" /></Relationships>
</file>

<file path=ppt/slides/_rels/slide13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97c24c8bbd84fbc" /><Relationship Type="http://schemas.openxmlformats.org/officeDocument/2006/relationships/image" Target="../media/image200.jpeg" Id="R11053fc2a1154c1f" /><Relationship Type="http://schemas.openxmlformats.org/officeDocument/2006/relationships/notesSlide" Target="/ppt/notesSlides/notesSlide135.xml" Id="Rd5af66d703de4f71" /></Relationships>
</file>

<file path=ppt/slides/_rels/slide13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9cc06f756cf4ee1" /><Relationship Type="http://schemas.openxmlformats.org/officeDocument/2006/relationships/image" Target="../media/image201.jpeg" Id="R7fd30ff2169c47fe" /><Relationship Type="http://schemas.openxmlformats.org/officeDocument/2006/relationships/notesSlide" Target="/ppt/notesSlides/notesSlide136.xml" Id="R05e73c1f78b14034" /></Relationships>
</file>

<file path=ppt/slides/_rels/slide13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88c4f38e95842b6" /><Relationship Type="http://schemas.openxmlformats.org/officeDocument/2006/relationships/image" Target="../media/image202.jpeg" Id="R5db6100bbc5d4bca" /><Relationship Type="http://schemas.openxmlformats.org/officeDocument/2006/relationships/notesSlide" Target="/ppt/notesSlides/notesSlide137.xml" Id="Rc73696f7dcc84eb1" /></Relationships>
</file>

<file path=ppt/slides/_rels/slide13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9035f6fc5d040e5" /><Relationship Type="http://schemas.openxmlformats.org/officeDocument/2006/relationships/image" Target="../media/image203.jpeg" Id="Rda56aba1808f4036" /><Relationship Type="http://schemas.openxmlformats.org/officeDocument/2006/relationships/notesSlide" Target="/ppt/notesSlides/notesSlide138.xml" Id="R4f0e2e400891481b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751a458a74a3f" /><Relationship Type="http://schemas.openxmlformats.org/officeDocument/2006/relationships/image" Target="/ppt/media/image245.jpeg" Id="R77608f93db604256" /><Relationship Type="http://schemas.openxmlformats.org/officeDocument/2006/relationships/image" Target="/ppt/media/image246.jpeg" Id="R4940010839ee44ec" /><Relationship Type="http://schemas.openxmlformats.org/officeDocument/2006/relationships/image" Target="/ppt/media/image247.jpeg" Id="R6a47851e777d42c7" /><Relationship Type="http://schemas.openxmlformats.org/officeDocument/2006/relationships/image" Target="/ppt/media/image248.jpeg" Id="R7fb01fc3dcce426a" /><Relationship Type="http://schemas.openxmlformats.org/officeDocument/2006/relationships/image" Target="/ppt/media/image249.jpeg" Id="Rb0437f1a7f6f4a79" /><Relationship Type="http://schemas.openxmlformats.org/officeDocument/2006/relationships/image" Target="/ppt/media/image250.jpeg" Id="Rb7f9e732f8304ef1" /><Relationship Type="http://schemas.openxmlformats.org/officeDocument/2006/relationships/image" Target="/ppt/media/image251.jpeg" Id="R4814f6f1fb65438b" /><Relationship Type="http://schemas.openxmlformats.org/officeDocument/2006/relationships/image" Target="/ppt/media/image252.jpeg" Id="R0d5392ec64f14b30" /><Relationship Type="http://schemas.openxmlformats.org/officeDocument/2006/relationships/notesSlide" Target="/ppt/notesSlides/notesSlide139.xml" Id="R6fef1dae1c644362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1f006b199440b8" /><Relationship Type="http://schemas.openxmlformats.org/officeDocument/2006/relationships/image" Target="/ppt/media/image253.jpeg" Id="R1aa38e1936bf44f7" /><Relationship Type="http://schemas.openxmlformats.org/officeDocument/2006/relationships/image" Target="/ppt/media/image254.jpeg" Id="Rc9390c825c924c52" /><Relationship Type="http://schemas.openxmlformats.org/officeDocument/2006/relationships/image" Target="/ppt/media/image255.jpeg" Id="R44e7247c5908492b" /><Relationship Type="http://schemas.openxmlformats.org/officeDocument/2006/relationships/image" Target="/ppt/media/image256.jpeg" Id="R43b1b2abb8594359" /><Relationship Type="http://schemas.openxmlformats.org/officeDocument/2006/relationships/image" Target="/ppt/media/image257.jpeg" Id="Rd265dc33a0624fee" /><Relationship Type="http://schemas.openxmlformats.org/officeDocument/2006/relationships/image" Target="/ppt/media/image258.jpeg" Id="R0fea81a353a24def" /><Relationship Type="http://schemas.openxmlformats.org/officeDocument/2006/relationships/image" Target="/ppt/media/image259.jpeg" Id="R113ee87c3b3548ab" /><Relationship Type="http://schemas.openxmlformats.org/officeDocument/2006/relationships/notesSlide" Target="/ppt/notesSlides/notesSlide140.xml" Id="R873d1d9d303c4957" /></Relationships>
</file>

<file path=ppt/slides/_rels/slide14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81ef9228d5845ee" /><Relationship Type="http://schemas.openxmlformats.org/officeDocument/2006/relationships/image" Target="../media/image245.jpeg" Id="R2d7481689f924fd1" /><Relationship Type="http://schemas.openxmlformats.org/officeDocument/2006/relationships/notesSlide" Target="/ppt/notesSlides/notesSlide141.xml" Id="R46d7537771c74248" /></Relationships>
</file>

<file path=ppt/slides/_rels/slide14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00b322ec59d401f" /><Relationship Type="http://schemas.openxmlformats.org/officeDocument/2006/relationships/image" Target="../media/image246.jpeg" Id="Rccca85bb054042fb" /><Relationship Type="http://schemas.openxmlformats.org/officeDocument/2006/relationships/notesSlide" Target="/ppt/notesSlides/notesSlide142.xml" Id="Rafc430fa82f84272" /></Relationships>
</file>

<file path=ppt/slides/_rels/slide14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045e871147e4ceb" /><Relationship Type="http://schemas.openxmlformats.org/officeDocument/2006/relationships/image" Target="../media/image247.jpeg" Id="Rb4167e7784f64ebe" /><Relationship Type="http://schemas.openxmlformats.org/officeDocument/2006/relationships/notesSlide" Target="/ppt/notesSlides/notesSlide143.xml" Id="R9f4cfaea5eea4aa4" /></Relationships>
</file>

<file path=ppt/slides/_rels/slide14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889c90b4adb43a9" /><Relationship Type="http://schemas.openxmlformats.org/officeDocument/2006/relationships/image" Target="../media/image248.jpeg" Id="R28a12d2159384490" /><Relationship Type="http://schemas.openxmlformats.org/officeDocument/2006/relationships/notesSlide" Target="/ppt/notesSlides/notesSlide144.xml" Id="Rf16d3087b09644cd" /></Relationships>
</file>

<file path=ppt/slides/_rels/slide14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7561954bb3345db" /><Relationship Type="http://schemas.openxmlformats.org/officeDocument/2006/relationships/image" Target="../media/image249.jpeg" Id="R0983bf528fbe4eee" /><Relationship Type="http://schemas.openxmlformats.org/officeDocument/2006/relationships/notesSlide" Target="/ppt/notesSlides/notesSlide145.xml" Id="R30b16c2af70e41b8" /></Relationships>
</file>

<file path=ppt/slides/_rels/slide14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8a34ab03d6e4deb" /><Relationship Type="http://schemas.openxmlformats.org/officeDocument/2006/relationships/image" Target="../media/image250.jpeg" Id="R72b3227e43694168" /><Relationship Type="http://schemas.openxmlformats.org/officeDocument/2006/relationships/notesSlide" Target="/ppt/notesSlides/notesSlide146.xml" Id="R2d0fb391eb17499f" /></Relationships>
</file>

<file path=ppt/slides/_rels/slide14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66d74c93df14f10" /><Relationship Type="http://schemas.openxmlformats.org/officeDocument/2006/relationships/image" Target="../media/image251.jpeg" Id="R6f233b272a5449f7" /><Relationship Type="http://schemas.openxmlformats.org/officeDocument/2006/relationships/notesSlide" Target="/ppt/notesSlides/notesSlide147.xml" Id="Re21baf9ef41d4702" /></Relationships>
</file>

<file path=ppt/slides/_rels/slide14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c3db2741e6f4394" /><Relationship Type="http://schemas.openxmlformats.org/officeDocument/2006/relationships/image" Target="../media/image252.jpeg" Id="Rbb3ca81e81d34415" /><Relationship Type="http://schemas.openxmlformats.org/officeDocument/2006/relationships/notesSlide" Target="/ppt/notesSlides/notesSlide148.xml" Id="R6d55626fd0f44d6a" /></Relationships>
</file>

<file path=ppt/slides/_rels/slide14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9eef55256ab453a" /><Relationship Type="http://schemas.openxmlformats.org/officeDocument/2006/relationships/image" Target="../media/image253.jpeg" Id="R86b2cbe266074cfa" /><Relationship Type="http://schemas.openxmlformats.org/officeDocument/2006/relationships/notesSlide" Target="/ppt/notesSlides/notesSlide149.xml" Id="Rd178701e58aa4515" /></Relationships>
</file>

<file path=ppt/slides/_rels/slide15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8a36aba3221438e" /><Relationship Type="http://schemas.openxmlformats.org/officeDocument/2006/relationships/image" Target="../media/image254.jpeg" Id="R747067800cb14e53" /><Relationship Type="http://schemas.openxmlformats.org/officeDocument/2006/relationships/notesSlide" Target="/ppt/notesSlides/notesSlide150.xml" Id="R3e34b80b975342bd" /></Relationships>
</file>

<file path=ppt/slides/_rels/slide15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e9a16ba767d4c1f" /><Relationship Type="http://schemas.openxmlformats.org/officeDocument/2006/relationships/image" Target="../media/image255.jpeg" Id="R486b223bed5f4761" /><Relationship Type="http://schemas.openxmlformats.org/officeDocument/2006/relationships/notesSlide" Target="/ppt/notesSlides/notesSlide151.xml" Id="R5ba3ed8b65814716" /></Relationships>
</file>

<file path=ppt/slides/_rels/slide15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928dede0a904846" /><Relationship Type="http://schemas.openxmlformats.org/officeDocument/2006/relationships/image" Target="../media/image256.jpeg" Id="Re01f7585c5e146f3" /><Relationship Type="http://schemas.openxmlformats.org/officeDocument/2006/relationships/notesSlide" Target="/ppt/notesSlides/notesSlide152.xml" Id="Rdea6c49f725c4c28" /></Relationships>
</file>

<file path=ppt/slides/_rels/slide15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bf6072209d24770" /><Relationship Type="http://schemas.openxmlformats.org/officeDocument/2006/relationships/image" Target="../media/image257.jpeg" Id="R47e6aeaae7144930" /><Relationship Type="http://schemas.openxmlformats.org/officeDocument/2006/relationships/notesSlide" Target="/ppt/notesSlides/notesSlide153.xml" Id="R891f37685f6b4b98" /></Relationships>
</file>

<file path=ppt/slides/_rels/slide15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43bb8595bf343b9" /><Relationship Type="http://schemas.openxmlformats.org/officeDocument/2006/relationships/image" Target="../media/image258.jpeg" Id="R9263f96fba17491b" /><Relationship Type="http://schemas.openxmlformats.org/officeDocument/2006/relationships/notesSlide" Target="/ppt/notesSlides/notesSlide154.xml" Id="Rdea5f8b946d0462d" /></Relationships>
</file>

<file path=ppt/slides/_rels/slide15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a3dcde1f39141c5" /><Relationship Type="http://schemas.openxmlformats.org/officeDocument/2006/relationships/image" Target="../media/image259.jpeg" Id="R64909c5af5c943b3" /><Relationship Type="http://schemas.openxmlformats.org/officeDocument/2006/relationships/notesSlide" Target="/ppt/notesSlides/notesSlide155.xml" Id="R7848eb1570544f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8A0CCD-F88A-4F7B-BF70-625ECC121C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929a723524ccb"/>
          <a:srcRect xmlns:a="http://schemas.openxmlformats.org/drawingml/2006/main" l="0" t="16052" r="0" b="160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0"/>
            <a:ext cx="60579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C7EAAC1-0BC5-4BE8-89BC-5357DF54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6556D86-2091-4FAD-A779-D16F273C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A422220-9FCA-4CAD-B19C-C5AA991B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TOUHOU PROJECT · CHARACTER COMPENDIUM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4893004-D59E-4AFC-832A-F241E364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04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432"/>
          </a:bodyPr>
          <a:lstStyle xmlns:a="http://schemas.openxmlformats.org/drawingml/2006/main">
            <a:def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幻想乡博物志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64EEBD4-BF73-4612-86B7-41D4ACB0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048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defPPr>
            <a:lvl1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1pPr>
            <a:lvl2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2pPr>
            <a:lvl3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3pPr>
            <a:lvl4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4pPr>
            <a:lvl5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5pPr>
            <a:lvl6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6pPr>
            <a:lvl7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7pPr>
            <a:lvl8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8pPr>
            <a:lvl9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pPr>
            <a:r>
              <a:t>东方人物手册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8B6C30D-F6FF-4084-98B1-86355BA3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per">
            <a:extLst xmlns:a="http://schemas.openxmlformats.org/drawingml/2006/main">
              <a:ext uri="{FF2B5EF4-FFF2-40B4-BE49-F238E27FC236}">
                <a16:creationId xmlns:a16="http://schemas.microsoft.com/office/drawing/2014/main" id="{5E4CCCC7-AE8B-45A9-828E-5AB883C2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E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D44DBF7-D2C4-48F9-AE52-7ECB7FD4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defPPr>
            <a:lvl1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1pPr>
            <a:lvl2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2pPr>
            <a:lvl3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3pPr>
            <a:lvl4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4pPr>
            <a:lvl5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5pPr>
            <a:lvl6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6pPr>
            <a:lvl7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7pPr>
            <a:lvl8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8pPr>
            <a:lvl9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pPr>
            <a:r>
              <a:t>137名角色独立档案</a:t>
            </a:r>
          </a:p>
        </p:txBody>
      </p:sp>
      <p:sp>
        <p:nvSpPr>
          <p:cNvPr id="10" name="paper">
            <a:extLst xmlns:a="http://schemas.openxmlformats.org/drawingml/2006/main">
              <a:ext uri="{FF2B5EF4-FFF2-40B4-BE49-F238E27FC236}">
                <a16:creationId xmlns:a16="http://schemas.microsoft.com/office/drawing/2014/main" id="{89C2A3AE-CFD0-47A1-AE42-DEA001E2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4810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5E00399-8E3B-4F20-9CB8-705BB7FD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E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FB9C59D-DE92-40DE-A18D-599F49E8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defPPr>
            <a:lvl1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1pPr>
            <a:lvl2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2pPr>
            <a:lvl3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3pPr>
            <a:lvl4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4pPr>
            <a:lvl5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5pPr>
            <a:lvl6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6pPr>
            <a:lvl7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7pPr>
            <a:lvl8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8pPr>
            <a:lvl9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pPr>
            <a:r>
              <a:t>8卷地域与势力编排</a:t>
            </a:r>
          </a:p>
        </p:txBody>
      </p:sp>
      <p:sp>
        <p:nvSpPr>
          <p:cNvPr id="13" name="paper">
            <a:extLst xmlns:a="http://schemas.openxmlformats.org/drawingml/2006/main">
              <a:ext uri="{FF2B5EF4-FFF2-40B4-BE49-F238E27FC236}">
                <a16:creationId xmlns:a16="http://schemas.microsoft.com/office/drawing/2014/main" id="{965D2D6A-8E72-4B6B-AE7B-E9253104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23232ED-83D4-4B19-B187-C55E74EA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006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E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A8288F3-520F-474B-AFB3-64E8A87F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defPPr>
            <a:lvl1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1pPr>
            <a:lvl2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2pPr>
            <a:lvl3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3pPr>
            <a:lvl4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4pPr>
            <a:lvl5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5pPr>
            <a:lvl6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6pPr>
            <a:lvl7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7pPr>
            <a:lvl8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8pPr>
            <a:lvl9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pPr>
            <a:r>
              <a:t>全角色插图</a:t>
            </a:r>
          </a:p>
        </p:txBody>
      </p:sp>
      <p:sp>
        <p:nvSpPr>
          <p:cNvPr id="16" name="paper">
            <a:extLst xmlns:a="http://schemas.openxmlformats.org/drawingml/2006/main">
              <a:ext uri="{FF2B5EF4-FFF2-40B4-BE49-F238E27FC236}">
                <a16:creationId xmlns:a16="http://schemas.microsoft.com/office/drawing/2014/main" id="{AFE2F68A-2CE0-4641-BFB0-EAAE39E4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2930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2480A98-52CB-4D4C-8307-D62F476F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2026年10月修订 · 含《东方锦上京》人物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E8EB5B0-B3AB-4C95-8A12-64F41193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23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同人AI插图手册 · 非官方出版 · 含剧情剧透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D1C35-F9C5-40F4-98CF-277E634AB5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4a5b9061942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219450"/>
            <a:ext cx="704850" cy="704850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4D88B-FB39-44CA-A630-ACA1F412E7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dfbeb67d141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210050"/>
            <a:ext cx="704850" cy="704850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656F1-7DA5-4397-BCE2-B6B663FDB1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e7341872349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200650"/>
            <a:ext cx="704850" cy="70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017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9C7B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aper">
            <a:extLst xmlns:a="http://schemas.openxmlformats.org/drawingml/2006/main">
              <a:ext uri="{FF2B5EF4-FFF2-40B4-BE49-F238E27FC236}">
                <a16:creationId xmlns:a16="http://schemas.microsoft.com/office/drawing/2014/main" id="{D4A51AC1-038A-4DFB-94CE-613D6EA3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8753B12-2778-4BC0-A2F5-088E01C9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C71AAD6-D6B0-43A8-8EE9-076C933D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defPPr>
            <a:lvl1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1pPr>
            <a:lvl2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2pPr>
            <a:lvl3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3pPr>
            <a:lvl4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4pPr>
            <a:lvl5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5pPr>
            <a:lvl6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6pPr>
            <a:lvl7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7pPr>
            <a:lvl8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8pPr>
            <a:lvl9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pPr>
            <a:r>
              <a:t>I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04A1097-79AE-42AE-8F5F-0C8B810F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A6CB1DF-7661-4466-A9EA-907FB001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红魔乡 · 雾之湖 · 红魔馆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2995808D-5005-4E3A-AD2D-775F1474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2E9B269-D84D-4253-8AD4-60800007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9名角色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279CBC6-D3BD-4388-AB20-A90F720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679EE619-2AC2-41B7-B842-52E1BB18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2E3A144-EFD6-40C2-971C-24C892DE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002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F55D51D-094A-4425-A65B-28F1956A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4CED8EA-DBB6-4AFA-B07F-78D52B0C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露米娅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966A7C6-B138-4694-985E-4AC18420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ルーミア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AF133DA-BEFC-4692-B8A5-92EF30A8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A7F6B344-C1D3-432D-8572-57E0C5FA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70C418D-C542-423A-9548-16AC8D8B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大妖精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FCA1EF6-DF15-4C31-8BE3-4951715D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大妖精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D0CDF4E7-CC21-4EAB-9228-71B1A52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827953E7-2B1D-4665-AB17-C661C990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E528877-C41C-4B6D-937D-8B3C21B1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琪露诺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D8923CF-E399-48BE-9125-086DA84C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チルノ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A969E4A1-4046-44A7-9B40-534066E3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ABFB188-F5D6-418E-A8E4-E0486B8B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A63CE3B-7588-4F5C-B23D-15EFCCF6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红美铃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4E05E1C-17F0-4754-8247-0F5D3573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紅 美鈴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21CA14EA-B461-4BE5-B082-3A889F2B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7EF17A50-B606-435D-802E-6CE61FC9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2EEB628-0754-44D9-A326-CCB7125D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小恶魔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B02D79FA-39F2-4A12-A24D-D36818A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小悪魔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071A9255-D0E2-48EF-8E21-B12D6F09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90309A82-FBF2-416D-BEB8-3B0326FA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9C8CA7E-C23C-40F6-962A-D2B6E2CF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帕秋莉·诺蕾姬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5706138-AE89-41C7-82D1-3942559E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パチュリー・ノーレッジ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1F5B7193-D8B3-4E65-B65B-CC584D8D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105F1222-EF84-4CE0-AC3B-EA6BE9E5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02CF9504-12D2-49CE-A8DF-A63AD9C8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十六夜咲夜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83978A05-6215-43A2-9D91-FC4949DF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十六夜 咲夜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02730A3B-3A8E-4BEF-9D18-987F3AE4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21177720-8B12-40F2-9432-4F0C577B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0F0EBC02-C916-45C9-8364-181A5D41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蕾米莉亚·斯卡蕾特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196609ED-BC10-4414-BCBE-79B9BFFC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レミリア・スカーレット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B4A0E2BE-CC41-4ECD-9532-08890FF7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846DA556-AE89-4099-B576-52FEC3DC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BECE3856-B0EC-476F-93F2-2EEB9364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芙兰朵露·斯卡蕾特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90E14ADE-CBA1-4C52-ACF2-F0AE731D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フランドール・スカーレット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AD483E97-3C81-4F74-91A9-8A46D350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7E2CBD-975A-4BB8-9403-0E933C5426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f276872cc4397"/>
          <a:srcRect xmlns:a="http://schemas.openxmlformats.org/drawingml/2006/main" l="28000" t="3987" r="12000" b="43987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2142F6-C3FE-40D3-8875-0E5276AF7A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fe4270113403e"/>
          <a:srcRect xmlns:a="http://schemas.openxmlformats.org/drawingml/2006/main" l="19000" t="2854" r="23000" b="46854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83CFC3-056E-4B6B-93B2-128F2807E0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9816190854d5d"/>
          <a:srcRect xmlns:a="http://schemas.openxmlformats.org/drawingml/2006/main" l="41509" t="12000" r="8509" b="48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7651ED-A833-4F77-BCFB-7CAA392A68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8719fee574827"/>
          <a:srcRect xmlns:a="http://schemas.openxmlformats.org/drawingml/2006/main" l="20000" t="3272" r="27000" b="50772"/>
          <a:stretch xmlns:a="http://schemas.openxmlformats.org/drawingml/2006/main"/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2C5178-352E-4EBF-B7B9-0ACF5ECFC3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d82197c3e4dbc"/>
          <a:srcRect xmlns:a="http://schemas.openxmlformats.org/drawingml/2006/main" l="12000" t="0" r="13000" b="34967"/>
          <a:stretch xmlns:a="http://schemas.openxmlformats.org/drawingml/2006/main"/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101332-F3F4-432D-AFBD-9ABA5E4E6B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eefaad39a41de"/>
          <a:srcRect xmlns:a="http://schemas.openxmlformats.org/drawingml/2006/main" l="29000" t="3000" r="22000" b="570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6E2A7F-B05C-49D7-9F49-783AD73A2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1d53dbe0f4610"/>
          <a:srcRect xmlns:a="http://schemas.openxmlformats.org/drawingml/2006/main" l="30000" t="10000" r="18000" b="57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FFAF36-2E82-4B05-9994-350CD3E42D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65c761fdb44da"/>
          <a:srcRect xmlns:a="http://schemas.openxmlformats.org/drawingml/2006/main" l="32000" t="10692" r="11000" b="43692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EF8753-832B-4984-BF32-35872DE92A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710015a2a484d"/>
          <a:srcRect xmlns:a="http://schemas.openxmlformats.org/drawingml/2006/main" l="33516" t="8000" r="5516" b="53000"/>
          <a:stretch xmlns:a="http://schemas.openxmlformats.org/drawingml/2006/main"/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7781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38714-2BEB-438C-9337-EA7EA5A14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03451bb7b479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FE93356-3813-474A-B61D-55A9ED85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8C46F69-4613-414D-86F3-0491C5CC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C084B59-93B4-4A6C-B71F-83DF4CAC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468B117-3D74-4E1F-BD65-230C6F84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露米娅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AC677F-C1AA-4D38-B339-FE91D193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ルーミア / Rumia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5542C78-94B8-4D1A-9BDF-A1D856EF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0E6D5E6-935A-49D1-BDDF-15438AEE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常用黑暗包裹自己的妖怪，讨厌阳光。由于黑暗也会挡住自己的视线，她有时会撞到树。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B19D4D-4B8A-4F05-A5B5-38109AA0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5423243-6370-4FAD-983B-C4058F73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红魔乡的一面Boss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220ABB5-6188-4AD2-A91C-9416906D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35E09C5-BCA3-43C6-8FA3-5A4B6D16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756EF62-B9C6-4E99-AF0E-89CC46A6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操纵黑暗程度的能力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9410169-9BBA-426F-B62F-5056F2F1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518A7E0-4162-4E51-9597-75E522EC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054A07E-9395-4961-893D-1C9B6E98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98ABF49-3168-469D-B975-BB7D50B0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B658A1E-BD44-4C86-BC8C-D7FD26D3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DDF4DC6-0821-4289-AB95-6DF5CA69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3AB17A1-9E2E-4DFD-A285-174437D5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F59C918-796C-46AB-83D0-33BA5FFE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003</a:t>
            </a:r>
          </a:p>
        </p:txBody>
      </p:sp>
    </p:spTree>
    <p:extLst>
      <p:ext uri="{BB962C8B-B14F-4D97-AF65-F5344CB8AC3E}">
        <p14:creationId xmlns:p14="http://schemas.microsoft.com/office/powerpoint/2010/main" val="82327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1875C-AA9D-4550-BE93-1C78EF146C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66d9ba53a405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66B7B1E-AC76-4415-A8D8-724777DB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EE65773-BDF0-4864-ABD2-9203B3AA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8CAE6BC-76D2-4B11-83AD-FE475494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95381BB-706E-48BA-B1AE-FAE588BC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大妖精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B7CC611-FD86-41D0-AEE0-57B2BBAE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大妖精 / Daiyousei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47238BD-47DA-4F24-925D-4EFAE66F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CD21738-95EC-4F3D-B769-3D46492D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根据ZUN的解释，“大妖精”并非用来指代某一角色，而是用来指代妖精中非常有实力的个体。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ABD6581-E85E-4FC2-A2ED-F27764F0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340C7BA-9C3F-4CBD-966E-558316B7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红魔乡的二面道中Boss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83CDF0C-A705-4977-88E5-4CDC308A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75B5309-8693-47A2-B29F-26953DEB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EF73169-55EE-4460-92DD-A15F6495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雾之湖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DDE4F03-6779-4454-8DCC-3FCA4F6D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DD53A73-A4E3-4E70-B2BD-96AD3D9B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1724C29-9B56-44A0-A054-461C23E8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27B67C9-A3CE-4A24-BF64-EF6545AA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AFE0F59-8999-40E9-AEE9-BA3DEFB4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FA2F5AE-5CDA-409F-814F-C9512AF7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DF23CA1-EA00-4A5C-B48F-E4A53C4F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83B2761-0082-4192-B93A-5742248F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004</a:t>
            </a:r>
          </a:p>
        </p:txBody>
      </p:sp>
    </p:spTree>
    <p:extLst>
      <p:ext uri="{BB962C8B-B14F-4D97-AF65-F5344CB8AC3E}">
        <p14:creationId xmlns:p14="http://schemas.microsoft.com/office/powerpoint/2010/main" val="12029077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550746-7455-4D44-94A2-FFD7E39184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dad4cd1244467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7090C4F-3E79-414B-80C7-B1944347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3482F0C-D7F4-455C-8B04-0F1F5A3B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C60BC7B-0598-4B6B-85D2-54A4BE0C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2325084-A470-479F-9D4D-A359B859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琪露诺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8B2B05A-D2F9-4FDE-A9BE-A6174C36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チルノ / Cirno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8DEEA7D-98D2-4F34-B5E4-B87446B1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15727FB-6EC8-4703-8109-B3CEED7A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雾之湖附近的冰之妖精，喜欢恶作剧。她天真而过度自信，常不考虑自己的力量就去挑战别人。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38A12C9-5931-4504-8C3F-565D63B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0382099-DE6F-4119-9C68-36C9263D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红魔乡的二面Boss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CB0E0C2-05A8-4AC3-995D-FDF602BB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CF1547-85DB-412A-826D-403A88E7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CB11C2F-57C4-4ACB-80D2-09B93217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雾之湖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0599AF6-E77D-4FC5-946B-60CE0786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E426C20-46EF-4284-BA43-904B4107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9CF3D37-D69F-4020-8E56-BC1E76E6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操纵冷气程度的能力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806CD7A-A65D-4540-8152-20D779A5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A57B622-8510-49D3-A307-3A224E44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B72904E-C15C-42B9-8089-EAEFC0EF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08FD4F2-D438-4DE5-B47F-8788901F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BE02156-FCD8-4088-B62A-24312CB7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E3890EE-E0E5-42F5-95C7-54EEC3A8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 · 东方红魔乡：New Classic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9229A1A-C399-449F-A8F3-13F08461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BEF3021-4163-4A1D-9599-8635195D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005</a:t>
            </a:r>
          </a:p>
        </p:txBody>
      </p:sp>
    </p:spTree>
    <p:extLst>
      <p:ext uri="{BB962C8B-B14F-4D97-AF65-F5344CB8AC3E}">
        <p14:creationId xmlns:p14="http://schemas.microsoft.com/office/powerpoint/2010/main" val="722341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7DF8F-DC25-48F5-8F8E-298002828E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e2e4ef5d24b7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8D39634-6C89-4772-9E22-6A2DD25E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DE360A1-5061-446E-B312-E131A7CB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65A78D4-6165-45FF-A053-5D431AFD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96CA3A2-AC88-4C24-96DA-E3C84DDB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红美铃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1E749F5-8C36-4C80-9652-4E2BC3D7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紅 美鈴 / Hoan Meirin / Hong Meirin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AF613C4-1241-47B2-B52A-643FE4F7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4FF6C2A-91DC-40D7-9A38-68ED881A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她是中国妖怪，身穿中国风的服装，使用中国武术，担任着红魔馆的门卫。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E4D135-7F68-4E0C-88DF-C8BE1B37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2C67C24-8DA1-49B2-930F-87458083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红魔馆门卫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C19A115-805E-43D3-A56D-BE6267F9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A9F5477-05AE-4D5F-8138-CCBAE650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ECCDFE8-DF30-40C5-ACB3-8B5647A5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BBE7988-B9B0-417F-B155-7CC552C6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4C42EB6-13CB-482A-98A1-7AA80383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59D5450-9B88-47E7-B9F6-1DA53272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BFEA80E-057E-480E-9F95-72E6AF21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EF8DC93-E5C0-4530-A80B-DBF98C6A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8044B22-ECEA-475A-AADE-93478DA4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4E00456-0EFC-4E19-8C76-3DFDAE75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D74D84E-EC14-4FB7-B057-F3B97F29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E273056-BA50-46B3-9654-F260DAAB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 · 东方红魔乡：New Classic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4F42605-2821-4D2F-8D12-50D9D6CC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65E5926-B5D1-4C44-9409-132356DA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006</a:t>
            </a:r>
          </a:p>
        </p:txBody>
      </p:sp>
    </p:spTree>
    <p:extLst>
      <p:ext uri="{BB962C8B-B14F-4D97-AF65-F5344CB8AC3E}">
        <p14:creationId xmlns:p14="http://schemas.microsoft.com/office/powerpoint/2010/main" val="891038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85EE6-07F9-4CF0-8A18-3B7FA559D5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287142a1f475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B2A030A-6CC2-494E-AE0F-6C111357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8BD8750-6ACC-4F83-97B2-95D85C70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39FC55-B7D3-44B3-9348-AF0B0E6D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782726-2A2A-4149-AF58-E1DA8D42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小恶魔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620FAAE-ED94-4360-9AD5-7EBA549C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小悪魔 / Little Devil / Koakuma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8B8A9A0-1247-440D-B241-DFB080F8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4CF453B-A0AE-4E70-9400-DC2AF083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住在红魔馆的弱小恶魔。她没有固定使命，性格任性，喜欢恶作剧，往往没有深思就开始行动。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3D8C383-CFE3-4141-A9E4-A6A24EC7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33536D-8331-43C5-A980-60DEB2B8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恶魔 · 红魔乡的四面道中Boss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D1AA364-CCDA-4445-8B12-5E51AC1E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E46B235-D03B-410D-8FC9-CAD9346E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1740508-D6C8-41CE-A46F-09F01AF3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B620CDE-C0CC-4791-A0E9-3111DDA6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F6D47C1-83C0-46C2-8787-4980AE85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C105D96-B399-4699-868F-E55771E1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4CD8E5E-C3BD-4E17-B860-96B90118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0834C49-27F9-4584-ACA8-EE5BBE68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CA1A2A3-9655-4BEC-9629-BF572AC6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787552E-17B6-4F8B-8F5F-D71E0D43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BC4BA5C-59D9-4992-8DDA-94EB216A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007</a:t>
            </a:r>
          </a:p>
        </p:txBody>
      </p:sp>
    </p:spTree>
    <p:extLst>
      <p:ext uri="{BB962C8B-B14F-4D97-AF65-F5344CB8AC3E}">
        <p14:creationId xmlns:p14="http://schemas.microsoft.com/office/powerpoint/2010/main" val="13696088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D59406-F7B2-4627-BCCF-B7D931E7F0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70523de91418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2291F2C-77C3-41EF-907B-902DF9B5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2514A5C-5AB3-4C44-8167-BEA04A09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696EA16-5E87-4BC4-96CF-2EAE2AA7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E974D92-352E-4990-BCA3-7FA05AD6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帕秋莉·诺蕾姬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155B7A1-43D0-4F18-96FC-C4B66482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パチュリー・ノーレッジ / Patchouli Knowledge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092EF9E-4BE4-4DD7-8093-DA2C09F6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BB02A2A-3AE1-43B3-90AB-C36894D4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她是居住在红魔馆大图书馆中的魔女（魔法使），非常擅长魔法。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1F2B5A4-A3AA-4611-A9ED-B4EC6AC8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B01B106-B065-4575-8106-76527FF1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魔女／魔法使 · 图书馆的魔法使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2E8F878-0F3E-4EB5-ADD5-FDE3CFD6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3705E92-57F3-4710-8905-CF851392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5A4C46D-4E73-4367-BD04-92D53E6F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9283451-592D-4F7F-8BCB-B521D165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D37DADA-D424-4427-A083-C8C6E0ED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5494D68-C89B-4B4A-87FB-4F4F45E3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使用火水木金土日月的魔法程度的能力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A141636-C473-4A00-9949-0FF28458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4C11658-2F5A-4FF0-92ED-179C968F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2D11056-03EF-478D-AA83-45F82A2E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E0C0150-7670-4357-96F1-12A3D81F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12B8AD2-91AA-468D-BA1A-6EA8E27B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6435210-96C6-4906-A160-CAC03353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4919EF0-A3A8-4D36-B34E-2C7C52FD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1FB244A-1211-4669-B0F0-7F19955B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008</a:t>
            </a:r>
          </a:p>
        </p:txBody>
      </p:sp>
    </p:spTree>
    <p:extLst>
      <p:ext uri="{BB962C8B-B14F-4D97-AF65-F5344CB8AC3E}">
        <p14:creationId xmlns:p14="http://schemas.microsoft.com/office/powerpoint/2010/main" val="13013566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FB7D82-03DD-4069-BC9D-7A66794A44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31e14b0444916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F7A54CB-B7BE-4DC1-866D-B59C4C6F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F4A3039-8BBC-4EA8-9D9A-E5346949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8B71F74-37E3-4C6A-8974-443F31BD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0F8C97E-A01E-4C2E-8E20-0AE8C156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十六夜咲夜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C97155-FB06-40FB-8EA5-D56D8EF0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十六夜 咲夜 / Izayoi Sakuya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599F815-E1D8-459B-A8AE-5916CFF3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D3CF39-5ED6-42B8-BB61-EE9D9E7A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在红魔馆服侍蕾米莉亚的女仆长，拥有操纵时间的能力。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B059700-552A-45CB-9E6D-6F983756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928C612-AE45-4221-B55D-7C0A9C2E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红魔馆女仆长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D2D9FB6-460A-4740-866A-D7B6798B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DD859F8-330E-4A1B-B779-FBFC4F35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ED2F238-E319-4D8E-9844-24FFB71F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BD421D7-DC7D-4BC8-9817-8C3B712A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8A3691D-B81F-4EE7-BF09-BA66D327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7689A2E-2C55-4E7D-BF8F-B99C8F36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操纵时间程度的能力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821A000-C839-40E9-8FD1-76D1A63E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59FED55-B536-4BFE-B02D-665FD7B1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28BD4D8-E64A-4307-A452-9825933C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85313F9-9B2C-417B-9F6A-53E401CE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DA70AECB-C75A-4076-8A2F-26DB8729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F98C73D-808D-4834-9746-ED831258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F7B54EF-A2FF-4167-9148-2188A965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蕾米莉亚／红魔馆成员／灵梦与魔理沙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F64415B0-2860-41EC-B889-EE82176E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E86C672-0E18-4670-B0F5-58F802E1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009</a:t>
            </a:r>
          </a:p>
        </p:txBody>
      </p:sp>
    </p:spTree>
    <p:extLst>
      <p:ext uri="{BB962C8B-B14F-4D97-AF65-F5344CB8AC3E}">
        <p14:creationId xmlns:p14="http://schemas.microsoft.com/office/powerpoint/2010/main" val="1821449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2FDCCF-4AD6-48CB-9217-472C76DE47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65c3a30ab4674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46A1941-8995-418B-9613-E8D2D17F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5A7D73F-74DC-44E0-8E9A-7735DE00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5D79586-14C4-4054-B5E4-8830F393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1557EDA-582E-45E9-A63E-2BCBA421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蕾米莉亚·斯卡蕾特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5C5DEA-7DC7-4148-97D4-D17D8DA7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レミリア・スカーレット / Remilia Scarlet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13B76EA-76EF-4EE0-B203-3B05C801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3DB3A1D-646F-432D-A379-9CAC96D0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她是居住在红魔馆的吸血鬼，是红魔馆的主人。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789B51-93D9-412F-8753-F1EDE23E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D9389F5-C603-4396-A7B1-45CF25B1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吸血鬼 · 红魔馆主人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88D26B9-CB16-4116-8510-D66A0650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1F06D8E-B82D-4509-B344-464A0E28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DE06AAF-529F-49D4-BFAA-63968721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1BEC155-F3AA-49F3-BE9B-01F01468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0AC72ED-FA00-4E6C-B34B-8583CA35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868AF81-B802-4BE8-8821-F5E8928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操纵命运程度的能力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C8716BD-B0E3-4A83-B3E7-6226BCB1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067944C-1092-4628-8B47-8835D298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A882B40-42E5-4D67-92F4-8E2B52CC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3C67BE7-125F-41CF-A491-D01DD04C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DB4F39E3-94D8-4535-9292-C637BFEB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29C3C9E-E1A4-43A8-AFFE-CB88DEB1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9A3E9E4-0BEB-4B9F-9A26-60AB541D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芙兰朵露／咲夜／帕秋莉／红魔馆共同体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A5B77BA1-2CB4-401C-84D4-0D1A98E1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15E7447-2731-4356-9DF3-84100778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010</a:t>
            </a:r>
          </a:p>
        </p:txBody>
      </p:sp>
    </p:spTree>
    <p:extLst>
      <p:ext uri="{BB962C8B-B14F-4D97-AF65-F5344CB8AC3E}">
        <p14:creationId xmlns:p14="http://schemas.microsoft.com/office/powerpoint/2010/main" val="1290443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157E73-E2DC-4FE5-AC99-D3227403CF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8924ab0ba45dd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E132C05-8A70-4A01-B37A-232B6A4D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33A69B0-AD80-4085-B217-1FC6B605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531F4DD-1306-4B77-A6BB-8CC53987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C47677E-CA52-4C5D-BE2A-B0373DE7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芙兰朵露·斯卡蕾特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EA8FC93-963B-4A6D-B5F3-D5C61B67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フランドール・スカーレット / Flandre Scarlet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C100710-C27B-4103-A0E0-023D0CB6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FD56C39-20EF-4280-8C8F-02D832B5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蕾米莉亚的妹妹，也是居住在红魔馆的吸血鬼。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30225C9-055C-4435-94F1-CA9F2356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4D8219F-16A6-435B-910A-D3980273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吸血鬼 · 红魔馆的吸血鬼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3EADC1F-96EB-4A01-B1AE-C08A0E1D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972B063-5C46-4EB4-8945-1AB86178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4B937BD-4E4E-410F-8D1D-34543DE3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97DB50B-06E2-4E50-BC39-D96C0559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05AABDA-1396-4F7F-8EBA-211CB21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45ADDC6-1275-4E48-B9B3-3004C3C9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将一切悉数破坏程度的能力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93A722A-0D6C-45EE-82FF-B32A057D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262F419-BDD5-43D2-BC10-76F49261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60F9FA9-DDA9-4E28-A2E1-785D6784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BCCA9FE-5CC2-4EF7-914F-1CFAED61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D0FDE0C7-98D5-4D04-99DB-CD5C70E2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3D47446-74D3-4770-A3EE-10B3EDE3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6BBBA33-6F3D-4ACF-891E-513C1D62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蕾米莉亚／红魔馆成员／前来挑战者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479B3674-E631-4201-88F3-F481F12A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971B7CE-479D-43B6-86BF-E1BC9421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011</a:t>
            </a:r>
          </a:p>
        </p:txBody>
      </p:sp>
    </p:spTree>
    <p:extLst>
      <p:ext uri="{BB962C8B-B14F-4D97-AF65-F5344CB8AC3E}">
        <p14:creationId xmlns:p14="http://schemas.microsoft.com/office/powerpoint/2010/main" val="4637933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per">
            <a:extLst xmlns:a="http://schemas.openxmlformats.org/drawingml/2006/main">
              <a:ext uri="{FF2B5EF4-FFF2-40B4-BE49-F238E27FC236}">
                <a16:creationId xmlns:a16="http://schemas.microsoft.com/office/drawing/2014/main" id="{B919543B-3B46-4596-8125-F180DC7A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752B403-8976-4919-AC06-6AC267F1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55C1F8E-A2FF-47E2-8040-4E45D2EC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690FA08-BC23-47CE-8D42-D85824DD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C4E1289-882E-403F-A12E-BEBA0A85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妖妖梦 · 白玉楼 · 八云家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824738E4-72FF-4AC4-86B0-B2111ADE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74F4343-631C-4CCA-8D63-53AD2B7D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12名角色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16D0FE6-341A-4AEE-9BB4-E7076967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83ECD1B2-CD38-4ABF-8B02-9F6753FD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4B200D3-0251-44B3-ABF3-BBB7DBD1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012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504F495-CD90-4647-8831-2BE55526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6C09000-9C2F-4AED-B335-A32C87C4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蕾蒂·霍瓦特洛克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2E0F591-B3BD-4395-BDCE-7A85947C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レティ・ホワイトロック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9F9E23C-35D5-47C5-B736-A45717A8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23E1CB03-A447-4CFB-9E0F-DB50EC4D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1250C88-DB05-44B4-951D-2A8A075A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橙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647CA4B-4B3F-4549-9F7F-65D7E01A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橙（チェン）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C9CF685C-1A76-4D1E-9EF7-8B2E4F7C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DC09FC57-4D8D-408D-8BF0-E1489199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8CFC5A2-D4AC-4220-AA69-99BAE6AB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爱丽丝·玛格特洛依德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D2C26C6-C3D8-4A40-824D-86BA497D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アリス・マーガトロイド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9F961851-ED07-4194-8997-ED8649A9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AAE15ED-A0AC-4F13-B14D-766E4AAF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08DB895-8C43-42F0-98F7-B16E47A2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莉莉霍瓦特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0C66DB9-1CB1-46CE-8DEC-49A77986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リリーホワイト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03F24140-4902-4DD9-81DF-49767E9F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C0CB94CC-35DE-469F-A4FB-E1BFDF63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9E987F1-86FC-4449-8713-7119EF50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露娜萨·普莉兹姆利巴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73FF38A-46B9-428B-BD06-927EAE6B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ルナサ・プリズムリバー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A263AA91-23C1-45AF-91DD-8477C10E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02637AFE-892C-44A9-8EED-7033B171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D5D2188-B930-40D7-A11E-0CEC55DB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梅露兰·普莉兹姆利巴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39BE8E7-02CB-46F1-AD5E-E53DEC33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メルラン・プリズムリバー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BEE1AC7F-00F2-4F0B-BD4A-6622970D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22590E-696C-4A5D-A7BE-3FCDCB0D47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6254fe21e45fe"/>
          <a:srcRect xmlns:a="http://schemas.openxmlformats.org/drawingml/2006/main" l="28000" t="2000" r="26000" b="59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DE4761-9592-4E3C-A7F7-117728CC37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cf29a26fc4e7e"/>
          <a:srcRect xmlns:a="http://schemas.openxmlformats.org/drawingml/2006/main" l="18000" t="288" r="25000" b="50288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BDA627-07F1-4CCC-893D-626B5A94B9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5aff139dc4d6e"/>
          <a:srcRect xmlns:a="http://schemas.openxmlformats.org/drawingml/2006/main" l="18475" t="2000" r="28475" b="52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7E74CE-85BB-45C6-93B8-EC5298FBD1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d7b9dda6a425c"/>
          <a:srcRect xmlns:a="http://schemas.openxmlformats.org/drawingml/2006/main" l="23530" t="6000" r="9530" b="450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F0EC0A-7D17-4A42-81A3-CD6DD2ABF3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dab903f624e57"/>
          <a:srcRect xmlns:a="http://schemas.openxmlformats.org/drawingml/2006/main" l="22000" t="2000" r="20000" b="52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1C4677-69F4-4213-B4EB-7A27DA88FA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8ffe82a994696"/>
          <a:srcRect xmlns:a="http://schemas.openxmlformats.org/drawingml/2006/main" l="22000" t="0" r="15000" b="49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822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per">
            <a:extLst xmlns:a="http://schemas.openxmlformats.org/drawingml/2006/main">
              <a:ext uri="{FF2B5EF4-FFF2-40B4-BE49-F238E27FC236}">
                <a16:creationId xmlns:a16="http://schemas.microsoft.com/office/drawing/2014/main" id="{D8D7A310-52EF-4C53-8C65-9CB0BA25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FA85CAE-070E-449E-837B-F2633589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1CEF5AF-8F71-4589-AE71-8C700D65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594BB27-9658-4B02-8FCB-A0B48933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16A1647-6177-40DD-9EC3-4DC974EE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妖妖梦 · 白玉楼 · 八云家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CA2D730B-3066-4554-AFE2-5F897CD0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55096F7-5DB1-4C50-85C5-7DFC289C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12名角色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03FA04D-4B52-4AC5-9347-965D12DE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88FF2E98-147C-4A6D-914E-401D5E33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9A11253-37E5-4C9A-AB46-16D284AE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013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7D2DE39-EEF5-41D6-B3C4-59E70386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CFB2374-A65F-4816-B132-7F60B117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莉莉卡·普莉兹姆利巴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2C880FF-D4F7-4F73-8606-7B191E2E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リリカ・プリズムリバー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35E920A-13F5-4DE5-9908-8B4ED37C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D0D54100-0578-4C45-8931-6DE51F6F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80B5351-719D-456E-B67D-EB879DB7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魂魄妖梦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CFC0EC5-01DB-413B-A5D2-20D058BB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魂魄 妖夢（こんぱく ようむ）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C6D4CC8A-8329-42AA-A450-E8282DB8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C0564BB9-CE50-41CA-8FC6-11A5C2FB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D9F78FA-6380-48AC-92F0-2B6C2BD9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西行寺幽幽子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129FEF9-798F-4596-B910-A637ECDE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西行寺 幽々子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BEA98E47-E133-471D-94AE-D422F43B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D65E5DF-E22B-4E9F-A7A1-E8797BB5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9B91877-B9A5-4384-9F5F-B9A88F52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八云蓝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BA48ED6-4730-4885-AAA8-BAFA500B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藍（やくも らん）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707F012A-764F-4563-ACD4-71D0098F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9EB0A1A3-8DAB-40DC-AB25-7A31143A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EF732AC-6229-4C3D-8110-DCDE3B36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八云紫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2CAF17A-75C9-4303-9E5C-C8109AB9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紫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318D337F-1225-4C8B-9F18-82F4131F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E3C1896C-235D-4B08-B8FF-EBD736AD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292FCFF-5804-400C-852E-446A307A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伊吹萃香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F0311D2-A177-4B1F-86AA-901B72BF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伊吹 萃香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73A88A88-EF3C-494E-8EF7-04B928B9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C363CB-1463-47B6-A5E3-0645415B4B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3d33fff7e40fa"/>
          <a:srcRect xmlns:a="http://schemas.openxmlformats.org/drawingml/2006/main" l="22000" t="2000" r="20000" b="56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B8E90F-B485-4F6E-9C46-B88514386C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3713ca6524554"/>
          <a:srcRect xmlns:a="http://schemas.openxmlformats.org/drawingml/2006/main" l="40487" t="20000" r="9487" b="48000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7ECD8F-116B-4949-94DB-63B0458C5C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ee7004c064ce9"/>
          <a:srcRect xmlns:a="http://schemas.openxmlformats.org/drawingml/2006/main" l="37000" t="6000" r="10000" b="52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963849-20DC-45EA-A5EC-620577C4CA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dda0c414e4ded"/>
          <a:srcRect xmlns:a="http://schemas.openxmlformats.org/drawingml/2006/main" l="26000" t="2000" r="26000" b="630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3D1E2D-15D6-4D1F-9B71-FB4337B92E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280800e464a87"/>
          <a:srcRect xmlns:a="http://schemas.openxmlformats.org/drawingml/2006/main" l="45000" t="8000" r="8000" b="55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C4650F-136C-4FFC-87BF-31866F22F5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ea6e8d6c94fc6"/>
          <a:srcRect xmlns:a="http://schemas.openxmlformats.org/drawingml/2006/main" l="11883" t="1000" r="8883" b="41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719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38A5EA-C574-44E4-9924-4170B6C5F3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77f62999a4db2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CC6BB48-4966-43C8-8AC8-9C36A6F4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14F72E3-C8CB-488C-A1F4-985E652B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D0A2308-FF3D-4C2F-AD1B-F5E1BD77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209C072-0B74-41B4-867F-F7B220C9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蕾蒂·霍瓦特洛克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DEFEA24-BCEA-47DE-BB2F-A0713190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レティ・ホワイトロック / Letty Whiterock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17D6EA1-C33D-456F-B9A3-50FF12E1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5E5168-1F3C-4142-89C7-36331F7C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她是只能在冬天见到的妖怪，是雪女的一种。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DBA840A-388B-4A43-AC24-31E2C761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09F21C1-941E-4A19-A9A0-88574A92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妖妖梦的一面Boss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F8B429D-B9E2-4CBE-8AAF-CF29A5C1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B6EF994-6FCE-498A-AE93-16BA222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39C665B-86C5-4545-9B27-DA54C254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操纵寒冷程度的能力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9AB4CB0-56B0-49BE-B37C-307FD350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3BEA278-DBDB-4FF3-806C-063B6895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5E34FA8-AF16-40EA-91F9-54744440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AF99990-C4E9-42AA-AA2C-4A4D0BAA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BD328C9-D021-41D2-92C9-B0500D5B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35101CB-B3CE-4EBD-BB67-4BF4A470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EA65422-1F1D-47BC-83C6-83FBA2C4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E3CF0CA-349C-4057-A58E-1798376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014</a:t>
            </a:r>
          </a:p>
        </p:txBody>
      </p:sp>
    </p:spTree>
    <p:extLst>
      <p:ext uri="{BB962C8B-B14F-4D97-AF65-F5344CB8AC3E}">
        <p14:creationId xmlns:p14="http://schemas.microsoft.com/office/powerpoint/2010/main" val="12412673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5A2B6-D663-4A09-9A9E-0348B18632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4bc812beb43f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1EBCFAC-62EE-4D04-939C-5017080E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F97A456-45BE-4902-BA9D-325987CC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3A3A8A4-1B55-4D73-9AF8-17DF6E19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FEC5268-8675-4B96-A09B-51EBBDE1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A66DD2-8D9C-41EA-A3FC-9D8C0A7E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橙（チェン） / Chen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E4965EA-28D2-479B-AA16-12F31A29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FFAA3F4-2AB7-4B8C-B862-A6266BD2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她是凭依在栖息于山中的猫妖的式神，是八云蓝的式神，八云紫式神的式神，但并没有被冠以八云姓，也不和蓝及紫住在一起。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0A1C854-F771-439B-AD1E-0F63BC33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D82C8B6-4D36-411A-AD0B-70750F5B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妖兽 · 妖妖梦的二面Boss和EX面道中Boss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6FCC188-0057-41A0-A1F3-F49200C9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762FD9E-B05F-45B9-8793-6FD21F9F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A8CA9EB-DA88-43EB-8269-9DBFE027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吓唬人、使用妖术程度的能力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6D5F697-83A0-4191-A7E9-56015B5B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EBDE451-E340-4178-A49F-4167E911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32F9B40-9DD5-4C19-8AE4-DE9D020D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5DA021D-5830-45CA-9EE7-73F11710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97287E7-C8F9-420B-91B4-7B2BDC04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0116395-59A8-4525-BE1F-B6EF7A10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AAA0E2B-D234-496E-8B67-FD5BFB4C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18D0861-9AA8-48CB-96DA-087E2A72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015</a:t>
            </a:r>
          </a:p>
        </p:txBody>
      </p:sp>
    </p:spTree>
    <p:extLst>
      <p:ext uri="{BB962C8B-B14F-4D97-AF65-F5344CB8AC3E}">
        <p14:creationId xmlns:p14="http://schemas.microsoft.com/office/powerpoint/2010/main" val="3860441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45E200-A94E-4C00-9E19-64143DBD07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0c25ba6f0493e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4B1237C-BBCA-41A5-BCC0-18EE7C1C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956A9F9-636B-44F4-9D01-3D22685A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8D4D09F-851B-454C-A7BD-0467E072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A1CA8FE-B0AA-44A2-ACE9-F4C3A931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爱丽丝·玛格特洛依德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52244B-1601-40FF-9CA0-E70DF3E1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アリス・マーガトロイド / Alice Margatroid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F9AF569-BBCB-448E-B0D9-AD6338F6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85925D-5E01-42F7-8909-565F5EA1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操纵人偶的魔法使，居住在魔法森林。她在战斗中使用许多人偶来布置弹幕。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0F7F92F-2DEC-4636-8088-5AB837F9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C417AFF-801B-4B9F-8CFC-FC7E413F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21D6EE3-681A-4E12-B480-A542B184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E942C6C-7689-43B4-B3CC-0C4F455B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1018584-3938-4650-ADA0-1ABFFC41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AC766CC-A6D2-49DA-88CD-275091E3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DAFA31C-1D38-4A66-91A1-351AE8B3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FB9F99C-3BC5-48F0-A459-6D56B980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操纵人偶程度的能力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10CE091-531D-4F37-A587-A8E68F5C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8B13136-164A-460C-927F-30BE29AF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CA08885-18F8-4C0D-8079-51D6A0E8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东方怪绮谈（系列）；东方妖妖梦（Windows）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71C7903-1696-4DD1-A1EB-33A136BD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9D89EA0-4EC4-4000-B228-AABBC41B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B0D5867-8604-4262-94D8-401923C0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东方怪绮谈 · 东方妖妖梦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4E2611B-01DE-49FE-87EE-705017DE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4966A99-8414-40D6-B847-6CDFC26B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016</a:t>
            </a:r>
          </a:p>
        </p:txBody>
      </p:sp>
    </p:spTree>
    <p:extLst>
      <p:ext uri="{BB962C8B-B14F-4D97-AF65-F5344CB8AC3E}">
        <p14:creationId xmlns:p14="http://schemas.microsoft.com/office/powerpoint/2010/main" val="70456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48334-4AD1-4375-8B14-AE3FFF3988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e2c8588d84543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289EF59-325F-4646-9D5C-24B37227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CF54D27-6FBE-40BE-BCF8-9C79A1EE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758C4BC-A01C-48BB-AAAA-E882EB9B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0CA235B-CA1E-4871-8B43-A35C5397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莉莉霍瓦特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A8DDCE0-10A6-4842-97A8-4CE9EB52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リリーホワイト / Lilywhite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A03B96B-1B3B-4C4F-B842-F033F8E6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6F48FF1-0AE6-4C25-ABFF-168E9964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传递春天到来消息的妖精，经过之处会带来暖意。她并不好战，春天以外很少被人们看见。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3DE4D7B-06A8-4DFE-98C2-16175C21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824EA7D-7361-47B0-A635-1688F0B5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妖妖梦的四面道中Boss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4EFF700-2D70-4426-A244-65D95E00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19050C6-24A5-405A-BE25-B28F8CA5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996873D-1809-44E2-B3F5-0B8692E3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告知春天到来程度的能力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7684B09-9B1D-451B-BF99-A01EB394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E99BECF-2DA1-40DB-8127-E9920C81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873420D-50DC-4728-A0CE-1B189921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DE80895-9EF7-475F-BE64-30AFA55F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CB382C4-F80A-4077-B849-A1E57D5D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B1DEF33-B05D-47E6-8186-4419A651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5427D07-2950-49C5-A3F4-E01FEE35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47E0F17-3C6E-4AEE-8B9A-6F9607FC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017</a:t>
            </a:r>
          </a:p>
        </p:txBody>
      </p:sp>
    </p:spTree>
    <p:extLst>
      <p:ext uri="{BB962C8B-B14F-4D97-AF65-F5344CB8AC3E}">
        <p14:creationId xmlns:p14="http://schemas.microsoft.com/office/powerpoint/2010/main" val="14576076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0ADED-D1FA-4701-80B1-98A01BE3DA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a8c2d9d0f446b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9B8D3A3-6914-4EB4-8F95-CD55A035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F653B07-E7DD-4782-B760-B62A4EDE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2A76BC-7D35-4502-B52E-074F1237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B6AE797-8F2F-45CB-8240-A5D4E0CA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露娜萨·普莉兹姆利巴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AA32DD9-678C-48F1-9F83-287E1221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ルナサ・プリズムリバー / Lunasa Prismriver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8DE0C82-E588-4D97-B5DE-A215A6A1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9FED87-DFD1-4F61-8B08-FA1494A0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她是蕾拉·普莉兹姆利巴创造的骚灵，是吵闹、喜欢举办音乐会的灵体。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904B35-7AFD-4D0C-87E8-C2A1A8F4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5A4582E-FC6D-47CC-AD84-DE85216F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骚灵 · 妖妖梦的四面Boss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3D41D96-3CD6-4E3B-B557-380FB156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BAF5E66-C57E-405A-AE0F-9371357C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3627D7A-4FB3-4322-9966-2819F824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不用双手操控就能演奏乐器程度的能力 演奏忧郁之音程度的能力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5134054-DC1C-4192-9B6A-F7F9892E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D7F002A-0B74-4D8A-B15C-3714BB02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80FCAC6-430B-4D89-BA48-22642CEC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BA64EA4-0262-4319-93ED-C6BBC48C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A960F37-2338-4733-B75F-97E56EB4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DD4E0DF-810C-4ABE-94C2-99D8D3EE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2FD1844-D182-45E0-A3C1-E003D22A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A79FB94-8B2D-4119-8B39-726482F0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018</a:t>
            </a:r>
          </a:p>
        </p:txBody>
      </p:sp>
    </p:spTree>
    <p:extLst>
      <p:ext uri="{BB962C8B-B14F-4D97-AF65-F5344CB8AC3E}">
        <p14:creationId xmlns:p14="http://schemas.microsoft.com/office/powerpoint/2010/main" val="851718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3C047-840A-4CC8-8413-E1E8FDDD1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63d3748e7413a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1A65291-79B9-4794-B299-C60AD7ED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0751024-5DCE-4343-AE23-3F1B0E31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F8AC848-38BC-4C09-B8CA-24CF2A8F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8AF280B-8799-4576-8A75-B8CA64E5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梅露兰·普莉兹姆利巴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69B785-22F5-40F7-8F4E-A167B30E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メルラン・プリズムリバー / Merlin Prismriver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1E39665-8652-4B85-9D33-2E576F0F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F1CB250-4FA8-4D06-8F5E-3E13FF5F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她是蕾拉·普莉兹姆利巴创造的骚灵，是吵闹、喜欢举办音乐会的灵体。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43FE5B3-6624-4235-8FF9-F068B705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4ED04AE-EDF3-414A-B79D-1B7AD7C6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骚灵 · 妖妖梦的四面Boss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FD93202-A8C6-4AA5-AFE7-B2B87E52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9E3C51E-A95D-4DEB-B053-B7704CF6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16192E3-079C-42F9-B82E-4E54FCE7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不用双手操控就能演奏乐器程度的能力 演奏躁动之音程度的能力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69FCC90-4673-471C-A1CA-5636DF17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5115909-6A62-45CF-AD0D-2EE49402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7572FB2-6087-4D3A-B9AF-BC064EAD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8C9B2CA-A869-4F87-B48D-93432B44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47B90F3-E5D4-4B0D-9D9A-E6877A49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C911059-21FD-40BE-95BB-006F17D9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DC93709-814E-4EC9-B174-7C862839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991E937-35CB-436F-A555-9FB3AD37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019</a:t>
            </a:r>
          </a:p>
        </p:txBody>
      </p:sp>
    </p:spTree>
    <p:extLst>
      <p:ext uri="{BB962C8B-B14F-4D97-AF65-F5344CB8AC3E}">
        <p14:creationId xmlns:p14="http://schemas.microsoft.com/office/powerpoint/2010/main" val="3146725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D9936-1362-426F-B2BE-9DA1D3CCE1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dacdc1b444d08"/>
          <a:srcRect xmlns:a="http://schemas.openxmlformats.org/drawingml/2006/main" l="0" t="2036" r="0" b="2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DB401A4-0F68-4A2F-A93A-495D26E0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976FAC1-BDA4-47E7-A20C-266D1ED4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FA24751-2DB2-4B26-B4F6-6E86D18B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0EE241-A808-407F-8B66-A9615300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莉莉卡·普莉兹姆利巴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D98E63-82F6-4FF1-BCCF-A3A38A6B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リリカ・プリズムリバー / Lyrica Prismriver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21832AB-6081-4D72-83CD-C32FA192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5B39072-1EC2-4BA7-88C7-7411BE93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普莉兹姆利巴三姐妹之一，由蕾拉·普莉兹姆利巴创造的骚灵，喜欢举办音乐会。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F28FC5B-1059-4B02-BDA0-0D5FB79F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BA357BC-D847-4ED0-9AF3-0714CADC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骚灵 · 妖妖梦的四面Boss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2B4F046-620B-4788-8C86-EA10536A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4965C53-238B-479D-A997-9A14DD46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97E73D-15F0-4F68-AFDE-B4F2895A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不用双手即可演奏乐器程度的能力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5F0D0C2-04C3-49AF-B1EE-19771B27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EFE1098-82D8-49F9-A4D5-DF7D8E7F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918B43C-243C-43FD-AA35-79DAEA7C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F9A518E-A60C-47B7-B54D-65519A46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EE15328-EAB5-4750-9DA4-12C91833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4845DFC-6B56-40A3-A910-E04B4BC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AE4DC0E-941D-45EC-9FEE-AD35F59F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663F338-08E0-4453-BD89-D12B5362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020</a:t>
            </a:r>
          </a:p>
        </p:txBody>
      </p:sp>
    </p:spTree>
    <p:extLst>
      <p:ext uri="{BB962C8B-B14F-4D97-AF65-F5344CB8AC3E}">
        <p14:creationId xmlns:p14="http://schemas.microsoft.com/office/powerpoint/2010/main" val="8415291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5E2FC-796E-4FD1-AFA4-897C30E2D6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b3cd1f07344b6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8D5D856-C02A-4D0B-B2AC-55BFB4CB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A3F9E5B-A2F8-41B6-9257-60B5182A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4788E9-770B-45C8-991C-CD1F3548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33909B5-B928-4A2E-9750-12AE8DA4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魂魄妖梦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1CDB87-6322-4A95-B87C-458ACD6E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魂魄 妖夢（こんぱく ようむ） / Konpaku Youmu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78725A5-4FA6-40FC-960E-5F929399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23A041D-6374-42C7-AEC0-4FFBE0F1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她是人类和幽灵的混血，而且还是半人半灵，担任白玉楼的园艺师，并兼任冥界大小姐西行寺幽幽子的护卫和剑术指导。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BEFD853-AE97-45A4-917E-ADCA9884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D920FCE-DFFD-4BBC-916D-799FE02B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人类与幽灵的混血／半人半灵 · 白玉楼庭师与护卫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EA89A28-5FC2-4141-B2FE-159D8A58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56C5944-979B-45E1-B46C-3411F79C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1A4A6E-F866-4929-959F-33F4E074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白玉楼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F2A5A6D-3976-4E29-8256-08909A6B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3D91DA3-7DB9-409F-93EF-DA2E7A0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943D65E-6F32-43AC-A69B-8397E89C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使用剑术程度的能力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B500F20-5DBC-4BC4-99C6-26A2F4EA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EAE61D6-B08C-4284-AA82-A4D23400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B5EC71B-1F39-476C-9EA1-191212A6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95FB7C3-4D4A-4052-A82D-E8B88564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4C0F9282-EE66-4F84-8D6A-D97E6EFF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69B5350-A0A0-43DB-AB9A-95760B35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DD998C9-B7F2-4A9A-AA4A-619BF1AB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西行寺幽幽子／八云家／冥界来客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C919B4D2-346A-46AE-8674-5AB8B9ED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B9C7C3C-49E9-4F8C-B73D-3F429487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021</a:t>
            </a:r>
          </a:p>
        </p:txBody>
      </p:sp>
    </p:spTree>
    <p:extLst>
      <p:ext uri="{BB962C8B-B14F-4D97-AF65-F5344CB8AC3E}">
        <p14:creationId xmlns:p14="http://schemas.microsoft.com/office/powerpoint/2010/main" val="20841591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6E291C-6F67-417B-8FD6-3D9971383D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6378e2acc4d91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980380E-FEB3-459B-AA49-1BB599A9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1B84419-1B85-44DE-9C52-DE17A089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A7DCDF8-ED23-4D83-9539-30B7D71D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491E5EC-CB26-43B9-8D13-47F649C1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西行寺幽幽子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802F56A-888A-45AE-9462-855E7DE9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西行寺 幽々子 / Saigyouji Yuyuko，Yuyuko Saigyouzi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7819B59-9370-422D-A498-7C862A98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30C89F9-84BF-4351-813B-54356B26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她是亡灵公主，西行寺家的大小姐，负责管理冥界的幽灵。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E7603A-AC56-4187-AA8C-7FA26F3F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5DC082C-6EE6-4DA1-B694-D853143B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亡灵 · 白玉楼主人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1296EF8-5094-45C7-A9CF-006814FE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5C50DA3-CD2D-4175-838B-B5198EF6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0C0980B-B89A-4356-830C-ADDDB265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白玉楼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78BF3D0-C3F0-4073-9D2E-1B041F02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C975159-989F-40DE-BD25-82E8A720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0B374E2-4644-4589-9141-E1D57759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操纵死亡程度的能力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E64DBCB-D431-4512-99F2-71D46604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0C2754C-8477-4231-A35E-B234F1E3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C21E704-8927-4916-A17E-3A91AF85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E4A80DA-B263-4AC1-8653-E2FD46C5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EF749EDD-3427-4F36-949E-907A0BA4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000AF37-6875-403A-907B-819774E8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F50F04D-8F35-4BFF-9C53-72C008A9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魂魄妖梦／八云紫／西行妖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BBFB12F3-DFD9-4EA4-B17C-73CBC419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4977857-99AE-4B09-8E75-77DF0AF2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022</a:t>
            </a:r>
          </a:p>
        </p:txBody>
      </p:sp>
    </p:spTree>
    <p:extLst>
      <p:ext uri="{BB962C8B-B14F-4D97-AF65-F5344CB8AC3E}">
        <p14:creationId xmlns:p14="http://schemas.microsoft.com/office/powerpoint/2010/main" val="7272273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20FF4-3326-4FBB-89B7-5E0040AC20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4f34c62bb423f"/>
          <a:srcRect xmlns:a="http://schemas.openxmlformats.org/drawingml/2006/main" l="0" t="2036" r="0" b="2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37370EC-F54E-4FFD-B79A-D1DDB4CA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258956B-E46A-4B20-A206-9C3E6ED0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2542F2E-F9F3-4DA4-8663-794A1AF3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6F95D2-EB2E-4E3F-A298-A8C45506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E7A8ACD-A8EA-4622-BD4D-D09A5156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藍（やくも らん） / Yakumo Ran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0F52FEB-2381-409C-AA12-BA765E16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7076E11-4819-4A4C-85AC-CA2E6058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蓝是凭依在九尾妖狐上的八云紫的式神，而这只妖狐却是另一只妖怪（但是也被称为“八云蓝”）。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EB47855-11AE-4E93-9F30-D10B1AAC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70CA401-4C57-4894-8B94-010AB3A8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妖兽 · 妖妖梦的EX面boss和PH面道中boss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B814B79-C646-4A88-AF96-364CF3AE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4C097E2-7ED6-4DE9-A76C-F3205208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564A642-84F5-4D16-B8EC-3B3CF480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使役式神程度的能力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5194744-4E80-4289-B172-96FCD7E6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D4C3206-CE12-43AF-876D-DB238E47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A6C1FE8-E683-4D10-8CEF-A7B8E8C2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158EC83-049B-4CDB-93C5-8D229334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47D6079-6D3E-4392-95C1-68D1894D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A313F4F-646D-41C7-9930-9CBC3341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5579ED5-60B6-4FFF-A5E2-9C10A1E1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6BEF8A8-16F3-44ED-BD0A-B3C6DDB0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8158102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42E57-DA46-4E34-BBCC-59A40ABDD0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8f415cc0341a7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21393BA-3324-4B49-9741-4A0A565C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B127288-EE4D-44F4-8A93-AA7BB8BF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1F836C-9AAD-4B54-8CDD-231B4093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7B6DCDB-B095-4187-A953-DCD605EE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八云紫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C4C5138-C269-4DC3-B517-2BD18A7A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紫 / Yakumo Yukari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BA5266F-F18B-44FC-9577-9D7781D5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2E61576-9E3A-4CD8-8B80-95A41615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她是幻想乡最古老的妖怪，也是曾参与创立幻想乡的妖怪贤者之一，一直以来暗中维护着幻想乡的安全与稳定。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95DE2E7-1B0F-4690-B806-C1619252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9BFB722-D0B4-42D3-A543-C9306658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幻想乡贤者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088A4E1-8CCE-4E94-ABBB-8CD69049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4C166BB-AE55-46B2-8D6B-4675BF57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B72E660-9D99-4DC9-B4CD-EAB4E734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操纵境界程度的能力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E4954DF-ED2E-4316-8052-EB2B2FCC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15F31BE-5C92-416E-ABEE-A765B731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A7D305C-09D9-46CC-A4DE-CA92E84D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29D9CB8-9708-413A-9D1F-07C0409D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879930ED-F3DD-493C-97BE-BB0ACD97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90B6481-A1DC-4DD6-9E75-3ED64C83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0064EFD-8750-41C0-A2B4-BEA7F813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八云蓝／博丽灵梦／幻想乡的贤者们</a:t>
            </a:r>
          </a:p>
        </p:txBody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E5ABBA83-928C-49BB-997B-F35E3C2A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FACE598-5FB9-429C-99CF-574DA82B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8602153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44AFD-FA65-4AE5-A4C5-72EC3B4392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5e64129ec4817"/>
          <a:srcRect xmlns:a="http://schemas.openxmlformats.org/drawingml/2006/main" l="0" t="0" r="0" b="6242"/>
          <a:stretch xmlns:a="http://schemas.openxmlformats.org/drawingml/2006/main"/>
        </p:blipFill>
        <p:spPr>
          <a:xfrm xmlns:a="http://schemas.openxmlformats.org/drawingml/2006/main">
            <a:off x="133350" y="228600"/>
            <a:ext cx="4476750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5F6C4E8-FABB-474D-8CE8-0A618B85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F4BFEF5-7927-41E7-BF4D-CB3606DE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E318C01-6095-4C5D-870F-E83F90E1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A00A90-F29E-4D45-B515-5CDAAB34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伊吹萃香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A954D13-7420-4377-A6B9-78E1647E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伊吹 萃香 / Ibuki Suika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0324617-7CA6-450A-96A7-222ECCCA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88042C-77E5-4392-B346-B58B7B01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她是在鬼族于幻想乡消失很长一段时间后，再次出现的鬼。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092F039-3D9B-4927-9C0B-CE559247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DE87A6D-E232-43B3-8CB6-2DC23F88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3BEB51D-FFC7-4B76-90B6-D1CB2A8D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13BA820-350D-42FD-AD4D-D02ABBDE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344F680-2322-4AA2-ADCE-411A54B6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操纵密与疏程度的能力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89F7420-1FE8-490E-A07D-4EB5AF24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BDABF4C-D58D-4DBB-9634-1E4650BC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67ED7C7-B4A6-4B24-AB81-9DB8EEAE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东方萃梦想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D79B7E3-A34A-4861-A496-AC63FE72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C161ED0-60E2-4BDD-937B-C460FCE8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1538256-F6AC-4431-987E-40E4F5A7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东方萃梦想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42F14EE-4ECC-4D36-BABB-41A3892C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C685A17-A8C2-4DB5-AB7F-515B6E65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025</a:t>
            </a:r>
          </a:p>
        </p:txBody>
      </p:sp>
    </p:spTree>
    <p:extLst>
      <p:ext uri="{BB962C8B-B14F-4D97-AF65-F5344CB8AC3E}">
        <p14:creationId xmlns:p14="http://schemas.microsoft.com/office/powerpoint/2010/main" val="20665459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32BA9EB2-5683-45E4-B921-727076C3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8243012-A4D4-4E4B-9BB7-D723ED7F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FDCF507-6697-4F12-852A-C51B049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III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8FB214-B6F2-4F7B-802C-1DE63AD7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AC41672-49D4-42C2-8B96-2F52EE22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永夜抄 · 花映塚 · 迷途竹林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2CCE0467-92A7-4589-A60A-FCD13686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2C11B97-CA54-47E5-8597-53347BBA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13名角色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9CB4F3-1F9D-4245-94AD-D59C8666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96928D40-92DB-4B18-AC4D-BA4B3A4F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6BF5B45-2AB8-4BDF-856E-7BAE2C3D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026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ED9ED96-A4F6-461F-B939-7EC93035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932F71D-535C-44FA-AD13-D5E44646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莉格露·奈特巴格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BCAB0B0-3C42-4E0C-9196-EEA0B902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リグル・ナイトバグ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5640112-FA8F-429A-90D8-C1292B63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7AD5EAC3-C9BD-4D23-A95E-A8289484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229327D-5197-4BE6-BA7B-70C9CA92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米斯蒂娅·萝蕾拉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88070B8-11A7-4745-8085-5FA8CD14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ミスティア・ローレライ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90A46BA0-4956-4538-8E5E-DD668222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0FB5CD69-5773-4AC3-B90E-79707F7D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47AD487-39EA-4181-895A-0C1A3449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上白泽慧音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8111A44-2CDB-4EC3-B095-19D4DD4F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上白沢 慧音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873F06C6-CBD6-43E6-81C6-9BCD161A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31E7B6D-DA2B-40D2-BCC7-75672DAB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7379073-7E15-4F19-B7F7-A9D0BF2D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因幡天为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6F3934D-A285-46CE-B5F6-1CD57E63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因幡 てゐ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62B7D4B4-BCFE-4887-AF0D-69008AE6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754043B3-5194-45B8-9655-CEE354FB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F4EDE3C-1B0A-4500-8562-5735944B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铃仙·优昙华院·因幡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1109662-7B67-4B7E-AAA0-FBE22BCB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鈴仙・優曇華院・イナバ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93EF87AE-6B2F-4FB0-A727-4DA810BC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2B535B0F-AE7C-45E0-9AD5-15C1D905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ECF3EB2-8098-409B-A42D-D8F7D2DE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八意永琳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497DF61-946E-4A7F-8ED6-6B656A59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 永琳（やごころ えいりん）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FA8510ED-45CF-4648-8844-AA3E1264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C09EF206-C244-48C9-A316-70ED0051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6CED4CDC-1556-4E7E-BB31-D242DE1D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蓬莱山辉夜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654472A8-10D9-49EA-B318-90696302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蓬莱山 輝夜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DC67A801-EAD0-44B0-87D0-205C197A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82D6A2-6F9A-4580-9667-712F287607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fbac27dc84e68"/>
          <a:srcRect xmlns:a="http://schemas.openxmlformats.org/drawingml/2006/main" l="21000" t="3000" r="29000" b="60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553F9E-F974-453F-A072-265F0680DB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8e1518f6946e5"/>
          <a:srcRect xmlns:a="http://schemas.openxmlformats.org/drawingml/2006/main" l="19000" t="6000" r="27000" b="54000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290951-EE1D-4CCC-9D35-7DCCC051FC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38a03bf124504"/>
          <a:srcRect xmlns:a="http://schemas.openxmlformats.org/drawingml/2006/main" l="28698" t="2500" r="10698" b="49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CF6E89-B31E-48B3-9356-D009901FE2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4d1a8bc7c4584"/>
          <a:srcRect xmlns:a="http://schemas.openxmlformats.org/drawingml/2006/main" l="22000" t="13000" r="25000" b="46000"/>
          <a:stretch xmlns:a="http://schemas.openxmlformats.org/drawingml/2006/main"/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CC5CC5-EB35-4BE7-9739-A6E85F3DEE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9dbd17e2c4d29"/>
          <a:srcRect xmlns:a="http://schemas.openxmlformats.org/drawingml/2006/main" l="34397" t="20408" r="17747" b="4898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C77C4C-EFC3-4C07-87D1-E05F6D47D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7950e6288464a"/>
          <a:srcRect xmlns:a="http://schemas.openxmlformats.org/drawingml/2006/main" l="27000" t="2000" r="26000" b="60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26B102-C8BA-40C4-99EA-05CC6D92EB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f39c70b2e46f3"/>
          <a:srcRect xmlns:a="http://schemas.openxmlformats.org/drawingml/2006/main" l="39000" t="13000" r="16000" b="52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924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per">
            <a:extLst xmlns:a="http://schemas.openxmlformats.org/drawingml/2006/main">
              <a:ext uri="{FF2B5EF4-FFF2-40B4-BE49-F238E27FC236}">
                <a16:creationId xmlns:a16="http://schemas.microsoft.com/office/drawing/2014/main" id="{1E55B70A-97D5-4D58-B3F2-76243BF9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73DA477-5E8B-4DA8-898B-F1208032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9C02D36-25CC-4F0D-99F4-67704D41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III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4B31738-8056-4A7A-950D-16884C2B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57A3EF0-7864-4B8D-94D9-D2B71B13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永夜抄 · 花映塚 · 迷途竹林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91AAA1F6-D7E3-42E6-A784-31BFBF09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2DD789-E6FD-415A-90DD-5D49758D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13名角色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AD0C62A-05FC-4D6F-9DD5-A7CDE9D8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9866BD47-4EDE-4E6E-A6E4-06C28B0F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B4CD123-DA96-4685-BAB8-52E73797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027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068998C-B3F5-484F-8A8E-9BD77C27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7A9568A-73E1-4AB5-926A-2464202D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藤原妹红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EEE10B8-6C95-4923-97C9-F7E95A44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藤原 妹紅（ふじわら の もこう）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0BA5B66-DE46-4561-A1E7-5F7E679A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621E0752-A9E6-4CE3-ACEA-2E63C380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BAE4F78-FEB9-4411-B8A4-944C9471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梅蒂欣·梅兰可莉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FBC5FA7-450D-4CEF-AAE7-EE879451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メディスン・メランコリー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59CB8CED-5512-4BEC-8DCD-193A8711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C10EBA56-763F-47A7-B674-B03BBA26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328A2E9-28B5-468F-A673-E33E74F6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风见幽香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5ECB28B-6A74-484C-A078-A965E7A0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風見 幽香（かざみ ゆうか）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D7A6AD5A-080F-4C16-87FC-8258707B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0D40192-AFD9-4399-B45A-72EF5A16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4B7BA32-ACC1-4726-A43D-3AE146BF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射命丸文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C74CC3A-11C3-4474-BA19-05671947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射命丸 文（しゃめいまる あや）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86694240-456A-464D-9E13-DBF564A6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954A0760-9573-4402-BA96-7D13F6BD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B7860E7-7BB5-45FE-9BEC-E87EE71D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小野塚小町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2F57B8D-2045-4699-BA72-0AA60791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小野塚 小町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C377C027-76DD-4A8A-8941-AB820E8F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EAFDAB85-1E4F-4B1E-8D54-37D0745B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5D3677A-6CA9-4D48-8945-046C546B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四季映姬·夜摩仙那度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5161F6C-97C4-4976-A9FF-32D12B8A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606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四季映姫・ヤマザナドゥ（しきえいき・やまざなどぅ）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9D527897-C884-4E10-BE2E-50ED78DA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654754-53A6-4FB0-8826-0013C38236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0a80ddf0f4851"/>
          <a:srcRect xmlns:a="http://schemas.openxmlformats.org/drawingml/2006/main" l="26826" t="6000" r="2826" b="49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F3D4A4-8616-4501-80C1-3D8833CFDD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c52a70fcc4055"/>
          <a:srcRect xmlns:a="http://schemas.openxmlformats.org/drawingml/2006/main" l="29000" t="2000" r="22000" b="56000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44699D-5402-46B0-B2C5-9B107AB730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29e5be5994514"/>
          <a:srcRect xmlns:a="http://schemas.openxmlformats.org/drawingml/2006/main" l="27000" t="2000" r="28000" b="59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6F0D24-8059-4C50-9366-3CB36F3938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a8521401e4bf5"/>
          <a:srcRect xmlns:a="http://schemas.openxmlformats.org/drawingml/2006/main" l="33822" t="6500" r="11822" b="500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02EEAB-8A41-4C4A-BC81-178D9A329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2f052191541df"/>
          <a:srcRect xmlns:a="http://schemas.openxmlformats.org/drawingml/2006/main" l="29000" t="7000" r="27000" b="55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510B57-0BAF-4B7D-894B-3025FE7D01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dda862c784818"/>
          <a:srcRect xmlns:a="http://schemas.openxmlformats.org/drawingml/2006/main" l="25000" t="1000" r="28000" b="57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936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0A6B1-D0E4-4CD2-B430-1783B74B7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0cb2b6949430d"/>
          <a:srcRect xmlns:a="http://schemas.openxmlformats.org/drawingml/2006/main" l="0" t="2003" r="0" b="20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151EFF7-3DDB-4A3C-99D1-889325D6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6BEFCB0-48B8-487D-8C70-7C244BE5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479BEE4-1220-423A-AB75-8EB0751E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1F01C97-8AAA-4350-A27F-DC1AD047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莉格露·奈特巴格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B447CC-4D0B-4230-A62C-3978AECF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リグル・ナイトバグ / Wriggle Nightbug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EAAD0DB-D1A4-4229-B2C4-02B9AB98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6E53D0B-7DFC-4437-8342-541F94AD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她是萤火虫妖怪，身边总会围绕着很多虫子。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7E0BA99-E971-4254-9EEC-2E003487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98C438E-1F65-48C0-9911-5DF4795C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妖虫／妖怪 · 永夜抄的一面Boss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3C26E98-E734-4ADF-A483-80C1B538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44B37E7-1EF8-43A5-83D3-7978326D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91C5C84-C129-4C18-B283-506E6136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操纵虫子程度的能力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88DB6D8-0F15-4036-9EE6-7D928A83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DD4B5E2-1118-4FE8-9A38-66AB3EF4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CC5FE45-2AEA-425F-BA41-15F62663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03BB291-65BB-4D8D-9E1A-C4C9A853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51AEBA2-B199-4DD4-9F6B-6E4C26D8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06C9041-381B-460E-BA3C-A1B0564A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D51795E-B5A3-4143-AC8C-1C1F7F29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F7A19B9-30E7-4DE7-B736-DD3D96D1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028</a:t>
            </a:r>
          </a:p>
        </p:txBody>
      </p:sp>
    </p:spTree>
    <p:extLst>
      <p:ext uri="{BB962C8B-B14F-4D97-AF65-F5344CB8AC3E}">
        <p14:creationId xmlns:p14="http://schemas.microsoft.com/office/powerpoint/2010/main" val="9139223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417C1-902A-4083-9CA3-AEDA762F74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48b5d237e4591"/>
          <a:srcRect xmlns:a="http://schemas.openxmlformats.org/drawingml/2006/main" l="0" t="2036" r="0" b="2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47451FA-CA5A-4588-B171-6AB90073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544EEDC-6697-4D5B-AB45-38A071AB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7EC1D6-E009-4ACD-99FE-43EB5696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B7B158-D006-4851-A5D9-0F5E6993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米斯蒂娅·萝蕾拉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D06DE70-78CA-4FD4-8676-9CC785A0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ミスティア・ローレライ / Mystia Lorelei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A8A41EE-3A73-47D1-AB35-A2BFFA2F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C9A5294-6995-4828-B338-BE12FDF5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被称为夜雀的鸟妖怪，能用歌声迷惑人类。她喜欢热闹，也很爱在别人面前表现自己。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2491005-02EB-422C-B68C-1A93614E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E12DF53-A6CD-45B3-A5EC-03C7C37F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夜雀／妖怪 · 永夜抄的二面Boss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A7C61DB-23EE-4265-AEF8-478EDD0A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B835807-5153-4AE2-935A-4DED368F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3974D1-6911-4EA0-A0EC-59252601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用歌声诱人发狂程度的能力 用歌声迷惑人程度的能力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531D3A6-7436-4BB5-B082-8C9E9AF8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F8C1062-0D5B-4ABB-9901-A129E6E5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E9FAC0C-B0D8-45DA-BE5A-2E561091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3389758-54D6-4D50-9930-278D1E68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3C55FFA-6F05-4346-80E4-AC6D5D43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F3D7C2D-C4D4-4D93-B37C-B370EB07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73EDD64-9780-4415-8EDF-661518C5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DF0952B-FF9C-41CB-A29A-65DE337A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029</a:t>
            </a:r>
          </a:p>
        </p:txBody>
      </p:sp>
    </p:spTree>
    <p:extLst>
      <p:ext uri="{BB962C8B-B14F-4D97-AF65-F5344CB8AC3E}">
        <p14:creationId xmlns:p14="http://schemas.microsoft.com/office/powerpoint/2010/main" val="207215197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9DF368-3B1C-4A05-9C31-96314900BB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0e98494da49fa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F36A689-601D-49AA-B1F0-E9E75EAD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B97D0AD-1A08-47F7-BA80-F9AB6CF1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7E300F5-E792-4369-B1CB-5C8F4D40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393314-51B5-4529-8127-7DA29AA5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上白泽慧音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603E379-2E57-482E-91EE-7CF76143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上白沢 慧音 / Kamishirasawa Keine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745086E-3D8B-4D29-A78F-37D999A1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A60FAEA-29E3-4D78-8CD3-4B3A22F7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在人类村落开设寺子屋的半白泽。平时为人形，满月时变为白泽，两种形态的历史能力有所不同。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AC9ADA-2D56-4084-BA9A-9F13DA90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19D06BA-420D-4AFC-BA94-236C9E95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半白泽 · 寺子屋教师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3903DEC-D748-42A2-971E-6CACAEFB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FC8A45F-7E96-4F19-8877-E998CD4D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C64B3BD-08B9-4693-A5FC-C8D6322B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人类村落／寺子屋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58D4F60-C8B6-4D94-93A2-7D675668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4787A52-DBE5-4219-8C45-1F934877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15B1009-36AF-417C-9E91-AF9B62D6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人形时吞噬／隐匿历史；白泽形态时创造历史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D59C1A2-95CE-4FAB-A7B0-7B79DF90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82B6265-5193-49D0-A890-BC4E3F03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AD2E050-9723-4E16-A653-DC0B449F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AD5E790-0EE6-45C5-BE98-2907D7A2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09D2DDD4-F8DB-4752-8FE8-C1CC24D4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650DBE6-0CDC-44F4-A5EA-71C204FD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1112A48-FF54-408F-A80C-6486EAAB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藤原妹红／人类村落的居民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0ACB79B8-A493-4449-909C-2696B7BF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30CC179-C781-4FB6-84E4-D1FDD06B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030</a:t>
            </a:r>
          </a:p>
        </p:txBody>
      </p:sp>
    </p:spTree>
    <p:extLst>
      <p:ext uri="{BB962C8B-B14F-4D97-AF65-F5344CB8AC3E}">
        <p14:creationId xmlns:p14="http://schemas.microsoft.com/office/powerpoint/2010/main" val="101303293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AF03A-9163-45EB-A0B4-390BF2051B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fce2ed6034dc6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C064829-83CC-4D27-B520-DDA88A92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F4C363D-AA85-4423-B744-8D4F1AC1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66E1A59-D4EE-4012-8DD2-850CBFC6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66EC28C-B3F7-4C34-9C06-319A56AA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因幡天为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6AD8321-DFA2-4A63-BB1B-E3A829BF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因幡 てゐ / Inaba Tewi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15C5708-BE98-4E80-8828-75F2A1D8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5DD394-685C-4F07-8118-B16112D4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居住在永远亭的妖怪兔，也是兔群的首领。她能使遇见自己的人类得到幸运。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37536D-544E-47A5-A0BB-D3661D8D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A643A90-72D4-48B5-B63A-5B1926A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妖怪兔 · 妖怪兔首领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6DF917D-7020-42AF-9D27-7B6B31C7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EA579CF-8471-4442-9C00-17E04397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C65385B-8F7C-4267-8480-950069DE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17A304B-4CC9-4088-877D-6E90B179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F29573A-AA65-475F-AB8E-39E58E8A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D4ECBFA-A0EE-4029-9726-EC1871DD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使人类变得幸运程度的能力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3C155F5-7161-45B0-9A5B-BEFAD6D8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7E0597D-88A7-4F1E-B43C-28CC662F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064E7AF-D695-481E-8D46-7AFA7B4B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35E7477-E75F-4331-AA89-25DD7019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8CBE269-78D4-4AF2-BC91-FEAD2C13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83E9C7F-0AE9-43B2-BECB-BBA74504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 · 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32ACC0C-59DA-4189-9F4F-10C943D4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F5AC2B0-35F0-45A0-9685-5C3249BE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031</a:t>
            </a:r>
          </a:p>
        </p:txBody>
      </p:sp>
    </p:spTree>
    <p:extLst>
      <p:ext uri="{BB962C8B-B14F-4D97-AF65-F5344CB8AC3E}">
        <p14:creationId xmlns:p14="http://schemas.microsoft.com/office/powerpoint/2010/main" val="159290628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DFAA73-744A-4FF9-955D-CD0A8A606A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e21bb91ef4b31"/>
          <a:srcRect xmlns:a="http://schemas.openxmlformats.org/drawingml/2006/main" l="0" t="0" r="0" b="18068"/>
          <a:stretch xmlns:a="http://schemas.openxmlformats.org/drawingml/2006/main"/>
        </p:blipFill>
        <p:spPr>
          <a:xfrm xmlns:a="http://schemas.openxmlformats.org/drawingml/2006/main">
            <a:off x="133350" y="228600"/>
            <a:ext cx="4476750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5FA2605-76DF-4D70-9325-1AB83889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DB0BB96-B92A-4E4C-921B-72B9F2D1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5548E24-6F34-4961-A288-7D24D800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0A873CC-1D63-48A2-96D2-698EB572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铃仙·优昙华院·因幡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4A505D2-1DCE-4C6A-B406-93C33E2C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鈴仙・優曇華院・イナバ / Reisen Udongein Inaba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E41020B-9A4B-4430-A804-8112A1FA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07FD2A9-1558-4093-A84A-46B3D0F8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原本是月之都的月兔士兵，后来离开月都，生活在永远亭。她拥有操纵狂气的能力。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F78CBD7-E1EC-41A6-9615-92BF7988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8EAA55F-E274-42A0-9623-9180AFEF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 · 永夜抄的五面Boss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17A5FD0-1292-4346-9F20-74FD8309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56C9A81-4845-48A8-B19C-4A6DB7B0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8E8645C-0615-4D4A-99D1-CD83980F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C047DCC-B5D3-4A9F-A129-77F230E9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A0D01C8-8010-4935-A3D2-7EB12D2F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01E2BC9-535D-4E4F-8E40-C475C0BB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操纵狂气程度的能力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A59CE00-6207-4A91-AEC8-295A3866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DEE9B34-E340-410E-AB7E-AD942C97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4B3B047-DD2E-425E-9CB5-50D9F844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1F36B61-D682-4020-99A0-99E08A18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0C124F87-6312-4C4E-89A9-4A6FDCB0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307C515-2D54-4837-B066-A24FF83F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564A86A-19FC-42B2-A612-3B952D8E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八意永琳／蓬莱山辉夜／因幡天为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F2F195D3-96DE-4DE0-8708-49C2FE27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F6CF9D0-DD1C-4A5A-B3D7-EFB55842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032</a:t>
            </a:r>
          </a:p>
        </p:txBody>
      </p:sp>
    </p:spTree>
    <p:extLst>
      <p:ext uri="{BB962C8B-B14F-4D97-AF65-F5344CB8AC3E}">
        <p14:creationId xmlns:p14="http://schemas.microsoft.com/office/powerpoint/2010/main" val="171690061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88427-4933-4C81-8AA3-2B3010B858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4483570734c07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D247864-53B5-44CC-8EE6-47068CD2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3A66177-5390-471A-87A3-934EE3D8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640AC2A-AB5C-42A3-B830-4C20B53D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D3FFD42-28DD-42C9-B97D-C0F40EFF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八意永琳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16C0B3-6435-4FCB-87A1-754DCAC5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 永琳（やごころ えいりん） / Yagokoro Eirin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E4CEDA4-ED54-47A9-9963-772834FE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8F78F46-6DB6-45BE-9F6D-5A4E5996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她是月人，也是神明，曾是月之都的月之贤者之一，被称为“月之头脑”。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F5141F0-8385-45CA-AD92-C158EAFF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48F1D13-7C31-428F-BA28-C42B1B55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 · 永远亭的药师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E1C7C75-F8C1-4A8E-B682-2DC78BF1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DC19AA5-4A74-4778-A23D-5FF88E69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35D52C7-B483-4D62-AE17-DD82C6ED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BC8A926-9ABF-4620-91B0-19D38A7A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B634DB3-BE20-4BA5-BE43-E772021D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0152230-2672-4B7F-82D5-A5A036F2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制作所有药物程度的能力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98AE445-ABAE-4F2C-B7BF-3A8BACE1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066360E-84BD-42D7-9C98-EDC25F51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6928546-B68F-4600-BBAE-32E0035F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2886F37-134F-4778-94EA-5174A2E3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386FDD3-E049-4B35-95F5-6CD35490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98B6C6B-3FAC-4BB7-AAA0-ACEA039E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C880EB4-026A-4FB8-A686-1185660D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0D511B7-0E5D-40EC-B5E4-556D0D5E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033</a:t>
            </a:r>
          </a:p>
        </p:txBody>
      </p:sp>
    </p:spTree>
    <p:extLst>
      <p:ext uri="{BB962C8B-B14F-4D97-AF65-F5344CB8AC3E}">
        <p14:creationId xmlns:p14="http://schemas.microsoft.com/office/powerpoint/2010/main" val="85805391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006763-2512-4463-8BA5-9BF34B4732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eb37401c74976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6652DB1-7EE3-49B2-8B68-9217FE63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AD0804D-3B58-443F-A623-CE86EB50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DB41785-45F0-4F6A-AE27-7387F8ED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A2DCFFE-55D7-49DA-8698-35D7684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蓬莱山辉夜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3B65917-0A04-4390-BDB5-2595EA49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蓬莱山 輝夜 / Houraisan Kaguya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670FDF5-D2F5-4344-8143-4DC6AE13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EDE9AEE-30C8-4332-A8D4-359A4198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辉夜就是《竹取物语》里面登场的那位“辉夜姬”。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C0E610F-3A95-413F-9B49-A173BC48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9B022D9-78D8-4A32-B09F-F4A14B87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 · 永夜抄六面Final B的Boss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F273180-6544-43D4-B9C2-C72A1627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9AFE425-73E5-4D43-A25D-89D044FB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EC5D77-0AAB-4886-BB38-D2811369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03BCDF6-9619-41C8-B126-2FFCB846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60E07F8-7BC5-405F-B84D-82AD42A2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1E21490-8991-48CA-A45A-09207F15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操纵永远与须臾程度的能力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40CF417-01B7-477A-8C9F-8B64A5E8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0EE37E4-AE73-45C5-9E51-6649146B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D77190D-5CEA-49CD-8DF2-493B98D4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AE3372C-28BC-460F-AA2E-6BFE75E5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A63D65F5-72CE-4D2C-BB95-1DB2B244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7E709B0-ADAB-4B41-9784-4B080107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A362E90-1963-4F25-A879-478E96B1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八意永琳／铃仙／藤原妹红／永远亭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FE1BB483-0F57-4A12-9C23-4F568811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037D549-8F96-4FF8-970C-56E0F4B8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034</a:t>
            </a:r>
          </a:p>
        </p:txBody>
      </p:sp>
    </p:spTree>
    <p:extLst>
      <p:ext uri="{BB962C8B-B14F-4D97-AF65-F5344CB8AC3E}">
        <p14:creationId xmlns:p14="http://schemas.microsoft.com/office/powerpoint/2010/main" val="20683167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0559A7-966C-43A8-B046-DF81957FE1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6f7421d324f81"/>
          <a:srcRect xmlns:a="http://schemas.openxmlformats.org/drawingml/2006/main" l="0" t="0" r="0" b="18068"/>
          <a:stretch xmlns:a="http://schemas.openxmlformats.org/drawingml/2006/main"/>
        </p:blipFill>
        <p:spPr>
          <a:xfrm xmlns:a="http://schemas.openxmlformats.org/drawingml/2006/main">
            <a:off x="133350" y="228600"/>
            <a:ext cx="4476750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C56280D-1C30-4F93-BC26-16067465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70C3BF7-4942-44E6-A59B-4A15212C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34E52F0-3980-4925-B7B1-390B17D5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63F1BAB-90A6-4551-8DB0-E4A33EC3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藤原妹红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B7A566E-1A15-4503-B64F-EDB4C6FF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藤原 妹紅（ふじわら の もこう） / Huziwara no Mokou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3E3A1D1-3829-47AA-B76D-7011F157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534B5B5-773D-4CC5-B4A2-F54BAD4F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她原是贵族家的女儿，因服用蓬莱山辉夜留下的蓬莱之药而成为不老不死的人类。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1BB8DF-8342-49A2-9C1F-88F54704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F801B7A-01AA-4291-BC8D-5966FD9F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人类／不死人 · 永夜抄的EX面Boss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1D6E3A1-5F28-44CF-813C-A023EE70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F46D771-C5D6-436B-9219-D940AF33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B393BFB-8526-4384-8C82-113FBFDA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迷途竹林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FAA1C64-87C4-41F3-8ED8-1A007461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2AAC6DD-9D99-4E96-83CC-A9564DED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439035F-9EEB-419F-BDFE-74AF75AE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不老不死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E8870BB-347E-4973-A81E-775802ED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FF4C820-5FF5-4DCF-9020-5E6AE6BD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6A03601-B35E-4288-AEA3-1DDCE56D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6090F6E-AEA6-47F2-883A-D30EF002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0522E5A0-0A4F-4030-9B81-2ADFE41A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CE53356-57E8-4141-B1B6-14A1FA14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E59A5F0-0349-4D74-94B4-71B03BA6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蓬莱山辉夜／上白泽慧音／迷途竹林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601313D0-C53F-47DC-A552-E169166D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CFABFFC-E747-4441-8648-EE1B3634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035</a:t>
            </a:r>
          </a:p>
        </p:txBody>
      </p:sp>
    </p:spTree>
    <p:extLst>
      <p:ext uri="{BB962C8B-B14F-4D97-AF65-F5344CB8AC3E}">
        <p14:creationId xmlns:p14="http://schemas.microsoft.com/office/powerpoint/2010/main" val="186238702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62CECC-423E-4325-A77A-739F0A436C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4a48dfe6044c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AB28761-923E-4F68-B582-E816E52C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E07BE33-05CC-4F11-8FDD-40CE2EAA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1C0C1B7-D826-4D32-A428-8801611D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54292E-BB1E-4C20-B775-1E76C694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梅蒂欣·梅兰可莉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47F426-6A48-4013-9F0E-16BDC5DB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メディスン・メランコリー / Medicine Melancholy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5D33C89-9DE4-4B06-B953-28BF98BB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E7D12EC-4F91-4990-A73D-FB0E1C2B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她本是很久以前被扔到铃兰田的人偶，在几年前妖怪化，因为年轻而经验和知识严重不足。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27B1643-5405-4BF6-9330-16236EB3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4FC6F19-711F-41DB-8F6F-C7AF1604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人偶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66AC65C-063E-4D7F-974E-73C3DF54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37016F-7D92-4C80-B859-45584843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3195B00-4994-4B14-B6FE-009FD580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无名之丘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D7A149B-41A6-4731-944B-A783711E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D36B98D-2AE2-4837-B04A-8868F23F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DDB8C7E-9AB2-4C91-B23C-8972D4B5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操纵毒程度的能力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85C5294-87A6-408F-88EC-C3C973B2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F503B06-71C6-4DEE-9261-81A24487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0F1A3D4-90E1-4EE5-8812-04800359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BBEAC65-C9C9-46AB-A1B2-3EF1AE9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85C012B-E3E6-4D41-8C4E-79B8560F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590BCD6-2357-4C24-A436-EDCDEE71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871F255-811C-4F69-868F-ADA2546B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CE21201-1A1E-434A-94A4-894B7250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036</a:t>
            </a:r>
          </a:p>
        </p:txBody>
      </p:sp>
    </p:spTree>
    <p:extLst>
      <p:ext uri="{BB962C8B-B14F-4D97-AF65-F5344CB8AC3E}">
        <p14:creationId xmlns:p14="http://schemas.microsoft.com/office/powerpoint/2010/main" val="17478610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D4BDD0-4325-4B32-8E7B-865D8A1CD2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cdf5122064d12"/>
          <a:srcRect xmlns:a="http://schemas.openxmlformats.org/drawingml/2006/main" l="6037" t="0" r="60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1689AA5-5AA7-4D75-A47A-382C3087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B07A265-F179-4CC1-9B60-4012AAC0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9527939-7C95-4AD1-B0CE-1BB43335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F95698B-FCDA-4F9B-86B5-88461453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风见幽香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FD6F46-C5F7-40CC-86C8-41CB537E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風見 幽香（かざみ ゆうか） / Kazami Yuka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301E7D2-18CF-4A02-8436-E576E267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619A83A-3F74-4F7D-870B-C5FE6B44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操纵花的妖怪，在太阳花田活动。她喜欢鲜花，也会随季节前往不同花开的地方。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C0C5A9-CCEC-4B07-8710-15BC7606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4E638CC-7733-4F70-A0AE-68770440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《东方幻想乡》五、六面首领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F917A68-4C85-48FA-A44D-0ACBD41B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DB99E6B-22FF-49CF-B843-F3DBE28E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3396AED-1244-4B76-9E0F-592A2BE9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太阳花田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80F1F31-9D50-477B-B529-124C4FFA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24073A1-44E9-4D4A-89AA-6E1820D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BC2DDC0-96C3-4A27-9872-84890F41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操纵花程度的能力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204FAC5-CE5F-49E5-B1AD-784710C3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20752B8-FAB6-4382-B966-000085AB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E5AF2D9-788D-4614-A3D7-AA82B428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东方幻想乡（系列）；东方花映塚（Windows）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DBD5EAA-7379-4939-912F-EBB65745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906052A-5170-411A-BD3F-D18D145D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A8A3A82-8337-4280-9AE8-75A9246F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东方幻想乡 · 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E1526DF-CA25-484F-B69A-89B92F19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53DF958-600F-413D-8D14-F5534EBF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037</a:t>
            </a:r>
          </a:p>
        </p:txBody>
      </p:sp>
    </p:spTree>
    <p:extLst>
      <p:ext uri="{BB962C8B-B14F-4D97-AF65-F5344CB8AC3E}">
        <p14:creationId xmlns:p14="http://schemas.microsoft.com/office/powerpoint/2010/main" val="143968393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F50EF-887A-4526-BA72-A88DE8522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fe84c02694112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8B3671C-71B9-4031-9791-31F0BDA6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0A99127-2ECF-459E-AE00-179293B5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536F0B2-D311-4738-A509-26EE3E96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B65F7EB-F6B3-4F9E-843C-A9F5E05E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射命丸文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BD78A92-5B1C-48C8-AC7A-D6DB0DDE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射命丸 文（しゃめいまる あや） / Syameimaru Aya，Shameimaru Aya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65C69C9-F2B0-4D92-90F2-7C2C497A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BA708AD-BF42-4504-A108-2B23D766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妖怪之山的鸦天狗，也是《文文。新闻》的记者。她以速度和风的能力见长。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2ECE691-6395-44CA-80AB-9CE844D5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7B3E9BD-1726-4719-8AFE-E7A2A9B2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鸦天狗／天狗 · 《文文。新闻》记者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6CC0BE3-5E8F-468D-A648-6B465FB1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5353C9D-9A76-4D12-A6A4-AD7119AA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A2ECC80-35B1-4E63-8D42-F33E5907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妖怪之山／文文。新闻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E5AE7BD-EE04-4F9D-9F75-93CDEF6C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F6A2641-8D90-4887-A1A2-0BD2616B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7DBF771-4FBB-4DF8-8A33-D05A13C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操纵风程度的能力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7C93482-7946-434B-9DCB-6D711347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C7AD439-3220-4DF1-83AC-22715DC3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2D0257B-4521-4860-A4B3-D8F8EAF8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东方文花帖（书籍）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2856F98-084E-4D8A-A128-B7CB6165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2AB00223-9716-4986-8E7C-6A798339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5C6EC79-517C-44EF-B105-B4F5465A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7B54852-F1AC-4951-9400-BC4F9C70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天狗社会／河城荷取／新闻采访对象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AB5C0AE6-AE2D-4804-AC87-3086BF42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3C0FB26-DF7C-4BA5-9EC9-5E0F6F10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038</a:t>
            </a:r>
          </a:p>
        </p:txBody>
      </p:sp>
    </p:spTree>
    <p:extLst>
      <p:ext uri="{BB962C8B-B14F-4D97-AF65-F5344CB8AC3E}">
        <p14:creationId xmlns:p14="http://schemas.microsoft.com/office/powerpoint/2010/main" val="157731609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EF093B-7DFB-4590-8C29-A089EA64FE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2de0764914ec1"/>
          <a:srcRect xmlns:a="http://schemas.openxmlformats.org/drawingml/2006/main" l="6037" t="0" r="60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4F97E79-C961-49EC-9464-F29E624F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43972D7-E897-4992-966A-B810FC3C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2FBD147-E5E4-45CC-9431-7950B97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662ABB-1807-43C5-9469-5EDA162C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小野塚小町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EE7C74A-C9B8-4A39-BB91-F8AEC9D6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小野塚 小町 / Onozuka Komachi，Komachi Onoduka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957CF63-3F7D-42AD-86B5-6423EE3C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180522D-934B-41D6-AF9D-BB9A595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负责引渡亡灵渡过三途河的死神。她性格爽朗，喜欢聊天打趣，以摆渡人的身份与亡灵往来。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EDEF745-FF22-4C5A-8FCE-7B1848D0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9A6F03D-E304-4175-ABD3-489E2AA1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死神 · 船夫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517A5DD-CC47-4E1F-AA4A-99476329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D2F4059-F9E4-4A36-B545-D4D0142A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CBD8AEF-F5D6-4BFC-930C-7BB1B89D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三途河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DFBFD6B-B47F-4AC8-B5FD-14E6E3A5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9737CDD-D9F8-4566-9DCA-BFF90165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2165160-45D1-4F0B-B5F7-ED631A29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操纵距离程度的能力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E01B962-CDA7-490F-B8B4-5BA9B0A8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320883C-40AB-4B77-ACBF-5ECD350D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A4656D0-AD85-4AC0-8BBF-5D14F9A7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BCF7E08-9428-4877-982D-75FAAB90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4BB65F6-2E37-460A-843F-A78DA889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A1D543F-E818-4A95-B264-D2134C62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5F03DC7-2A93-43C3-A8DD-30C3F1B8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D7948BF-8A2E-42A9-98AE-4E205BFE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039</a:t>
            </a:r>
          </a:p>
        </p:txBody>
      </p:sp>
    </p:spTree>
    <p:extLst>
      <p:ext uri="{BB962C8B-B14F-4D97-AF65-F5344CB8AC3E}">
        <p14:creationId xmlns:p14="http://schemas.microsoft.com/office/powerpoint/2010/main" val="160871671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6B9795-8978-4CE7-A81B-A22AA6E8EC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e43a589e44b3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AC2AAB9-51D4-4518-8D48-4DB9FCD9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A351B34-8721-48C7-9AA6-F6D035C6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3906F1B-375A-4876-BEE8-27F4E439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7E2F57-3DE3-41A4-8CAD-46314198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四季映姬·夜摩仙那度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67AF32-0E5D-4921-8CE8-D19F3332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四季映姫・ヤマザナドゥ（しきえいき・やまざなどぅ） / Shikieiki Yamaxanadu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364A20B-05A5-4981-976A-0FE107FA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E3A702-A22F-4EDA-B856-0A93A4D6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四季映姬曾经是地藏，后来全国各地的地藏联名上书请求分担阎魔大人的工作，她也成为了阎魔。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02E255-1167-4E8D-82F4-DB5335C2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F4FFC54-4463-4348-A86D-5FAA93AE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阎魔大人／阎魔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A542754-9EF8-425F-8363-89DC1B23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4494BAD-CB31-4A30-9DF9-52A535B1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21EE8A2-BFC8-4AEE-9B4F-8A3505E7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彼岸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5CF09FF-380E-43D7-86AD-9CB5C800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F490B5E-5D00-4BC8-9885-42D9BFA4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E4484AB-F832-41F4-94D3-FA993CCC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判断是非黑白程度的能力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F7E6478-40D3-4A7C-97DE-C6AC5856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4E5D0D7-A260-4D76-AC16-E1EC2538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4BC0461-8418-4D5B-B1F3-1A5913A0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41AF83B-0FA8-4839-9669-D4BA29AA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F6911B0-61E4-4F90-BB6A-B25E1E8D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2886887-C532-42E5-AF72-ACC03A5D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46EBF72-8D8F-4189-AA42-C22FD7AB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8CADE72-4C23-422F-B63A-3A5E070C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040</a:t>
            </a:r>
          </a:p>
        </p:txBody>
      </p:sp>
    </p:spTree>
    <p:extLst>
      <p:ext uri="{BB962C8B-B14F-4D97-AF65-F5344CB8AC3E}">
        <p14:creationId xmlns:p14="http://schemas.microsoft.com/office/powerpoint/2010/main" val="212397746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D9DEC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paper">
            <a:extLst xmlns:a="http://schemas.openxmlformats.org/drawingml/2006/main">
              <a:ext uri="{FF2B5EF4-FFF2-40B4-BE49-F238E27FC236}">
                <a16:creationId xmlns:a16="http://schemas.microsoft.com/office/drawing/2014/main" id="{783EB636-922C-45DC-A5B4-6D1D5E3A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040ECBA-150A-44E0-993B-BA9AFC64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2B6447F-55C6-4D03-B91C-D4199EC7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defPPr>
            <a:lvl1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1pPr>
            <a:lvl2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2pPr>
            <a:lvl3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3pPr>
            <a:lvl4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4pPr>
            <a:lvl5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5pPr>
            <a:lvl6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6pPr>
            <a:lvl7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7pPr>
            <a:lvl8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8pPr>
            <a:lvl9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pPr>
            <a:r>
              <a:t>IV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58D7E92-1F37-4638-A7DF-A8E8C5EC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FB76AE2-E216-40BC-9B74-A5D475CB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风神录 · 绯想天 · 妖怪之山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2CA74722-CBB1-4841-962F-97006736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281FCED-0CE4-4BEE-A636-D94F1DE4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10名角色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E2CB0C-5B78-497D-8DFF-A14DEF1F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83197654-BE3F-4359-A496-1ECAB2D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518EFCD-8959-4BC5-9BB7-9DA7DBFE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041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27A4ECA-C718-41F8-A2EF-A9D309D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2AC22F3-0F42-4169-A586-4260F104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秋静叶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5994615-600F-433F-AB48-B4D6004D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静葉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1DBCC91-3BC0-4BCF-8ED0-F615AA6C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A6465812-80EC-4CE4-A13A-685E3B61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0B3D730-0269-4399-ACAC-E6B1EB44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秋穰子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F737569-B7FF-42C1-B7B7-40F553A5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穣子（あき みのりこ）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4BBFDFDF-DA41-4E01-86F3-3D7C23FB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A57A9045-2634-4017-B6EC-27A0C092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384BF10-A53C-4D3E-9A38-461AF26E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键山雏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5AB94D4-1373-4508-BC0D-8B591207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鍵山 雛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81ADC8E7-E634-4A76-A1DB-C124F89F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E8B6AC7-560D-4955-A131-93C9F78C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FE9C3DA-BE24-4B06-A207-CAA244EE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河城荷取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58537D5-ECB9-49F1-9A81-F36F5B05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河城 にとり（かわしろ にとり）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DE87D27D-9295-4120-A484-919AFA03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D7C7F08F-EAA1-4475-B910-408492BB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CB37856-52A8-4E79-85C6-03279691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犬走椛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E056AC6-4F94-4D4F-80ED-34FA4B6B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犬走 椛（いぬばしり もみじ）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A4C500E5-5711-4699-A43B-EE188D06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04010B32-5867-447E-9490-9BC02A65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5EF2B4E-3444-4B62-840F-4C4B381E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东风谷早苗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1215F5C7-AEB8-4724-B41A-FCF6E64D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東風谷 早苗（こちや さなえ）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46FC5358-62D9-4B75-A097-08BDCBCE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A99B78EE-7426-48A6-8BDF-1CCE7285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01973E47-2B61-46EC-A550-460111DE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八坂神奈子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EDBA7E11-091F-4D6A-B66F-D3F2C32D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八坂 神奈子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B30A3C4D-41CA-4788-A2FB-A5E9DB0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ED481707-B967-4AF6-A0D7-472CA06B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9BE26FBE-6CCC-4AA1-85FA-E2DDA464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洩矢诹访子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819599E9-91CC-4A90-B0FD-C04D8B30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洩矢 諏訪子（もりや すわこ）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A55132C7-CF25-4AB3-89BC-76EE6D2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DCFBFB22-59FB-4D55-AD3B-DC4FE702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62D9B31F-2A4C-426C-836F-458F5969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永江衣玖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D0E75595-A55E-4C2F-9DF8-6C42D18D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永江 衣玖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7DC1E765-3243-4AD5-8786-46A168E2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per">
            <a:extLst xmlns:a="http://schemas.openxmlformats.org/drawingml/2006/main">
              <a:ext uri="{FF2B5EF4-FFF2-40B4-BE49-F238E27FC236}">
                <a16:creationId xmlns:a16="http://schemas.microsoft.com/office/drawing/2014/main" id="{2B27A9F3-B75B-4DA4-BEE0-82AD046B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D1C28A69-BFAD-452B-B3AC-EA5483A7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比那名居天子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B5E428D4-5E37-41B5-B919-318E314D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比那名居 天子（ひななゐ てんし）</a:t>
            </a:r>
          </a:p>
        </p:txBody>
      </p:sp>
      <p:sp>
        <p:nvSpPr>
          <p:cNvPr id="50" name="paper">
            <a:extLst xmlns:a="http://schemas.openxmlformats.org/drawingml/2006/main">
              <a:ext uri="{FF2B5EF4-FFF2-40B4-BE49-F238E27FC236}">
                <a16:creationId xmlns:a16="http://schemas.microsoft.com/office/drawing/2014/main" id="{FE6D7FAE-6254-4D9E-9AD1-F3F168CA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57E9F1-B875-4F40-890C-015569552C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452191abe4c81"/>
          <a:srcRect xmlns:a="http://schemas.openxmlformats.org/drawingml/2006/main" l="31000" t="5000" r="18000" b="54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E250DD-435A-4287-A5BB-BF700E2FC0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3f735ce2e4195"/>
          <a:srcRect xmlns:a="http://schemas.openxmlformats.org/drawingml/2006/main" l="25000" t="3000" r="24000" b="53000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C59261-1293-4AE7-AB18-9FA9D605ED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34dc36a094793"/>
          <a:srcRect xmlns:a="http://schemas.openxmlformats.org/drawingml/2006/main" l="28000" t="1000" r="21000" b="57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D33ED8-F276-45D6-84B0-5A3612046D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fdd96ffe9471c"/>
          <a:srcRect xmlns:a="http://schemas.openxmlformats.org/drawingml/2006/main" l="18000" t="3000" r="29000" b="52000"/>
          <a:stretch xmlns:a="http://schemas.openxmlformats.org/drawingml/2006/main"/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29CB30-5EBA-491C-9959-F3FD0F83AC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24960c3a645a9"/>
          <a:srcRect xmlns:a="http://schemas.openxmlformats.org/drawingml/2006/main" l="22610" t="1500" r="22610" b="51000"/>
          <a:stretch xmlns:a="http://schemas.openxmlformats.org/drawingml/2006/main"/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4227C8-01DE-4912-9761-CEEA6D71FF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997524b834dd9"/>
          <a:srcRect xmlns:a="http://schemas.openxmlformats.org/drawingml/2006/main" l="42000" t="13000" r="8000" b="550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3F7EB1-E838-43B0-82EA-3269EC6FB4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c67483a484c3a"/>
          <a:srcRect xmlns:a="http://schemas.openxmlformats.org/drawingml/2006/main" l="25000" t="6000" r="24000" b="56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02511C-2356-4A44-82EC-F8E931374E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6a4c690934f76"/>
          <a:srcRect xmlns:a="http://schemas.openxmlformats.org/drawingml/2006/main" l="18000" t="0" r="20000" b="52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F4D0DC-651D-4565-90AE-31DB2B0E09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d73c8fbc74fef"/>
          <a:srcRect xmlns:a="http://schemas.openxmlformats.org/drawingml/2006/main" l="20000" t="3000" r="16000" b="47000"/>
          <a:stretch xmlns:a="http://schemas.openxmlformats.org/drawingml/2006/main"/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FB7723-A788-4ECF-BFEC-82363ADF39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ab1d7cb794ef4"/>
          <a:srcRect xmlns:a="http://schemas.openxmlformats.org/drawingml/2006/main" l="31000" t="6000" r="13000" b="52000"/>
          <a:stretch xmlns:a="http://schemas.openxmlformats.org/drawingml/2006/main"/>
        </p:blipFill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2330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20A40-F770-45C9-892B-4FF9DF90E8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7531099424a20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D5D3FD9-F683-4AD5-A52E-6020E57F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65B166A-3CA5-4519-B3C8-03734785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EBA6896-361F-49EF-8C58-5BE740AD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8D613F8-1CC5-4AA0-97B8-D37C6A0E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秋静叶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67564BB-9D88-4832-A5D3-96A64DA6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静葉 / Aki Sizuha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6180DC4-520A-490B-B0C3-FBCC9E0F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713F9A2-6321-48A7-ACB1-27ED4852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她是掌管幻想乡秋天的其中一位八百万之神，掌管着红叶，是红叶之神。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5AB6E40-E733-4701-8F0F-38D740FC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B538EF0-AAA1-4867-AC99-9D26963F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红叶之神 · 风神录的一面道中Boss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50E5A3E-8B98-493C-B072-4A0439AA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8AC6E4F-502C-4CBA-B281-AB26E655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D17E87E-9854-42B4-9FD8-DFBC64CE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F2D439A-5693-478B-A488-3C9A1E85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44887B6-7508-41C3-A9CB-073A2AB5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B4C6BD0-591C-4CB5-AA62-AB9B279E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掌管红叶程度的能力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605927D-0091-465B-AC20-8ED999BB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AF4EA2A-ACCF-4D6F-ADEB-A4766B29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B2CA943-906C-48AF-861C-2100781E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8458484-9D5B-4BFC-9668-34842CAE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5279D73-1C9B-476B-AEF0-BA911417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90AFAB1-D1FA-4DAC-B33B-F41AA2CE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CB4B960-C2F3-4C7F-A209-79A13066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431297E-ACA7-4557-BEA0-70049BF1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042</a:t>
            </a:r>
          </a:p>
        </p:txBody>
      </p:sp>
    </p:spTree>
    <p:extLst>
      <p:ext uri="{BB962C8B-B14F-4D97-AF65-F5344CB8AC3E}">
        <p14:creationId xmlns:p14="http://schemas.microsoft.com/office/powerpoint/2010/main" val="203602979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D5FA5F-80CF-401A-ABE9-409601D6D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28ca15cfe43d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73C6D9A-AAB8-4BF2-9486-599C8033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0ADEC50-E4F6-4250-B13B-C63AC0EC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32B521E-CF95-4D89-8CDB-7A6FC438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000357C-826A-46EB-BB2A-59B89E60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秋穰子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851B8AC-6E05-43EB-A5C7-57AB070A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穣子（あき みのりこ） / Aki Minoriko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9A773B6-9DD9-4C64-80ED-B1BA9BFF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F66B653-A39E-4E4F-BF91-617FECDE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她是掌管幻想乡秋天的其中一位八百万之神，掌管着丰收，是丰收之神。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C96735D-C580-4500-9EE4-2F17E179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6617488-E536-41BE-8D17-EA70262A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丰收之神／八百万之神 · 风神录的一面Boss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1831ED5-937A-4643-A4B2-90E09E80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E9AA3D-238D-4ACC-9C79-F09C8E40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79046B-9091-4102-8971-F24187C7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815B2D2-5439-484C-A680-DF60298D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C65093C-B313-4D7A-9756-3E5D73FC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1AA991D-B961-4CD1-A6F9-3AB8EBF5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掌管丰收程度的能力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DE37BE2-03FD-4A18-AA3E-0CABC0D8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A912D61-EDBD-483D-96CB-9EB0A32C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DA3D432-4264-4CEB-B986-0117804B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E9E41F7-3D47-400A-85F3-EB68A1C9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36CFAB7-1E62-415A-9CF6-284D85C8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8C96538-FAEF-43A5-91DD-D37AF7EC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288E7A8-5EDF-42D4-8E47-4DEC2715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240A961-ACB0-4911-ACDA-A4E1BF02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043</a:t>
            </a:r>
          </a:p>
        </p:txBody>
      </p:sp>
    </p:spTree>
    <p:extLst>
      <p:ext uri="{BB962C8B-B14F-4D97-AF65-F5344CB8AC3E}">
        <p14:creationId xmlns:p14="http://schemas.microsoft.com/office/powerpoint/2010/main" val="206795991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1083AE-0912-4E1A-A4F6-BFBB3F2870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808fd0ef24e24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3F7F768-F9D9-46CD-B330-2323FB14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AF6B038-C6FE-41CA-894F-40699036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319485-DD93-4F1D-8258-F53452AC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2571D1A-3CD6-402C-9E94-D1061545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键山雏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85559E3-A468-485F-9920-BB92D042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鍵山 雛 / Kagiyama Hina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95999D7-BEA8-4FBE-9EFE-54B55BE2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62A71F0-D136-4D20-ACF7-9CC7D1ED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她是厄神，疫病神的一种，实际上不是普通的神明而是一种妖怪。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E629B35-FF62-4AB3-B5C2-CCC2AA2E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F006B6A-499E-47BA-AE03-2FC9086D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厄神 · 风神录的二面Boss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C6B53E5-9C25-4D22-936E-B3FF1274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B3DB43D-8671-4D2F-9D11-5C90607D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128D49-3145-415D-8E66-C48A252D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53DE067-101A-436A-BF56-F5C64FE6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CA23426-908F-4E4C-9E8D-E4A3BD7D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B821E85-9EB8-4C13-81E5-CD668804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储存厄运程度的能力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90FD618-5DE3-4324-9594-702306F9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4906644-0E7A-482F-A500-ABCD46BF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C9B45DB-AE9C-4A8E-B2AE-DA320AEA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A7B7B77-3CA2-47FA-802D-F245ADDC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131142B-69D6-4B75-80F2-0127E3E3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70834DA-2B77-4C70-A7FF-2B53364B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362C3B8-4186-4F1F-AD7D-5209B981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C0D0E01-D343-46D7-AB24-4DBFD144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044</a:t>
            </a:r>
          </a:p>
        </p:txBody>
      </p:sp>
    </p:spTree>
    <p:extLst>
      <p:ext uri="{BB962C8B-B14F-4D97-AF65-F5344CB8AC3E}">
        <p14:creationId xmlns:p14="http://schemas.microsoft.com/office/powerpoint/2010/main" val="13780507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9214E8-76C4-48AA-AA1C-D49C449A70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d9e11021a4d8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5AA16BA-9CA3-4AE7-BEDD-A6DC2AFF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C53092E-58D8-496B-9806-C545344B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866AE08-2380-42B0-B069-C8527ADC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89A830F-7926-47B1-9F17-0F2D4973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河城荷取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11060C7-919B-4D2B-BA56-B041955E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河城 にとり（かわしろ にとり） / Kawasiro Nitori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66B705B-A381-4F77-9A6F-B333A83A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600B51-E53D-48B8-9093-6977F100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生活在妖怪之山的河童，手艺精巧，擅长制作道具。她爱研究机械，也热衷于赚钱。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DEA7C88-A0DF-4A66-A641-9DC0E026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B7F3BC5-749E-4FDA-B87C-E0E8ED21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河童 · 风神录的三面Boss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A754F7C-53D0-4D6C-A085-2FEC4ABF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6F1FE95-B9B0-4B44-ABC9-35553ECC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209EA95-56B8-45D4-8D9C-24C87144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8FF24E6-C966-4F6B-A523-D73EDBF6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9DAAFBA-37EB-41D8-99CB-C0E5D4ED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842155E-6C4D-4CF6-BF7E-24261C3B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4A3DFDF-4649-4BCF-A3E3-26B1C820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A8E7136-3B42-452C-97D1-783ADF07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D93035C-5E3B-41D6-8AB9-D813F173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DD1ADC4-BDE6-435E-9B61-382EE8AB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F5FBEFC-7AAD-452F-8EE9-6CA88626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D74D741-C97B-4304-8490-969F5407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 · 东方心绮楼 · 东方深秘录 · 东方凭依华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721893A-D4DF-4795-8909-2B74A7F6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5753D13-D345-4594-BB40-C09DB916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045</a:t>
            </a:r>
          </a:p>
        </p:txBody>
      </p:sp>
    </p:spTree>
    <p:extLst>
      <p:ext uri="{BB962C8B-B14F-4D97-AF65-F5344CB8AC3E}">
        <p14:creationId xmlns:p14="http://schemas.microsoft.com/office/powerpoint/2010/main" val="1469232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AE5119-B3DF-4A18-95F5-32473F4217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ef990c2ea4d2e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6F52577-3AD8-4D4C-A750-3019FCFF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3992765-93C9-4F38-8958-87B4BE88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B89CCA2-CA7E-47F8-BCD6-B7777D22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03B3F6A-56AC-4D8F-9742-30580872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犬走椛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2371630-C282-4C20-BC05-CFFFCF0C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犬走 椛（いぬばしり もみじ） / Inubashiri Momizi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20BBCBB-E39A-45D7-BCF9-342B24C6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D0B463-9024-4822-BAF9-4E959A80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她是在妖怪之山中负责巡逻警戒、防备入侵的白狼天狗之一。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02451F-D61B-4B59-AF95-345CC23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6EE258F-E086-423D-96F5-209555CF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白狼天狗 · 风神录的四面道中Boss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796D728-51CA-443A-83B7-EC522B6B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D3C9BC2-8A4E-4D8A-B230-014E8F4C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D21FF17-344D-4F6F-9376-68968899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36DEDC6-BB93-4BA7-9AF7-636B4858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F304B34-D8B3-4DA0-8122-FC2EA551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3407E93-456E-4CB3-9447-8861BFDF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看见千里之外程度的能力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B5B7F72-4DC7-434D-8152-B60D91F9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9E72C75-3E75-43DA-AE68-582AB349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1B042C5-45E7-473A-86F4-7970C327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11EA9BA-D523-42BB-A7AB-F0294E17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30A0C3D-0768-4245-8610-7D7699B2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4B8AFC7-BE98-4F82-A7FC-4890444A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C5E0783-B0EF-403F-933F-E7CF6F0E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0EFC6C7-F8F8-4AE6-BD17-BFA18871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046</a:t>
            </a:r>
          </a:p>
        </p:txBody>
      </p:sp>
    </p:spTree>
    <p:extLst>
      <p:ext uri="{BB962C8B-B14F-4D97-AF65-F5344CB8AC3E}">
        <p14:creationId xmlns:p14="http://schemas.microsoft.com/office/powerpoint/2010/main" val="79400839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0C3BE3-47BA-49A7-A066-4E31C45C1B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ed3ead8604e99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6BA5D71-13E7-417D-A711-B84C4D91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BE88E2F-B709-41EE-AB27-E08EBE04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E374744-B27C-4FA3-942A-EEDAF2B2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84D47A3-D7C1-4EA0-B829-C295A30C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东风谷早苗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FC3502-3FF2-4EE9-B163-7BA95CAB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東風谷 早苗（こちや さなえ） / Kotiya Sanae，Kochiya Sanae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61AC02D-D2EB-4FDB-921D-D22892FD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27084D5-5A35-4BC8-8A81-8CCCBD88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她是从外面世界来的人类，是守矢神社的巫女、风祝与现人神。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C927D23-EE00-4FC3-B4AC-89C8E581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C2C4F38-F538-41E0-A526-9D0B45C1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守矢神社风祝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797A498-E8A5-49DD-99B1-DA766207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35D3F0A-C68D-4FB6-8EFA-38FE387E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FEEC2DE-CC0D-4652-B07D-9A86171F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E28BF86-3CCF-45F8-8333-40DE0ABD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4EA99C9-9F10-4D28-9028-98B3ED91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B3B7476-3975-4EC1-9ADA-74D7295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引发奇迹程度的能力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BE2D49E-CED5-4A14-B638-CF64F61D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14B8962-874B-41ED-9E10-EBC009BC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9465DD7-26B4-408F-A9E5-1CCC8D34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4EF869D-7550-48C4-9833-61392B6A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23A65F40-185B-49A9-BA58-60FFC9D8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0A8366D-53C4-4503-8E15-D16E3DF9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5EBF2B0-8294-40B2-ABA9-6FDC9282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八坂神奈子／洩矢诹访子／博丽灵梦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B140910D-E4E3-492D-813A-ECDF9DBE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8ECD0DC-86BF-4E77-9E36-665B7576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047</a:t>
            </a:r>
          </a:p>
        </p:txBody>
      </p:sp>
    </p:spTree>
    <p:extLst>
      <p:ext uri="{BB962C8B-B14F-4D97-AF65-F5344CB8AC3E}">
        <p14:creationId xmlns:p14="http://schemas.microsoft.com/office/powerpoint/2010/main" val="44573297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8091BB-068E-4934-A6F4-3FA591D883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e01d6aa344227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F3B7C12-4274-4ACC-A5AE-0FA3CF9F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B736A95-7899-434D-B6E2-87E339AE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74A0F64-43DB-4FBD-AD8F-BEB7F5D0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0FEE1B9-F19B-41D6-9C18-88BE2D9F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八坂神奈子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0066393-55F7-4E88-A054-BF47C3EE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八坂 神奈子 / Yasaka Kanako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316867C-D810-46A0-9BF2-B52A382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5CA9196-F17B-43E6-9183-5B50E2F1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来自外面世界的神明，现为守矢神社供奉的神之一。她与早苗、诹访子共同在幻想乡经营信仰。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D92695C-D0D6-4FF8-8C6F-E67AA339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557C41-FD1F-4B56-B030-591A79A2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风神录的六面Boss和EX面道中Boss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E4E51B2-32C2-4C9B-A9A2-108BA455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564B7F6-9F3B-485D-8A99-15A4F083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985CA19-68D7-456E-B520-881D003C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F65D452-2DCA-45CF-A261-D91C05D1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8E24545-54AB-4157-8E29-793CB16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5F3CDEA-50C0-4B0E-929E-1C342F7C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创造乾程度的能力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BAB0BC5-818D-4474-BB11-CF52AA22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10A296B-2C5E-46B1-9DC4-F7958139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993CF5B-E87E-414A-B9E3-E7074C39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F4409A8-F395-4716-B915-C24B1676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40001D2-5154-40F5-AE7A-18219DDB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DDE0812-C74D-4AAA-9A4A-43BDDF35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4D50B65-1BDC-4BCA-9D5F-E4DC5C33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6939154-5724-4D31-B10C-7392E091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048</a:t>
            </a:r>
          </a:p>
        </p:txBody>
      </p:sp>
    </p:spTree>
    <p:extLst>
      <p:ext uri="{BB962C8B-B14F-4D97-AF65-F5344CB8AC3E}">
        <p14:creationId xmlns:p14="http://schemas.microsoft.com/office/powerpoint/2010/main" val="163531690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52D763-53ED-4C7D-8B01-0A34292120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a571a0ccd49f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3350" y="228600"/>
            <a:ext cx="4476750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9D2B6C1-9E7B-40D2-8A62-4C5D65B9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DA4720A-3208-42A1-BB7E-46FEC086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648D613-9C28-4E2D-8C3C-07AE12CB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AAD420-37E5-44D7-8355-E6D86BB7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洩矢诹访子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ED7CBF-FBCD-4676-B3AA-124F004C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洩矢 諏訪子（もりや すわこ） / Moriya Suwako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5F7B453-1973-4D6A-8126-3F666212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48EAA5-39CC-4DAE-AD7D-457119D0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守矢神社供奉的神之一，原是外面世界的土著神。她与神奈子一同来到幻想乡。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9B98D4-D30F-48FF-BD70-A629CD86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4FF34F2-359F-43B2-AA1B-50F57B10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神明／八百万之神 · 风神录的EX面Boss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08DF7CC-BA3C-4324-93BA-65D10A82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0A8FE4-FEB1-4604-96DE-7101003E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E283B86-024E-4338-B0ED-118308BD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81119F4-411E-4FF8-AF1C-FB5966FD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B6EF319-A647-42C3-A3EF-116D7B87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848FD88-AE04-4216-9F86-F730DF12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创造坤程度的能力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1C5B1F4-740B-40A4-B2A1-98772A61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7B47B99-6676-44FD-84DC-B31833B3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34A578E-079D-4F19-927D-021EC6EF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402FFAF-B75F-42CC-8B63-B38C46C3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B7F467C-194E-46C4-9A55-32AE7D3B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ABDBED5-88ED-4077-9A52-57E6C669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863E788-2F59-4663-8F56-B9ECEBAA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50E4CBD-BD82-4125-90BF-F8E9F438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049</a:t>
            </a:r>
          </a:p>
        </p:txBody>
      </p:sp>
    </p:spTree>
    <p:extLst>
      <p:ext uri="{BB962C8B-B14F-4D97-AF65-F5344CB8AC3E}">
        <p14:creationId xmlns:p14="http://schemas.microsoft.com/office/powerpoint/2010/main" val="187101648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ABB6FB-6980-414F-BAC9-30EDF5CCB1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a6508293c41ff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F8560A1-2B14-460B-B532-44E610AD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AEEC26A-649A-413F-A7F8-8D5C2169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B14B955-DA4D-4A6F-9896-5CB36ED0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004EE5-00CA-4813-85F0-C2D98A6A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永江衣玖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8EDFB5B-9430-4C75-A68E-EB56AE6E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永江 衣玖 / Nagae Iku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4C273C2-9F3A-453E-BD7A-5A8DA2FC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4657AF6-FB32-48BF-AACF-A8A85B2A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她是被称作龙之代言人的龙宫使者，负责将龙神说出的重要的信息和地震的预兆透露给人类和妖怪。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10E6C88-0314-4C15-8A10-A4E90500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B55953D-428D-4AF6-B791-9BE0AC86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妖怪（龙宫使者）（绯想天）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E8F1C08-9241-4BBB-89D7-D7481077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04C6CA0-9BBF-49C0-BA02-A3072643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5277D0A-2F58-46F0-85B8-D691D4FD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读取气氛程度的能力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FDC3930-9B33-43FE-99FD-21D28C94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F5CA896-87C4-417B-B426-A13FDADA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F408892-54D4-463E-9FFB-4EBA5B39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B831016-620D-4F3E-BEDA-D12B668F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B28E727-81E2-4168-9EE3-8A0712DF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593A4CB-6592-4526-81BD-68A3E6C6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4BB4262-E60A-4B9E-9946-B18DCA8E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EF42BCA-B709-4D77-9CBC-E5976FDF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050</a:t>
            </a:r>
          </a:p>
        </p:txBody>
      </p:sp>
    </p:spTree>
    <p:extLst>
      <p:ext uri="{BB962C8B-B14F-4D97-AF65-F5344CB8AC3E}">
        <p14:creationId xmlns:p14="http://schemas.microsoft.com/office/powerpoint/2010/main" val="204621233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A1A53E-961A-413C-9EE1-E310F2CB19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302b546074f3e"/>
          <a:srcRect xmlns:a="http://schemas.openxmlformats.org/drawingml/2006/main" l="0" t="1391" r="0" b="13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FE30182-CAB7-4F57-843C-08E67897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254BBE8-6EEA-4A7C-8D7B-1BFF0BAA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F4F23D4-ACC0-4C1E-8E90-0BBDB5BD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B0DD5B1-CAEB-4990-970A-20A37879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比那名居天子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52AC6E7-54E3-4EE7-9E3E-D6865CE3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比那名居 天子（ひななゐ てんし） / Hinanawi Tenshi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FC359EA-8634-439B-BBE8-1B563F88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E903DC-C882-41CE-8A4F-003FB9FD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她本是比那名居家的大小姐，随家族成为天人，因为不具备天人应有的品行，性格也与其他天人不同，所以被称为“不良天人”。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E67BAD2-BAD5-48FD-A284-450426CF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AEC33DB-CD27-49B4-9434-79895CF1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落魄天人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F487D56-7483-4B1F-A173-6AD7F3F0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4D4364D-E6E6-4517-9060-D44E6E15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75F8879-6968-4781-9BE3-79174137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9FE9BB9-A79E-4A32-8FA7-E0ADD6BC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6F7EAD6-E7ED-49E4-86AF-8CC4BE9E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ECCEEF3-93CA-4DBB-B922-E831E674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操纵大地程度的能力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24D5A0B-91C4-4041-8D36-FF543956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917E5B7-836B-4B92-B63A-4DB3D69A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9D3A257-F06F-4E34-999C-E937DC01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2DD2372-1CE5-4CA0-96FC-F2AE32C5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A145138-AA19-44B1-8112-F6D2912A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FF3C459-97D9-4FE4-97B9-EE42121F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9F42086-37A7-445B-828E-EA00FD83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B9FC91D-4ED8-49FC-BA8F-82A23893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051</a:t>
            </a:r>
          </a:p>
        </p:txBody>
      </p:sp>
    </p:spTree>
    <p:extLst>
      <p:ext uri="{BB962C8B-B14F-4D97-AF65-F5344CB8AC3E}">
        <p14:creationId xmlns:p14="http://schemas.microsoft.com/office/powerpoint/2010/main" val="115060445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E9C7B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paper">
            <a:extLst xmlns:a="http://schemas.openxmlformats.org/drawingml/2006/main">
              <a:ext uri="{FF2B5EF4-FFF2-40B4-BE49-F238E27FC236}">
                <a16:creationId xmlns:a16="http://schemas.microsoft.com/office/drawing/2014/main" id="{A3533AF4-C847-4A2C-B62A-F924CF7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758ADCD-4952-42EB-BC72-E3FFC7F1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3493B53-DD2C-47C9-86A3-A2D9D298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pPr>
            <a:r>
              <a:t>V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8C8ABE2-7763-4222-A7B6-D9D73D30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5F3DD1-DC4B-4B84-A093-30634D97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 · 星莲船 · 旧地狱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CFCA71E9-3E9D-4792-805E-B71BFF9D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B54CE0-7552-492A-8B51-ADD1A9A0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20名角色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BA9A9DE-C9AA-4445-BD7F-BCAAF37C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82BF6AD0-F7B1-493D-9831-C083F0F9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91D015-54E0-4A00-B54D-398658FE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052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4C25A2E-B984-4D11-A989-9BD77079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9A5D197-F783-4EC6-8AF5-3D179178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琪斯美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D02D65A-2475-46D0-A345-5027E2DB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キスメ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085E7D0-C634-4BA2-8993-A10F4A1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39B548E0-666C-40D0-AB3E-B6520056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AF01189-AB14-4167-ACDB-C036A789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黑谷山女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655F8B7-C5D8-4936-8765-71D3E384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黒谷 ヤマメ（くろだに やまめ）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C7FD38A3-0B08-4EC2-B9FE-21F5C776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E6DF3251-B1CF-4039-8930-274D64FE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8F11409-28E0-4538-B758-8BDA431C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水桥帕露西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1FDAA60-6EB4-4695-AD27-2BAF806A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水橋 パルスィ（みずはし パルスィ）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CB164F1E-804B-47E8-B1D8-1554BD7F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0BD8BCA-EE63-4B32-B169-78D2F24A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D694511-CA21-4188-9B70-5BB7BAD0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星熊勇仪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3E66859-C527-4CCA-B3BD-13CE232E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星熊 勇儀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8CDFCADD-9356-4757-B0BC-30FEB430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E407B805-E0EF-4D24-9E5A-C202C6DA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96F4E11-2414-4C6F-822B-665355AC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古明地觉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36E8D13-A708-42B3-8F52-E31966CD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さとり（こめいじ さとり）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5F2D1E12-1B1B-43F1-90D6-3440427E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6DAB12C1-4F14-4ED2-97DF-E88C8D18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D895AC3-FA38-4E80-A0F4-C210CCA1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火焰猫燐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A48E1E6-D14D-42A9-8DB1-E7729F7D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火焔猫 燐（かえんびょう りん）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244381E0-62B5-4FAF-A453-D6E83010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E9EE4AE9-289D-48EA-B1A5-3BB3CFB3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02022A0D-03FB-4D76-99A4-DE4F4718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灵乌路空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0839BCC3-FF24-45A5-9D13-624B2D2E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霊烏路 空（れいうじ うつほ）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5ADB92C5-AECB-4289-AD19-CB0A527B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E9E2DAB2-C36C-42EE-8F79-A22ADAA8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CDBC0AFF-805B-4174-9C4C-308A3BCB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古明地恋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F3052D7D-FA4F-48E6-8CCC-1263F063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こいし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87793BDC-8C6A-400E-ADE8-4F38E3C5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936DA10F-6D21-4292-A090-02BD6557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E17545E8-D75E-4742-A949-B11715DB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娜兹玲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7E022B0B-2641-419F-BFA5-259EB981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ナズーリン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1BAA4090-8F5C-4F99-B34F-CF0D21FA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per">
            <a:extLst xmlns:a="http://schemas.openxmlformats.org/drawingml/2006/main">
              <a:ext uri="{FF2B5EF4-FFF2-40B4-BE49-F238E27FC236}">
                <a16:creationId xmlns:a16="http://schemas.microsoft.com/office/drawing/2014/main" id="{34416B39-6438-42AD-9EF6-9DF4CD15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297D1083-82DE-4867-9FA7-369233AC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多多良小伞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03790778-F620-4EA6-AF8E-6B42AB29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多々良 小傘</a:t>
            </a:r>
          </a:p>
        </p:txBody>
      </p:sp>
      <p:sp>
        <p:nvSpPr>
          <p:cNvPr id="50" name="paper">
            <a:extLst xmlns:a="http://schemas.openxmlformats.org/drawingml/2006/main">
              <a:ext uri="{FF2B5EF4-FFF2-40B4-BE49-F238E27FC236}">
                <a16:creationId xmlns:a16="http://schemas.microsoft.com/office/drawing/2014/main" id="{61D96A75-E6F6-4702-A5EC-3805DEAC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C929C1-F43C-47AF-8B1D-6E82B5A64A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bc7354cfb4f09"/>
          <a:srcRect xmlns:a="http://schemas.openxmlformats.org/drawingml/2006/main" l="29000" t="24000" r="29000" b="45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CE0A1D-65CA-408D-B116-869C8F4E7B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f2435f50a4082"/>
          <a:srcRect xmlns:a="http://schemas.openxmlformats.org/drawingml/2006/main" l="24000" t="4000" r="25000" b="55000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7D6D54-0929-4F5D-BF73-DC8F475FB4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a2997cf7247c1"/>
          <a:srcRect xmlns:a="http://schemas.openxmlformats.org/drawingml/2006/main" l="27000" t="8000" r="28000" b="56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5C453F-647B-4FD9-8CBB-D2DEC778E1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54221b79e410d"/>
          <a:srcRect xmlns:a="http://schemas.openxmlformats.org/drawingml/2006/main" l="35000" t="0" r="19000" b="61000"/>
          <a:stretch xmlns:a="http://schemas.openxmlformats.org/drawingml/2006/main"/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972AE1-7BD3-494E-A46F-EE20A936C5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e9b85f62f48af"/>
          <a:srcRect xmlns:a="http://schemas.openxmlformats.org/drawingml/2006/main" l="38000" t="12000" r="12000" b="56000"/>
          <a:stretch xmlns:a="http://schemas.openxmlformats.org/drawingml/2006/main"/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206321-DA32-40D9-AAB4-459954DEA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acbd2bf814f6a"/>
          <a:srcRect xmlns:a="http://schemas.openxmlformats.org/drawingml/2006/main" l="27000" t="2500" r="19000" b="570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BA8B57-A6BB-45BD-9DD5-FBC62F386F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749fe04844b70"/>
          <a:srcRect xmlns:a="http://schemas.openxmlformats.org/drawingml/2006/main" l="25000" t="5500" r="25000" b="62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BAC5BE-ABF2-4B3A-A878-F41280A0F1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b9644f4e84634"/>
          <a:srcRect xmlns:a="http://schemas.openxmlformats.org/drawingml/2006/main" l="39135" t="7000" r="7135" b="50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BEEF677-A98E-4DC7-AF83-AC7004BDA1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daf49f92544f4"/>
          <a:srcRect xmlns:a="http://schemas.openxmlformats.org/drawingml/2006/main" l="22000" t="7000" r="24000" b="56000"/>
          <a:stretch xmlns:a="http://schemas.openxmlformats.org/drawingml/2006/main"/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EB2743-37C6-4033-952F-88CC781A4F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62e7601114851"/>
          <a:srcRect xmlns:a="http://schemas.openxmlformats.org/drawingml/2006/main" l="22000" t="19000" r="12000" b="43000"/>
          <a:stretch xmlns:a="http://schemas.openxmlformats.org/drawingml/2006/main"/>
        </p:blipFill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36742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E9C7B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paper">
            <a:extLst xmlns:a="http://schemas.openxmlformats.org/drawingml/2006/main">
              <a:ext uri="{FF2B5EF4-FFF2-40B4-BE49-F238E27FC236}">
                <a16:creationId xmlns:a16="http://schemas.microsoft.com/office/drawing/2014/main" id="{A683B148-3394-4235-9808-B16EB9BD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BDD0642-DE3A-4713-890C-EFB7D6FA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DB28F70-E3A7-4FEA-A67D-32928CD5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pPr>
            <a:r>
              <a:t>V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C7CA902-9D9A-437F-9A9F-17221D58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1774A9-670F-4F24-9259-2AC111F4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 · 星莲船 · 旧地狱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18FD731A-C8AB-4316-B3F6-EFC3D9AB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47F55A-2B11-473E-82B1-D04F104F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20名角色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19919DF-5B6C-4912-9FC6-5F6700E2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9979592A-C824-4415-8A80-2661B07F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C00477-97B5-4143-8478-B4CF8F12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053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6B9985C-4268-4F2E-883E-EDA8ABCA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C0FF826-B47D-4CEF-A0C7-B3596056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云居一轮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647DABF-F058-405F-B488-479A5B63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雲居 一輪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3A3E1E4-9EC1-4355-9801-F352D024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D04FD23C-4063-4DAC-AC7F-5396CBF9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DF9B756-8AF3-46C8-A37C-747A9C8C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云山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AC6AA98-88EC-4A6E-A463-536198D0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雲山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077F1AFE-AC83-4A10-AEE5-641526E5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F0681B61-3177-4109-ABC8-D97A9954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9A76FD9-11CB-4903-BF7C-8F552335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村纱水蜜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53A068F-3C9E-4524-A7D0-EC648632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村紗 水蜜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65688292-94C1-4727-B2E4-38CE2FD0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A3E4A6C-9144-40F7-8BDD-5E253C3B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2E1E583-7AC4-472A-A5EE-EEF74EA0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寅丸星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6703FB2-88B6-438F-8614-D5E07644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寅丸 星（とらまる しょう）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D1F145C3-1E50-465A-9948-08B638FE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458702D2-BA3B-48EB-88F6-FF90BDCE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DAE94F2-DE52-4A2F-A289-61F5CF3B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圣白莲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679E2A8-8605-4B54-8064-7F5521F0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聖 白蓮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FD241149-A6F4-491F-B6FE-C4A66931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A65BCF80-EE27-497F-93AE-8E4D082B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A868081-6495-49EA-B9D4-F1C8DA4F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封兽鵺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F1AF554-F4F6-44E6-93F8-9AB6F621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ぬえ（ほうじゅう ぬえ）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78774FEF-7639-4187-B0E2-73302DE9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11622D2A-AF03-4591-A479-2865E367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1B4D3151-AF0F-4E74-A7A7-E3766883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姬海棠果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71C90505-A22A-4391-9A1C-400FAF9F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姫海棠 はたて（ひめかいどう はたて）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B09D6E74-8AD6-44FB-AD95-CA166AF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A1483754-152F-4F5B-8AF6-0EE78D62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CA2BA2EC-54AE-4A5E-BE12-4C5B0DC9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桑尼米尔克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87C6DD91-4711-4305-B3F9-74A1DB8A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サニーミルク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9C130547-7D4D-498B-A09E-0173A74A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CF5E9E3F-74FC-48DA-98EF-E4168D29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BADEA656-9720-4D7F-9C22-85CED218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露娜切露德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367E9B64-7BEC-4823-AA90-85051EF6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ルナチャイルド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BAF39D79-3A64-4E99-A48A-7A401CD5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per">
            <a:extLst xmlns:a="http://schemas.openxmlformats.org/drawingml/2006/main">
              <a:ext uri="{FF2B5EF4-FFF2-40B4-BE49-F238E27FC236}">
                <a16:creationId xmlns:a16="http://schemas.microsoft.com/office/drawing/2014/main" id="{D9FAA0DF-6954-4A8A-B6E3-A4462DBE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21B487D0-CA96-4A78-ADBF-94CEBF69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斯塔萨菲雅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C28401B7-2CDC-47B9-A924-BD13D7F7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スターサファイア</a:t>
            </a:r>
          </a:p>
        </p:txBody>
      </p:sp>
      <p:sp>
        <p:nvSpPr>
          <p:cNvPr id="50" name="paper">
            <a:extLst xmlns:a="http://schemas.openxmlformats.org/drawingml/2006/main">
              <a:ext uri="{FF2B5EF4-FFF2-40B4-BE49-F238E27FC236}">
                <a16:creationId xmlns:a16="http://schemas.microsoft.com/office/drawing/2014/main" id="{9DFA89E4-238A-46F5-B37A-7C6C12C6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6E972A-8DE3-4C2E-8850-AF7DB23A3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0c65034334515"/>
          <a:srcRect xmlns:a="http://schemas.openxmlformats.org/drawingml/2006/main" l="28759" t="6000" r="18759" b="52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F83D12-07A6-4AAC-B0DF-E698FF0AE6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10ece61b34bda"/>
          <a:srcRect xmlns:a="http://schemas.openxmlformats.org/drawingml/2006/main" l="0" t="4986" r="0" b="14986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E6B603-BF33-49D4-9595-89F2BB47EC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caa6c5c6c443b"/>
          <a:srcRect xmlns:a="http://schemas.openxmlformats.org/drawingml/2006/main" l="31000" t="4000" r="21000" b="55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53D0BB-0FDA-406B-8E35-15E34817C6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b36a22422483d"/>
          <a:srcRect xmlns:a="http://schemas.openxmlformats.org/drawingml/2006/main" l="27000" t="3500" r="22000" b="55000"/>
          <a:stretch xmlns:a="http://schemas.openxmlformats.org/drawingml/2006/main"/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4BC588-EAD3-412E-9999-881A7BED5E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c4aea11ed48ee"/>
          <a:srcRect xmlns:a="http://schemas.openxmlformats.org/drawingml/2006/main" l="38000" t="9000" r="19000" b="60000"/>
          <a:stretch xmlns:a="http://schemas.openxmlformats.org/drawingml/2006/main"/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710D4A-0030-4683-AF59-ED2EF014CF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bd16905d74f0d"/>
          <a:srcRect xmlns:a="http://schemas.openxmlformats.org/drawingml/2006/main" l="29000" t="9000" r="22000" b="480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442936-93AF-4756-B350-23F6EF28CB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4cb8ba9a34ac0"/>
          <a:srcRect xmlns:a="http://schemas.openxmlformats.org/drawingml/2006/main" l="28000" t="5500" r="20000" b="50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80F975-274F-4092-BCA0-1B31411599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4447b4eac4765"/>
          <a:srcRect xmlns:a="http://schemas.openxmlformats.org/drawingml/2006/main" l="23000" t="7000" r="23000" b="53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7C1378D-ABD3-4CAE-960C-629CE2EB50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7ed1df2fa4bef"/>
          <a:srcRect xmlns:a="http://schemas.openxmlformats.org/drawingml/2006/main" l="22000" t="10500" r="17000" b="47000"/>
          <a:stretch xmlns:a="http://schemas.openxmlformats.org/drawingml/2006/main"/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C25A5B-51F1-4803-8B53-AA8DE9E650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497b04a2a4448"/>
          <a:srcRect xmlns:a="http://schemas.openxmlformats.org/drawingml/2006/main" l="29592" t="0" r="11592" b="49000"/>
          <a:stretch xmlns:a="http://schemas.openxmlformats.org/drawingml/2006/main"/>
        </p:blipFill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4610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7D41BA-B685-44D7-AC57-40292A2314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a20fe9b394028"/>
          <a:srcRect xmlns:a="http://schemas.openxmlformats.org/drawingml/2006/main" l="0" t="2036" r="0" b="2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6888DA5-9F79-4E21-9CE9-3B200B1C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62E3836-D6A8-4B67-A785-122B598F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BC61476-2A99-4517-8D05-400B5710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FC613A9-5305-4AC5-B354-40EA3C90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琪斯美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1549BE3-7360-4936-8A68-8088F218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キスメ / Kisume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46B810D-AB3D-4B05-857A-78972F8D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EE72E8-C1FD-4C81-AFDF-1CD8C6FF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她是钓瓶落，是地底一种恐怖的妖怪，性格内向而凶暴。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8F12E2A-6785-4BFC-B112-B3C15952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309D510-4D9A-4E87-827C-0F0F0F78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钓瓶落 · 地灵殿的一面道中Boss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12028B5-D2C9-4C30-96CD-2DAFFF07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F05AE53-E5AA-454B-B4A3-D72A0D88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898B01C-19A9-4278-B41E-F19A2AB0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地底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F227775-A926-4425-8804-508E69DD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CD8E84A-C9DE-458D-A336-4BF6EE49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6B0E189-2026-4295-A3DA-8AA94D97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降下鬼火程度的能力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F9EAB77-57B6-4FD9-BBCE-8C673713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7CBD257-4537-4B30-8EFB-F6524636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2826803-8856-45AD-96E4-5752F2BE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33ED55C-8609-4C53-B98C-BDF79101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CDDF60B-7E27-4E6F-8D63-70A31C23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272AE0A-59DF-4C72-BBA8-EB2AAA5F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19021F8-9481-4F74-B4D1-7BD69FEC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E6D6AEE-E984-499B-954A-F5B74AF1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054</a:t>
            </a:r>
          </a:p>
        </p:txBody>
      </p:sp>
    </p:spTree>
    <p:extLst>
      <p:ext uri="{BB962C8B-B14F-4D97-AF65-F5344CB8AC3E}">
        <p14:creationId xmlns:p14="http://schemas.microsoft.com/office/powerpoint/2010/main" val="40981942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96331A-8E7E-4251-8916-25780A277A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6dc89d4944565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E2E5D71-7FFF-491B-9499-8BD84293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1E69D7C-5194-4002-A0EB-E12B046A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BBF8C98-BB14-4194-A31A-20F96526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4F2DE1F-51C2-495B-8723-4253DADC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黑谷山女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79512F-7458-4088-9D77-F2FAC4CB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黒谷 ヤマメ（くろだに やまめ） / Kurodani Yamame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24CE54D-B0DF-41B4-B4DD-5CBB012F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C0D2BB6-B157-4106-9CF4-FE2349C0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她是土蜘蛛，因为能力而被人类厌恶，生活在地下。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F84749D-F5B0-4B45-8C96-47580F3A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8A0078-6B6E-4CA2-A79A-03C7E4DB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土蜘蛛／妖怪 · 地灵殿的一面Boss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6C35928-3942-4B1C-A768-D2685D9D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062A8CF-82CD-4C07-A217-249BF30F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3863929-6EA0-4BF4-864C-3D278763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旧地狱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C7FECBA-BCF0-45BA-B34B-3470A2F3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E2BE918-EA67-4194-AE29-7CC60E3F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1F324D4-A77A-40F3-B88B-81D90148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操纵疾病程度的能力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FDCC6B5-B0D0-483A-9878-842B14DB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548D876-9E4D-4746-9794-ED18989C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626DE63-3F28-4FD6-B86E-0FA33E96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4E4A95A-711C-4DBE-8214-1F159068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83DF17F-795D-47AF-8BB5-AB652F52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E5D3E14-4E57-46E8-91F7-800509D2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043F10A-B81E-4137-B889-2E3F475A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79FADE9-914A-45BC-A7A3-9ADF7746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055</a:t>
            </a:r>
          </a:p>
        </p:txBody>
      </p:sp>
    </p:spTree>
    <p:extLst>
      <p:ext uri="{BB962C8B-B14F-4D97-AF65-F5344CB8AC3E}">
        <p14:creationId xmlns:p14="http://schemas.microsoft.com/office/powerpoint/2010/main" val="60030460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E993FD-A89C-4600-B7BB-B0DF9BEFD3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5bd28ab1f4ced"/>
          <a:srcRect xmlns:a="http://schemas.openxmlformats.org/drawingml/2006/main" l="0" t="2036" r="0" b="2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A34BEF6-5DEA-4B49-8D88-17B98DD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2807A33-2ECD-41C1-8AA1-467D56A4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A6F8F47-25EF-4B89-B22C-E7D87A15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064C304-82F4-4A85-AAE0-7D7E76AD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水桥帕露西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42392F3-3B0C-4EF0-9174-C63CD063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水橋 パルスィ（みずはし パルスィ） / Mizuhashi Parsee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00993FD-117F-4A8B-B67C-EE14063F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CB6CD9D-A121-483B-9AA5-8362D43D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她是看守着连结地上与地下的纵坑的桥姬，被嫉妒心驱使着行动，并以人们的嫉妒为食，因此可以说她身为妖怪的本体就是嫉妒心本身。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3A119B0-6016-43AC-BF01-E3F191D1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BAAC23D-E30C-4836-B590-F6C371FA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桥姬／妖怪 · 地灵殿的二面Boss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A4EE3C1-EC70-46F7-98B1-96416A11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DB9198E-CB15-457A-9BCC-4A282245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8859319-012E-41BC-842A-D0A34E60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操纵嫉妒心程度的能力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3DFE68F-E18B-459A-AF27-CEB04F37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CD7F80D-7D4A-4863-8078-1CE4906D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FD2B5A5-955F-4187-B3CE-DA2C2BD5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A17BC11-DC9F-4533-BC2F-F066809F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0042DFE-1497-403F-AD06-B67F8AEE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E8D5641-7327-4FA0-8D18-4569025B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65A6F85-CF69-462C-9303-46F638E3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F17A9C7-7F49-46CA-956B-E0D65963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056</a:t>
            </a:r>
          </a:p>
        </p:txBody>
      </p:sp>
    </p:spTree>
    <p:extLst>
      <p:ext uri="{BB962C8B-B14F-4D97-AF65-F5344CB8AC3E}">
        <p14:creationId xmlns:p14="http://schemas.microsoft.com/office/powerpoint/2010/main" val="133594672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8C21D2-ECE8-46E8-B81C-83D4ED57A6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374c813194cc2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992CD53-E180-4023-8B7A-2C3CCCA9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CA6BD51-A120-4951-9B80-BB25F964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313240-0232-4F58-A4E6-58E2712A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EF41BD5-93EE-468E-8928-3927D4C8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星熊勇仪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FC55E01-659B-438B-B0C7-77118554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星熊 勇儀 / Hoshiguma Yugi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9AF85F9-C3F2-42A8-AFDD-2E2A8332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6393762-05F0-42F9-A327-FBB4A1A1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她是典型的鬼，有着刚毅且干脆利落的性格，周围总是风波不断，绝无一刻安宁。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A30B40F-12E5-4153-A73B-F8D982DF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87DF9C9-7284-48CB-BB68-87B6D924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 · 地灵殿的三面Boss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E9F4B08-1956-4296-A8E2-5B60B27E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7108A57-25D6-4D68-B06C-8AEFFBE0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B3A40A4-2806-4BCD-8BD7-C469BD28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旧地狱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EC8E75B-D37A-4179-98BA-9E19A87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DF8324E-6051-406F-97EE-7CAA4A02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CC58DB0-4566-4374-9227-7A66AEF4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使用怪力乱神程度的能力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8B87475-1C19-4A62-94D9-185BF9FA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F55F2F6-E591-4BEB-AB95-119D8741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25686A6-09C8-4D69-93C4-C59D76CA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900FACE-F52B-48A8-A8B3-BB2F01F1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F4E91E6-2E8C-4A24-A28F-09E54049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FC3BDB2-106C-45B3-9276-C9B40D9F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BFC691F-37F7-4383-BDB9-F955F86D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CA6337E-EC7A-47DE-9793-37E717AE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057</a:t>
            </a:r>
          </a:p>
        </p:txBody>
      </p:sp>
    </p:spTree>
    <p:extLst>
      <p:ext uri="{BB962C8B-B14F-4D97-AF65-F5344CB8AC3E}">
        <p14:creationId xmlns:p14="http://schemas.microsoft.com/office/powerpoint/2010/main" val="26936114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A414B-D130-4EB0-BD22-E695AF6499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574f7fea94b53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E3C075B-D361-4065-820B-75FE3FC3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6A5D961-68DF-4355-B7EF-7B93AB2C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F8FC435-2C70-4C13-A80A-89D3ABED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C264392-9399-48F8-96FD-9E7B1992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8EDC21C-51A3-4A40-9DD8-B8BE061A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さとり（こめいじ さとり） / Komeiji Satori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1C1ADF8-3B53-434D-BBFA-F8CC7CE4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15CACF0-9CD7-4C3D-A594-2ECC1241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她会读心的觉妖怪，被委任管理旧地狱-灼热地狱遗址的怨灵，是遗迹正上方的别墅地灵殿的主人。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CFAF20-6C48-4F31-A623-A6C54C3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A6CA23C-7282-4493-AA1C-9F364985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觉 · 地灵殿主人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E681FAC-AAF4-402D-86D4-33B7624B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AB196EF-D33C-44E0-9763-1B5AC4C1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F274C1F-9EF4-47D0-9D23-04B47139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064987E-F8C5-400D-86FD-4161C6B2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397E47C-43DF-4AB5-BDB2-27EEB380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9DF6364-117B-4E7E-B1AC-98967A57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读心程度的能力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23FA72D-888F-4865-964C-5DA97524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F9F81C3-1656-4ECE-BA6B-055481B2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31AE2B4-9550-43E6-8981-287E53F3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8736CBF-025C-4C20-B022-A6C99194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A86A4DE7-AED9-47D6-B414-F10EE6B1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0823EC1-3747-4D57-9F44-2D95DBA4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5998797-A776-4D37-842D-188E763F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古明地恋／火焰猫燐／灵乌路空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671327BE-D8AE-4A88-90F1-41C29907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566F8C6-E293-465B-9E2D-46D46810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058</a:t>
            </a:r>
          </a:p>
        </p:txBody>
      </p:sp>
    </p:spTree>
    <p:extLst>
      <p:ext uri="{BB962C8B-B14F-4D97-AF65-F5344CB8AC3E}">
        <p14:creationId xmlns:p14="http://schemas.microsoft.com/office/powerpoint/2010/main" val="65414040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5A028-E86A-4D04-9875-18095C2071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68ef4eb08429c"/>
          <a:srcRect xmlns:a="http://schemas.openxmlformats.org/drawingml/2006/main" l="0" t="2036" r="0" b="2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E6B63F3-005B-49CE-9DC7-8A5ED823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07BF1FB-4D2F-4D68-9E6B-35933945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D57F472-6824-4E17-900A-53EBFD29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8D5CEE3-2A1B-4629-85EF-E1A55AD8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火焰猫燐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6F61DD-C387-4725-95A7-2FE25530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火焔猫 燐（かえんびょう りん） / Kaenbyou 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3AFA965-1CB6-4F37-AAC6-539D3480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4936B7E-812B-4247-A781-9391E694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5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5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5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5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5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5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5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5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5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5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5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她是栖息在火焰中的火车，喜欢收集尸体，但对已埋葬的尸体不感兴趣。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CA46D16-F6A5-4310-807A-C0E1B6D7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EE5130-9BC3-4FA2-853A-7501015E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火车／妖兽 · 地灵殿的四、五、六面道中Boss和五面Boss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AD54665-7085-4B1D-BAF3-3DCA5F41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9DC44AF-F44B-4886-B90C-F39C42D4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9A1A55-D794-4F45-A83A-00404F42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58E06D6-783F-4854-AD9E-EF5390BA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61F780A-08D2-4A2E-9241-F3A951CF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873692A-D06B-4685-B1D3-5E712EFA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带走尸体程度的能力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B51EDEF-F08A-4A75-92B1-A921951D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B47C1B3-2812-4DCA-8E98-CE6F6921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C59D2BB-3669-4AB1-A50E-B1DD26AE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49381CF-DA9F-4BA1-BB04-EC6B26C1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E6F3993-815C-418F-B9E6-60040719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8C56AAA-74DD-4FA8-912A-10976494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C2167C2-87FC-44D3-BA59-CF1E58D5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4DA2394-D1D1-4559-8F27-A7B136AD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059</a:t>
            </a:r>
          </a:p>
        </p:txBody>
      </p:sp>
    </p:spTree>
    <p:extLst>
      <p:ext uri="{BB962C8B-B14F-4D97-AF65-F5344CB8AC3E}">
        <p14:creationId xmlns:p14="http://schemas.microsoft.com/office/powerpoint/2010/main" val="35899911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C764EE-5708-4D14-A320-6A47FD037F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7d5d3513c4077"/>
          <a:srcRect xmlns:a="http://schemas.openxmlformats.org/drawingml/2006/main" l="0" t="2036" r="0" b="2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AD1511C-DE18-4649-A849-E19746FE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E5C86A7-AC01-4487-B8BC-618E9B4A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883CCB2-2537-4782-AC36-998A6531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69E8F0C-E7A5-4E2F-A298-34190A2B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灵乌路空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4BAE111-FB35-4316-81AA-F26A348B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霊烏路 空（れいうじ うつほ） / Reiuji Utsuho，Reiuzi Utuho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E8A26A8-5866-4E3C-959F-95F90F98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D631B8-89B5-4053-B077-59590CB4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她是生活在旧地狱的灼热地狱遗址的地狱鸦，被八坂神奈子选中而被八咫乌寄宿在体内。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4129B6B-93C6-43FE-BE7F-A3CAAA28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B3D489-FDF4-4514-A9C9-A4F10070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地狱鸦with八咫乌／地狱鸦 · 地灵殿的六面Boss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A722202-46A9-484F-9D16-662C05C8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CCFFC42-0356-49E5-93D8-A3AFADDC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F287586-A14F-4FD9-8894-13A9871D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9F944C1-192F-423E-A2D9-86E09438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1192826-A036-432B-9F47-F1B49272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6A42F7F-932D-461F-8986-03B43A73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操纵核聚变程度的能力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ACADC3A-5D18-473C-93EC-AC401219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C46D91-434C-4F7E-B6DC-042B5B4B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68E50CB-5318-4D8D-A116-C37273E3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B8B64AC-1A28-4036-BDFE-24F991E1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D9EDE47-576D-44F1-A803-FAA0409F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601E6A9-AFF4-461F-9D8F-4AA69AED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3B20153-2392-4617-8073-20E0B008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008CD2A-A3D9-4779-91E3-423EFFB1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060</a:t>
            </a:r>
          </a:p>
        </p:txBody>
      </p:sp>
    </p:spTree>
    <p:extLst>
      <p:ext uri="{BB962C8B-B14F-4D97-AF65-F5344CB8AC3E}">
        <p14:creationId xmlns:p14="http://schemas.microsoft.com/office/powerpoint/2010/main" val="154454447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217DE4-7E12-4ED9-A2AE-9C06472E62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71a7958e04621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36AC917-2970-47B4-9C84-C10CEE46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11DBD45-1AB0-4FDE-934D-407A16AD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F72D96D-B179-4194-B37C-CDAFD4D7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C2A18D-53AE-4BB9-BD30-6BC497BD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9904506-3B3A-41B6-BDFB-A2927AA7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こいし / Komeiji Koishi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68F2B1B-224C-4850-B445-91A49A0B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69C3C79-37CD-4E11-9929-2DB89DB5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她是觉妖怪，一种拥有读心能力的妖怪，但恋闭上能够读心的第三只眼、封闭内心后就失去了读心的能力，同时获得了操纵无意识的能力。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2ED4365-BC76-431E-AC48-E6F94CFA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4C28813-48F8-49DA-9BA4-01C20612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觉 · 地灵殿的EX面Boss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ED7B531-2860-41E8-ABA2-9AD808D5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B798E97-1443-45F9-B498-0B6D9A1B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9D4D10F-8AE5-4AA5-B6C6-D34D6196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0A24FB6-D8E6-4CB8-A094-A9E140F2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F7A1747-0535-448E-A2FC-E6ED386D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05A4C1C-B800-4A99-99B4-5077242C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操纵无意识程度的能力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D33B1E0-8DCF-4F51-92C0-334D2937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14233AB-71FB-4F33-B330-CB76AB44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ED7221C-C997-4C47-8D5D-968323B0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7AFA93A-A36B-4DE5-BE23-DABDC19F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AD8F98EA-83BE-487F-811B-A6A31F59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332DA04-22C0-43F6-ADE7-8A09B3E1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71D7FB7-B79A-4607-94E4-FE76EF73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古明地觉／秦心／地上与地底的偶遇者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4DB988D7-7848-468E-B49A-B8A7F6FC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4E9BC1F-9D20-4339-BD24-57CCC396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061</a:t>
            </a:r>
          </a:p>
        </p:txBody>
      </p:sp>
    </p:spTree>
    <p:extLst>
      <p:ext uri="{BB962C8B-B14F-4D97-AF65-F5344CB8AC3E}">
        <p14:creationId xmlns:p14="http://schemas.microsoft.com/office/powerpoint/2010/main" val="142397010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83A0A7-BA88-4368-8212-775FAA1C15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4bc26ddc5489b"/>
          <a:srcRect xmlns:a="http://schemas.openxmlformats.org/drawingml/2006/main" l="0" t="2036" r="0" b="2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BD056C3-808B-45EA-8A80-4C039AC6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C8F2D93-AA6A-4DF3-863E-ED1A7C0F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86965C4-CEA8-4277-9A79-20C34B20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F9E5692-C697-47C3-8F5B-437FE267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娜兹玲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5807620-07A4-492D-BED4-F033BBF3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ナズーリン / Nazrin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66E54BF-01EA-43AC-9200-3BCA66F5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06BA38D-597A-4B0F-B955-514B657F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她是寅丸星的使魔妖怪鼠，是真正的毘沙门天派来帮助和监视寅丸星工作的高等妖怪。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944F37-D570-4C03-8CE6-04D85B80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9B80968-65CC-4976-A13E-62AAB3AE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妖怪鼠／妖兽 · 寻宝的妖怪鼠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04170CC-79BF-4020-9F31-181DB4D9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B5765F0-DE8E-4B14-8BA0-CB6DA595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83AD367-B12D-4734-9E03-44DCFBB9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543DD5B-8561-4D59-90E8-362EBA9C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12F4F14-80AC-4C2E-9186-2D32EC6F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14E50F3-3737-450A-B771-45B46D9D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寻物必见程度的能力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FA7534F-8826-4C63-8468-58C8C8B5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105AF8A-1534-401D-B247-50BA9AEA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8B8E3CE-4F44-403F-9480-019EDA75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38B8633-DFDC-4856-85DB-5F7A306B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3715FDD-3C86-4237-9DC9-9DEC464A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E8ADCBE-51CC-43CD-89A3-061CBEDE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02486EB-CE75-4032-81EE-D1E37F44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0718422-8818-4633-943F-64490EFF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062</a:t>
            </a:r>
          </a:p>
        </p:txBody>
      </p:sp>
    </p:spTree>
    <p:extLst>
      <p:ext uri="{BB962C8B-B14F-4D97-AF65-F5344CB8AC3E}">
        <p14:creationId xmlns:p14="http://schemas.microsoft.com/office/powerpoint/2010/main" val="93233011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3E2E49-9F33-411C-AF90-19E5804EBB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865c373b9434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318B704-9A0D-45E5-8A3F-9199B930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0367A11-E171-4CD3-8E8E-BD81D6B8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B3224A-13AB-4B73-B497-9311C306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F49493-1F64-43BE-8A05-9FB48F2D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多多良小伞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6415C37-895F-4210-AC30-80AFAAEB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多々良 小傘 / Tatara Kogasa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9D53A55-9833-4C7A-9B0C-8E6CAE02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B3C5F4C-5EC0-4F00-B70D-E7192E79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被人遗忘后成为妖怪的唐伞，属于付丧神。她性格开朗、亲近人类，以吓到别人为乐。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92CB85A-D84C-417A-868C-03390333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408835-15A1-4682-A4E7-7073AAE7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伞妖 · 星莲船的二面Boss和EX面道中Boss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68597CF-A4BD-4FAE-ABBE-0C14238B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7CEDF79-1395-421F-BD2A-44E3E80F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6424E58-2D57-44E5-AE8F-73AF9F0C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6A0932A-588B-450A-96B3-FDEB60CD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09E2798-AEAD-452D-BD45-95E0A1C8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90AAD7A-F867-4A0A-A997-D3B4376B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惊吓人类程度的能力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840A245-830C-4E43-B968-C1CDCFB6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42C8F73-7F52-4CD4-B35F-729E79E2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19B43D5-AB6E-43E3-B2B8-83C13E02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ECC259F-AF8F-46D3-902B-F74729C4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2E55B28-F11E-4AFD-B457-BF9633A5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B022554-59A0-4BEC-BAAC-B97398A6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C03AA49-06A8-45FF-901D-53BE105D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12B8660-26E2-4BE5-A8B1-A5D4D85E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063</a:t>
            </a:r>
          </a:p>
        </p:txBody>
      </p:sp>
    </p:spTree>
    <p:extLst>
      <p:ext uri="{BB962C8B-B14F-4D97-AF65-F5344CB8AC3E}">
        <p14:creationId xmlns:p14="http://schemas.microsoft.com/office/powerpoint/2010/main" val="163971098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5752D1-C526-4715-A1DE-1E5B1051E5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db8069ff54011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708DB50-B790-4CB6-9816-6C9C9A08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B80A0AE-29BA-4F6F-8EF7-DA26F2AE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B9BB09-9486-450C-8695-232BD1FA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450E148-2A9C-4855-AC27-4A549E56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云居一轮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739E526-57C2-496E-97D3-E1F23E4F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雲居 一輪 / Kumoi Ichirin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6704522-BEEC-45A6-AD88-8B406D36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E38CACE-AE58-4B90-8C14-0D1F7CC2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命莲寺的妖怪僧侣，能驱使入道云山。她与云山相互守护，也一同参加弹幕对决。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C7415EB-350F-41A5-A2DC-C00711B9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46EF110-ACEA-4E46-943A-EEF1999D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命莲寺的妖怪僧侣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4EE1965-48F7-4DF9-8548-6B9BB01C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D1E33CE-7B86-41D3-86CE-369CCFE5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7B7B2C8-BE36-4E7C-AAC7-403174B3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0BF32D8-FBC8-4053-921E-BF1E65B3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EA453A9-D80B-4C4D-8D02-F2EAE668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58BB5E6-4EFD-4970-A84B-3A59BB57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驱使入道程度的能力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BEDDB3B-A5E9-4637-9A30-03952DCC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26A4023-256A-49DA-9463-843EB3E2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CBA635D-6CE0-4CD6-8AF0-7E82431C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6A04371-DD8F-470D-80E9-B0015519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9E56D870-2E4B-44B2-9447-65CE31C2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CAF1FCE-30B2-4C71-A4FC-F912D6EC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1F67543-E70D-439A-858D-670919D9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云山／圣白莲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514D377B-B919-448E-A4D1-3BBBEEA8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4F64E26-4D71-4359-BC35-773EC692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064</a:t>
            </a:r>
          </a:p>
        </p:txBody>
      </p:sp>
    </p:spTree>
    <p:extLst>
      <p:ext uri="{BB962C8B-B14F-4D97-AF65-F5344CB8AC3E}">
        <p14:creationId xmlns:p14="http://schemas.microsoft.com/office/powerpoint/2010/main" val="2049522007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3360D6-6BF6-43B5-A4CE-12ED0ADBF8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d9e8e6e0e46c7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CCB364A-E441-42B9-A525-3DA546CD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F82E0B9-67FF-4AFD-8547-1AF4A323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2244F9E-3E7A-4876-9912-0E98CC7B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3015292-BE82-4225-AE8B-48296E70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0D2705-3DF5-4E92-A2E0-1CAEFFCF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雲山 / Unzan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46D8B7A-0AF8-4482-840F-62583666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C6B7853-7229-43B7-BDBE-8768E7E3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由云变化而成的入道，性情寡言，守护着云居一轮。能够自由改变自己的形状与大小。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060AF4-35FA-460D-A203-33C51181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61A7D58-6E69-43B5-85C5-520EC2E0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入道 · 守护一轮的入道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5A8DBE7-039C-4507-A9D6-3B18FF83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37A862C-AD9D-454D-9A43-ED9E880A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3D1B5D-8D7A-4A41-B064-69955A11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4AE799D-DB7D-423E-A478-32181B36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383D460-32F4-4F71-86AB-50E8D767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6F386C8-C804-4F54-9338-07EE4A16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自由改变形状与大小程度的能力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978EADE-95C5-44B5-AA6A-A7D7776E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EAA364B-9E59-4060-9057-82C2016E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5E7F433-BF55-48AC-9850-C424F623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DCE3B1A-DA12-4E67-9D32-F5EC178D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76CA61A0-2F85-4934-B46B-C167D774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53BA2A5-E205-4AB0-A7F9-AB4E7971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5C26AFE-09C3-4839-9161-80E57889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云居一轮／圣白莲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A477CDEF-AB29-481F-81DC-1F1DEFD7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A9C1B1E-1618-44BA-AA3D-CBE14605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065</a:t>
            </a:r>
          </a:p>
        </p:txBody>
      </p:sp>
    </p:spTree>
    <p:extLst>
      <p:ext uri="{BB962C8B-B14F-4D97-AF65-F5344CB8AC3E}">
        <p14:creationId xmlns:p14="http://schemas.microsoft.com/office/powerpoint/2010/main" val="38189365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BA3E53-FB24-4CCA-A88F-4A2C2B2EAE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607c424234dd3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D102A78-A8D5-403C-A746-4F7544A4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7E5E78A-930A-4112-8151-C4CDC75D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FB9BB4-A95C-4CD9-8504-A32A4B51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5655396-445E-446D-9023-69AE7A34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村纱水蜜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C971741-D4AF-4DDA-9A2E-74D747E5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村紗 水蜜 / Murasa Minamitu，Captain Murasa Minamitsu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DA5CE8E-8060-438A-A39D-AE9824F9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6E2112B-2C8D-4B26-89FF-69213E2F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圣辇船的船长，是引发水难的船幽灵。她性格开朗、十分健谈，平时住在命莲寺。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6600411-C458-49C8-9731-9D076801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168F2CB-403D-4857-8449-84B8C829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船幽灵 · 圣辇船船长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7534B2F-13DF-4D22-8790-52F2A257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29074A2-68F2-461C-9CFE-AD01C090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336CCE3-0282-4562-B22E-B009E0D5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圣辇船／命莲寺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4E7DBC3-18A8-4C93-A4A0-EB8C48C1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F9DE414-DAB4-43CE-8FEA-64B2940C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525ED48-7DF9-4CF0-82C4-A11C378F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引发水难事故程度的能力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BF70171-F9C0-4E5D-973A-ED4C1860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9212243-CE4F-41BC-85BC-3B937C1E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F593DEA-3DCA-404D-99B6-2B19A26D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34583EF-6491-464A-BE50-90155CC5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6462CB1-4ABA-4266-A0FA-05E2DA66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22B1587-16EA-4704-BE0E-A024E059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2574DC8-E72D-481E-8923-CACFE8A2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C5ED9CE-3382-4814-B6FA-4AC93DB0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066</a:t>
            </a:r>
          </a:p>
        </p:txBody>
      </p:sp>
    </p:spTree>
    <p:extLst>
      <p:ext uri="{BB962C8B-B14F-4D97-AF65-F5344CB8AC3E}">
        <p14:creationId xmlns:p14="http://schemas.microsoft.com/office/powerpoint/2010/main" val="71667521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304B7A-3DE2-4659-8323-D7547E73F6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ebe05c6c0412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43928DA-5C65-4F5F-BEEB-9D4BCCCC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0C13108-8CC0-4322-B199-5C0AAA33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86C7E8E-3892-4C14-BE85-80696664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0439F4-CC7A-42F1-8E48-A2F6D687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寅丸星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00CBCC2-DCCD-4D0C-AE72-CD1F8737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寅丸 星（とらまる しょう） / Toramaru Shou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084CDC2-86D8-4951-AF14-810F740E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C1FC4BD-AF6C-46D9-8AC3-47822C22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她是山上巨大的肉食动物被人们畏惧而变成的虎形的妖兽。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85132D7-ECA3-4BD5-9E23-31E4CBCA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93B8CB5-ED20-4D6B-A6D1-ADFAFF68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妖怪／妖兽 · 星莲船的五面Boss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24F2AFD-3042-4022-9080-1661E5BB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6A0CE7A-CA8A-4DFE-A584-2415E6A2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4478795-CFF0-4C8B-86F3-267DEB89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F086212-5939-442F-BBBB-F7A4F8E6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83007E6-6D72-4DAA-AC47-4C73D8EA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618132E-02C4-4C33-950B-6BF04870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招财进宝程度的能力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D846328-D662-47F5-AAC3-BE8D013D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FEC0E03-FC91-48BE-AB73-844DAC0F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CABF56F-2717-4DA1-B294-20FBA11E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6E786FD-EDFF-4AB4-968B-7D33C136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EE7EFB7-138C-4D1F-A633-BC6863BB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0EFA56F-B536-4FCD-9892-72D6CC99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C58900C-81F8-42C7-B700-EE70DCB2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DF7AD63-FFCA-4101-BD50-1BAE2853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067</a:t>
            </a:r>
          </a:p>
        </p:txBody>
      </p:sp>
    </p:spTree>
    <p:extLst>
      <p:ext uri="{BB962C8B-B14F-4D97-AF65-F5344CB8AC3E}">
        <p14:creationId xmlns:p14="http://schemas.microsoft.com/office/powerpoint/2010/main" val="77158864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D99EB7-2F31-4638-A1E0-D6BA988547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68ba9b19c4304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F3505FC-0E9C-48DE-8F5D-49827F4D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6F4BFA7-59F6-497A-88D1-25EBB85B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3225E6A-CDEB-41FD-AF28-63F153B6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A407B4C-2AA7-4525-B390-744CFD1C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圣白莲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4A0896-FB5B-4AF2-BB71-D1FC2050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聖 白蓮 / Hiziri Byakuren，Hijiri Byakuren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ECB55E0-7AC9-470B-BE4E-AB5CF569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511ECB9-4C0F-4774-95AA-63769D30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原本是人类的僧侣，后来成为魔法使。她站在妖怪一边给予帮助，因此受到妖怪们的敬仰，也曾因此被封印。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A3F9082-0E9B-424B-99CB-D76F35AF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F0AE17A-8F10-4C9F-BC65-2B654C08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魔法使 · 命莲寺住持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3B15589-23FA-431C-8FEB-76E63C41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4968244-5638-4553-BE66-8EBB4CAF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14F2CB9-0215-4F57-B230-621C4F8D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639BBA0-AE60-4D88-A628-D3069836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4413290-DE3F-481C-8452-49E6E9BA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03BDA85-D507-4731-B7A1-AFE9BC62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使用魔法程度的能力（增强身体能力）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F7A8087-64E9-4A69-970B-C5F182A0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6687EEC-7D68-47CE-B527-92F44C03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4A7BC9C-3048-4196-B6F5-B908A40D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3F4D5AD-323A-4D3C-A0EB-B5639133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AB022BD7-597E-41FC-91D1-33230E6B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9494F03-5A3C-4B67-8B64-2977C3C6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525647E-6DCF-422D-AE3D-B96BF67E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命莲寺众／寅丸星／封兽鵺／丰聪耳神子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9D0A662C-324C-4505-9F20-65E2145A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CD2BFFF-32E9-4325-AD0E-269E10E2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068</a:t>
            </a:r>
          </a:p>
        </p:txBody>
      </p:sp>
    </p:spTree>
    <p:extLst>
      <p:ext uri="{BB962C8B-B14F-4D97-AF65-F5344CB8AC3E}">
        <p14:creationId xmlns:p14="http://schemas.microsoft.com/office/powerpoint/2010/main" val="57440776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F1B27-97F0-495E-B669-0B86296F92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57bd8ca8b4af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79EABE6-CC14-4992-A014-641ADF85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968A41F-09A1-438E-9800-CD8BBC47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CC084E4-19E8-4C94-B3D5-56B0625D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6144D67-3873-40B0-B6B1-54E025FC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920652C-2620-4ABB-BF91-0E321349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ぬえ（ほうじゅう ぬえ） / Houjuu Nue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8BBF7B3-E495-470C-BF46-72E17137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541F63D-8408-4B5E-8F25-016E7022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她是十分不可思议的、真相不明的妖怪——鵺。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EC06A61-2D47-435D-AC24-1CC22C65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BBE3B6C-A2F2-4D66-8266-2D375F95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鵺 · 星莲船的四、六、EX面道中Boss和EX面Boss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EE6890A-62F9-4D4E-BC26-E80A4249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9BE1FF8-0085-415E-BF1A-BAC36388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6AC1086-D97E-4D03-AE70-6511EED1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310856B-A5C3-43CD-9BDE-B4B094AA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7AD3F94-EA4B-4F21-9C55-BE0F5D87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D77B29C-A656-4A93-ABE5-D1B8A33C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使原形无法识别程度的能力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C1CCF82-58FC-4017-82EA-1FC1DA4B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EFBC266-9B46-46CA-A55B-E90A7DF7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99F3FDD-9AC6-4855-9620-913C172A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4407A2E-8806-46A3-9CFA-26006C88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094F9A7-79F7-41CC-9B35-B0330DBE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9FEA208-4C9D-4A05-AC4C-1AE0D31E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9B5B49F-9DB4-4172-8D61-758803CD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689F6A2-02BF-4758-B110-DDE0E331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069</a:t>
            </a:r>
          </a:p>
        </p:txBody>
      </p:sp>
    </p:spTree>
    <p:extLst>
      <p:ext uri="{BB962C8B-B14F-4D97-AF65-F5344CB8AC3E}">
        <p14:creationId xmlns:p14="http://schemas.microsoft.com/office/powerpoint/2010/main" val="40048318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0266F8-0A3B-479D-A077-09A1788D10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1c6ea86884d0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B72F8B7-5D96-4D9B-BA4B-8510E733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C70FAEF-DCDE-49F6-BEDF-1F22EDA7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BA8321F-42AA-432D-9BBF-C62868FC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91D7EC-0FA9-4B2F-99E1-EC7688E6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姬海棠果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8D43B2-13E7-4C65-B4FB-2F98476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姫海棠 はたて（ひめかいどう はたて） / Himekaidou Hatate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DDB4687-32C3-49C4-87E8-DAF2CBBA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7B3BAF7-BC46-454D-93DC-45F6E600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她是鸦天狗，是新闻《花果子念报》的作者。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97016C-EF29-48B2-A4B4-82D2666C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2F29D46-72FC-43F7-94FE-94C2EB2A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鸦天狗（文花帖DS）／天狗 · 《花果子念报》记者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03FFFE1-3415-4699-B6D0-5229CAD9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ACF91CA-2F6B-43E1-B255-5A7C4BE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4D89701-39E5-44FE-83C7-14F19916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妖怪之山／花果子念报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564AD37-F549-4B9A-B9E4-9D24AD02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7CA95E1-4710-4618-8175-349BB1B4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3E12513-AEF4-4CC3-8291-19AFD038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使用念写程度的能力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F4E88EB-1038-4B65-8902-1AE8EFA8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387727F-F79E-4605-B769-70ACD6D8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34BCF3C-CCFD-437B-885F-C1A99E8A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东方文花帖DS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4187875-56E5-4198-83FA-7AB66C56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351639A-D79C-46F6-B492-86F9C239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EBBED04-9834-490D-BB98-277D1B62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东方文花帖DS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1D0282B-1971-42EA-A9C7-FC1E5CAF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C4877CA-61BF-4AB4-AA35-972D21C5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070</a:t>
            </a:r>
          </a:p>
        </p:txBody>
      </p:sp>
    </p:spTree>
    <p:extLst>
      <p:ext uri="{BB962C8B-B14F-4D97-AF65-F5344CB8AC3E}">
        <p14:creationId xmlns:p14="http://schemas.microsoft.com/office/powerpoint/2010/main" val="189678637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3AD67-A4FC-400A-89B6-FF1437AB62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20258214d4cd3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FB2DBB3-F6B1-461C-B954-56FD8AFE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946D515-537A-42C0-9736-B3F08F9F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557E309-A9CB-4B8B-8ED1-01E793F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6369FFD-9060-4531-866C-9F16CC26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桑尼米尔克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27C4397-5BC1-4309-BEBE-5962D8D6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サニーミルク / Sunny Milk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551D4F6-EB81-4BF2-9743-C1B599DB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151BED-C4F6-4E90-AE98-64788FDD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她是日光妖精，从不知道什么时候开始她就居住在了幻想乡当中。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E77F8A8-7075-4278-A1E3-B014563C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9F6906-BBBE-4C1B-A4F4-8A84C2C9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三月精系列的主要角色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A71BEF2-7222-4171-AE63-B9CFFDAB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45F2A8-DA22-4D1C-A9AA-08DD2E3C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40327FE-01E1-4938-9A45-FE8BB6EC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折射光线程度的能力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AE2D7B9-9B5E-4454-B691-F0C8886E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161B443-5FD4-42D0-A1B9-9A385290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734BCA0-5DC6-45F2-B819-12975A10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FDDA055-6C3F-471B-8C32-24BA23A9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3E50A41-652B-406D-B494-B0D3C56B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8103A49-71E5-42F1-8794-3B164BF2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C062160-32FD-49FB-955E-1D2EB64D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57C82CF-9B1A-4AC2-9CF1-EEFB9235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071</a:t>
            </a:r>
          </a:p>
        </p:txBody>
      </p:sp>
    </p:spTree>
    <p:extLst>
      <p:ext uri="{BB962C8B-B14F-4D97-AF65-F5344CB8AC3E}">
        <p14:creationId xmlns:p14="http://schemas.microsoft.com/office/powerpoint/2010/main" val="1374882157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269D8-2A6F-4710-81C2-0AB13F41E7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88ee8077a4ec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C86B8BF-3E17-4E8F-A74A-3480636E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1B72C0C-53D1-4F62-9723-A40FAE45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642FBF1-EFDD-444C-A680-D40E116A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439F5C9-8DE5-4144-8BBF-86E9A2FC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露娜切露德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F377786-5E38-4C84-AF94-6B36EA5D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ルナチャイルド / Luna Child，Lunar Child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604AB84-3E8F-4F56-B6BB-FA8A29D6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E37932F-D3BF-400D-B920-03447DCD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她是月光妖精，从不知道什么时候开始她就居住在了幻想乡当中。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7A21582-DF74-44EC-A7DA-73BC6F2A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6A05B83-38E3-46AC-805B-2116B5CE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三月精系列的主要角色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15367D6-09CF-402A-BF21-F18F71C8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EB0F4D8-661A-4989-A673-138F70ED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2CD168E-9A38-456E-8449-C2A25381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消除周围声音程度的能力 消除声音程度的能力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985FB2B-409E-4F06-B2EE-5696CE9D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9DE5255-8F5D-4AB8-B715-D6EE550B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D6A20FC-41D9-4261-9013-EBE0FAE6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9B87B9A-4F8A-44D1-8AC5-A0B6F4CF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C30DE66-33CA-43E7-9C23-13EEBDD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BC3837A-8BC8-4920-8732-C4E74A52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3635AA3-7F17-4EB0-AA94-D4D58934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6ECB220-6AF3-42C0-A7AE-FE6F2CCA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072</a:t>
            </a:r>
          </a:p>
        </p:txBody>
      </p:sp>
    </p:spTree>
    <p:extLst>
      <p:ext uri="{BB962C8B-B14F-4D97-AF65-F5344CB8AC3E}">
        <p14:creationId xmlns:p14="http://schemas.microsoft.com/office/powerpoint/2010/main" val="10009197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219D2-A44A-421D-A792-DD909AADCF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e5147d58c4e7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B72C372-73EC-4C99-A5DB-923827A9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B0A5CA9-DC2C-468F-BC9D-3693F4A9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0E07F7-F6FC-4B28-A957-5EFA0329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F5267C-E8AF-44E1-8286-5E622219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斯塔萨菲雅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37D9583-813A-4468-B934-74D52A93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スターサファイア / Star Sapphire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887CA05-ADC0-49A6-AE39-53070B62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7E023C-45B8-4206-BA50-2C8E88D4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她是星光妖精，从不知道什么时候开始她就居住在了幻想乡当中。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F4D8997-780C-4C09-BC52-D333529A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6C4C36-A6C3-4995-B93B-7252CD87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三月精系列的主要角色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A1903E7-7738-438D-8624-71B5B825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DDB8115-F15C-49EE-B40A-C69282B9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7295E20-704B-4B03-9D20-82DA6862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感应到活动事物程度的能力 感知生物程度的能力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57D8A5C-CEC1-4D98-A8FA-8EC04C3C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4ED5400-E6B8-4EE0-A49F-C9569BCC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5A3012E-171E-47A7-9D7A-660CF637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EE9CA66-3590-49BC-8814-F40E99B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C7487FA-8ECD-4D2B-9ADD-DF366B13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EB79303-8940-433E-BCA9-9516EBA8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B41D2D6-330A-4DBF-82EC-11F566B0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2444D57-2DA3-4673-AC7B-BBCCE958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073</a:t>
            </a:r>
          </a:p>
        </p:txBody>
      </p:sp>
    </p:spTree>
    <p:extLst>
      <p:ext uri="{BB962C8B-B14F-4D97-AF65-F5344CB8AC3E}">
        <p14:creationId xmlns:p14="http://schemas.microsoft.com/office/powerpoint/2010/main" val="86262676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D7E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aper">
            <a:extLst xmlns:a="http://schemas.openxmlformats.org/drawingml/2006/main">
              <a:ext uri="{FF2B5EF4-FFF2-40B4-BE49-F238E27FC236}">
                <a16:creationId xmlns:a16="http://schemas.microsoft.com/office/drawing/2014/main" id="{654C7244-C4B8-4F6E-90E5-B2577FE0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F077048-23D7-4309-BB02-35DB3EB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9E3D93A-3651-40A3-8D7C-30B9DF5D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pPr>
            <a:r>
              <a:t>VI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DA5DA3E-834F-446F-A87C-FE6A130E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F168FD2-52E8-461F-95E6-6144DB4B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 · 辉针城 · 深秘录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DA21AA3B-E604-4C93-915F-23EE2962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CA5BE1-17B8-4102-902E-B0D675FF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17名角色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1A2BF46-256D-458C-8EEC-F963F6DE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29553CFB-A31E-407A-940B-F21CC762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11CE293-DB8A-4A9C-BDEA-52C8AB8F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074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BC242B3-A28F-431B-8BAE-A8FD8E26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9D88861-1242-4787-9EF7-86A7BCC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幽谷响子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827BC8C-FF69-45B1-AA54-35A453A3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幽谷 響子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128C8C9-E2BD-407D-8A2F-80AE64CC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981F5F3A-8557-4661-9603-6784FEFF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30A52AF-D6A9-4F7B-8571-A87FC6AC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宫古芳香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BFEF194-3CDE-465C-BC15-ED39B01D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宮古 芳香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F5A473ED-E4E0-43D5-A41D-33D40FD0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5F482DCC-36C7-457D-B017-22537269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B4C34A8-F5BB-4297-AE13-984EDF59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霍青娥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9CC9EFB-05B0-4AF6-8A72-CA58DAFF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霍 青娥（かく せいが）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878BEC22-782C-40FE-943B-A14DC80F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57B85EE-7F77-47EF-AC05-F19E6205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1EC0920-440C-454C-B92A-5DB03B4B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苏我屠自古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7A27133-355E-408B-A9AD-D1608F31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蘇我 屠自古（そが の とじこ）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7225943B-2997-483D-AC7B-15D6D2C0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77020E95-DFE0-4FB9-81FD-B8648DA0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8633DF7-500A-4896-A129-2FA81E12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物部布都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7098185-2239-47D5-AB48-BAB252C7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物部 布都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89ED9A0B-7254-4DD2-8BF7-A328A222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27B67FDC-8377-45FF-A034-5D6F7849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827F745-6CDF-4EC2-A4F6-0A9A8717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丰聪耳神子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14231D4D-E61F-45EE-B8E1-75C7E88D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豊聡耳 神子（とよさとみみ の みこ）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26F63B0A-749B-4C06-9C15-C43EBC8E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20290F79-D8FC-4564-8812-29407D4E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02FA5B0-EC82-4309-953C-924CDE0A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二岩猯藏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4C39B599-8B35-4035-9E85-FF0424A1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二ッ岩 マミゾウ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9EAAD62D-5DA1-4DED-9A6D-54C50598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68624E1A-A611-4FDA-9B0E-27FB836D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7D7F30ED-BF88-4CE1-A243-1DA4FFBD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秦心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273A5F10-1987-454D-834E-9A3B538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秦 こころ（はた の こころ）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8882CD38-4A39-4B2C-AE81-A1077F3B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7D4CAF7A-FF9F-4050-9878-171E1ED6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57E80B03-B413-4307-8BCA-552BC17D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若鹭姬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8C2A28BE-40F7-4DCA-B614-E77149DF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わかさぎ姫（わかさぎひめ）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774A622E-A8A1-46B8-B6E7-BA63C12C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FD54E4-8752-417E-AE9F-5EB3B45203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74818519743ab"/>
          <a:srcRect xmlns:a="http://schemas.openxmlformats.org/drawingml/2006/main" l="27000" t="6000" r="13000" b="55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17DB02-E9D0-496B-AA12-93967A030D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4fd2ffa9f425b"/>
          <a:srcRect xmlns:a="http://schemas.openxmlformats.org/drawingml/2006/main" l="30000" t="4000" r="12000" b="53000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479737-4E0F-4828-84E0-77C53BA706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4b13e6ce84c83"/>
          <a:srcRect xmlns:a="http://schemas.openxmlformats.org/drawingml/2006/main" l="20000" t="1500" r="17000" b="51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DF722A-F7FE-4C61-993F-E30C694D9C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dbbf1b7eb442d"/>
          <a:srcRect xmlns:a="http://schemas.openxmlformats.org/drawingml/2006/main" l="24000" t="500" r="21000" b="57000"/>
          <a:stretch xmlns:a="http://schemas.openxmlformats.org/drawingml/2006/main"/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2C861C-46D3-406A-8CA2-6CF6F5D79B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da4c6c1ed4eea"/>
          <a:srcRect xmlns:a="http://schemas.openxmlformats.org/drawingml/2006/main" l="28000" t="0" r="17000" b="55000"/>
          <a:stretch xmlns:a="http://schemas.openxmlformats.org/drawingml/2006/main"/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FB7AD0-A167-4B6A-99CC-EB403F99EE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8383f385845ac"/>
          <a:srcRect xmlns:a="http://schemas.openxmlformats.org/drawingml/2006/main" l="42000" t="13000" r="8000" b="590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C98447-8240-4196-A87C-B4148A2775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0cac9c367484f"/>
          <a:srcRect xmlns:a="http://schemas.openxmlformats.org/drawingml/2006/main" l="25000" t="2500" r="24000" b="50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26582B-D42C-46BB-8334-7AF72ED065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5d36b690b4ada"/>
          <a:srcRect xmlns:a="http://schemas.openxmlformats.org/drawingml/2006/main" l="23000" t="5500" r="23000" b="50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D1A8975-1156-44A0-8697-CA1615EF3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35289fd22412b"/>
          <a:srcRect xmlns:a="http://schemas.openxmlformats.org/drawingml/2006/main" l="25000" t="7000" r="22000" b="50000"/>
          <a:stretch xmlns:a="http://schemas.openxmlformats.org/drawingml/2006/main"/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76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D7E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AC92D4FD-6EE2-4CA2-AA12-5BF6682A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49EB1CF-0182-423E-B0D4-71D28F94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80D544B-C8DC-492E-BC67-0B39AD24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pPr>
            <a:r>
              <a:t>VI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00E1F65-9F18-4B3C-B3AA-6BDE9A7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965035-7336-40DD-8405-13AE847C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 · 辉针城 · 深秘录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45D9FB5D-8B07-4BF9-8A7F-F6DB5037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3BBAE26-D13F-4635-92C9-E8AEB5C4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17名角色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E6330F9-9AFD-4C9C-986F-15C4F26C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812B1724-4EA0-4DAF-BACF-9B6DD37F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B9601C2-42E0-4C11-BA1E-3F761B80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075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7095126-FCB6-4D25-8A99-20F75EDF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43FEBB3-068E-4BFA-BADC-7B38571F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赤蛮奇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CDC9FA1-2F23-4FE1-BC45-38B3C225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赤蛮奇（せきばんき）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F0FFB2A-A1E9-4116-81A9-BCFBD6A4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3810E730-3D0A-4BC1-8BE3-0EAD78BE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ED7BFE0-3121-45C2-89F2-C7B924A5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今泉影狼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83D2320-4A0B-453B-9F58-C6E4713F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今泉 影狼（いまいずみ かげろう）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0ADDD0EF-577D-4B42-9840-589BF674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F8EF2799-9FD4-4E27-A70B-44DDE9DA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C938668-3DBD-454E-A32C-F32CFAA8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九十九弁弁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B381B12-D351-4828-B537-B4305641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弁々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F73E11DA-9196-4106-B79D-73241D44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82B265C-EDAC-4588-9B14-1BFFBE17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9780376-0929-467D-BFC5-6FEA0216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九十九八桥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0E059F5-6895-455F-AF45-C4E1E74B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八橋（つくも やつはし）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4DFCE824-DB14-4E30-BD10-E9C07765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2C564C3C-9698-4782-A08A-AFA58AFA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3310034-E543-4761-9A53-290A9C0C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鬼人正邪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BFE25472-35C5-431F-AEE4-E74E7D73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鬼人 正邪（きじん せいじゃ）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A5A3D200-79A4-4C3A-A283-09C6F0BC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B4BD147B-35FF-4728-A297-20F6F3E9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1D9FF27-90D6-459F-8534-49559823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少名针妙丸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D0E36AD4-3CEE-48E7-9D7B-00D28F17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少名 針妙丸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1A5E3937-5ADB-46C1-9CA6-6CB019B4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2DA2E13D-28A6-4A91-83F7-FD9B7003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D66E2DE-BED3-448E-9DA4-3444B764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堀川雷鼓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E3922A9-9A54-47AE-AB6D-06B634B5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堀川 雷鼓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B9258BF1-471A-44C0-8724-9743A957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A6829F08-CD33-4C4C-8EFD-318CE7BB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07D27476-3564-4C7D-B098-8452431B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茨木华扇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FA844430-5DF9-49E7-B848-B6DBD70A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茨木 華扇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273797CF-5C42-4272-B5E0-043ABC27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39AD71-3BBC-4CC9-8B95-2FE63A5DDD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8d8a6f747462f"/>
          <a:srcRect xmlns:a="http://schemas.openxmlformats.org/drawingml/2006/main" l="22000" t="5000" r="16000" b="47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FD24DF-60F0-4621-A28D-6E6C4F429A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1f2343663495c"/>
          <a:srcRect xmlns:a="http://schemas.openxmlformats.org/drawingml/2006/main" l="16110" t="500" r="29110" b="52000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6522F2-3782-4099-9FB4-4B93D7E6B2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95b3851174469"/>
          <a:srcRect xmlns:a="http://schemas.openxmlformats.org/drawingml/2006/main" l="27000" t="8000" r="24000" b="54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791F6B-300C-499F-A4B7-E8B224A9D7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36de079ab4915"/>
          <a:srcRect xmlns:a="http://schemas.openxmlformats.org/drawingml/2006/main" l="27000" t="6500" r="25000" b="53000"/>
          <a:stretch xmlns:a="http://schemas.openxmlformats.org/drawingml/2006/main"/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DD8852-E22C-43E1-B1F5-8A8BD507F5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668ab3db44f2e"/>
          <a:srcRect xmlns:a="http://schemas.openxmlformats.org/drawingml/2006/main" l="21179" t="5525" r="34622" b="61326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61B12A-62D5-431C-8A57-BC773F7474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8f2be4eda4851"/>
          <a:srcRect xmlns:a="http://schemas.openxmlformats.org/drawingml/2006/main" l="25687" t="1500" r="20687" b="52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C8FA56-C819-4A32-A417-64862FBA47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61bab8e434a7a"/>
          <a:srcRect xmlns:a="http://schemas.openxmlformats.org/drawingml/2006/main" l="22000" t="2000" r="27000" b="58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FFD912-A334-4932-B4EE-7005406788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ed0c755074505"/>
          <a:srcRect xmlns:a="http://schemas.openxmlformats.org/drawingml/2006/main" l="33000" t="3500" r="20000" b="56000"/>
          <a:stretch xmlns:a="http://schemas.openxmlformats.org/drawingml/2006/main"/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770847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42668F-9FB0-46D2-A47F-BE4522D982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71267c8464ee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F75219B-2ED9-42AE-A3CC-EE78058F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D301733-1663-4C45-90B2-F244315A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EA4A499-9F55-4CD0-80DE-6F8F6DC9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7BE91A8-87E5-40A5-95C4-EEA9F7E8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幽谷响子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1902D34-71CB-41F4-A601-177DDE5D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幽谷 響子 / Kasodani Kyouko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5057C8D-7029-4BAD-B4EC-B3569D77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BD8E59D-5A37-41E5-8D54-5337DAE2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她是山彦（也称幽谷响），一种嗓门很大、会在山谷中正直地响应声音的妖怪。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6C1D831-6998-4AA9-BC59-FC346035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EC1C313-3F6E-4A76-BD6C-8712809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山彦 · 神灵庙的二面Boss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873FB1D-1B9F-44B6-ADA5-DCA704F3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63A1F0A-56AD-4B4D-B9FF-25DF3DF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6D057CD-9293-4787-AB22-151F45EA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F38D235-74B8-45FD-8E25-40215136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7586647-2B4E-44F3-8BF9-FA4A384B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3AC2297-53F5-4C5D-A77F-3449F2CE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反射声音程度的能力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F221005-25AD-4351-8E35-08E389A5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BFD7A0F-89C2-4FB5-A4EA-BD11E317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471DEA1-213B-458C-854D-06B655A5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DE4E7AE-B4EF-4766-9B5B-06BD2327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54D0AC5-1B9F-4636-BF81-8B879A5C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77F03A3-D9A6-4800-834A-E244E911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E2A0E84-DA18-42C6-98FE-DDF290AA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1A08A52-BD9B-46E3-9561-AC536691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076</a:t>
            </a:r>
          </a:p>
        </p:txBody>
      </p:sp>
    </p:spTree>
    <p:extLst>
      <p:ext uri="{BB962C8B-B14F-4D97-AF65-F5344CB8AC3E}">
        <p14:creationId xmlns:p14="http://schemas.microsoft.com/office/powerpoint/2010/main" val="83506966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455175-807C-48DF-ADE6-EFF7FFA9A6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b100019694c5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D5E7E92-AC39-49DC-A5B6-788E8C9A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09689EF-6783-497A-BEB5-737B41D0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07FB4AA-5185-4B5C-8E91-47A8F136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C5DEED6-D83E-4D09-9373-BB39A246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宫古芳香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5FF0009-446F-40B1-B2F0-07060BE1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宮古 芳香 / Miyako Yoshika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D9757E0-5DC9-42D0-81AC-0833DC55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F8A0023-ECE0-484D-9E52-5F216BB2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她是霍青娥操纵的僵尸，本是日本古代的尸体，现在在青娥手下当差，是青娥的所有物。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5C67BA4-EE72-4CD0-B8B8-DE9FF37E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E9189B9-690A-4929-90C0-7BEB415C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僵尸 · 神灵庙的三面Boss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40C111D-9CB2-4DFA-A3B8-82DEBB15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A872CC2-C32A-4C65-B730-9FADCFEF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E5E333-7EF4-4ED5-BD27-AE919485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6720FE1-AAF9-4558-B97D-BAF3AC4D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C86298B-F735-46DA-B858-9445DB2B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EA26898-F691-4ACE-B255-6B1F793E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什么都能吃程度的能力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14FD52F-8113-4ADB-BF36-C666E161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2AF3AEE-E022-457B-99B0-18FA4DA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5CDC88F-6CFD-42AB-AA5B-BE8B15B8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7E96BD6-CCD5-4872-AAC3-8DB46552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2507B32-0CD4-4945-8C1B-24CB489B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5D19011-C3BB-4860-A230-9843B441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340DA72-4DA8-4202-BD5A-74EE0775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4A4BDAD-C3B1-426C-94F0-65AE0899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077</a:t>
            </a:r>
          </a:p>
        </p:txBody>
      </p:sp>
    </p:spTree>
    <p:extLst>
      <p:ext uri="{BB962C8B-B14F-4D97-AF65-F5344CB8AC3E}">
        <p14:creationId xmlns:p14="http://schemas.microsoft.com/office/powerpoint/2010/main" val="1509943121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F0F91-2CD0-41E6-A4AF-25369A3E57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865eb11074c07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881C9FC-646E-41A4-A8A6-8B9C859D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29FDC3D-9AC6-48D3-AE7C-E15EBFDE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2628BC6-655C-45C3-8454-0CBFB310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BC0DC7-A41B-43C3-95B0-084864F9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霍青娥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A83C40-B367-4141-AB77-B71DDA53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霍 青娥（かく せいが） / Kaku Seiga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7B2C115-ADAD-4B86-B4E7-C30A495A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13B3C1-9085-4112-A666-D2717863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她是邪仙，是少有的活了一千年以上的仙人，因为思考和性格过于邪恶被断绝了成为天人的可能性。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84BAB95-96A9-42D3-8221-EABC8DA0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4E01BEA-5E45-47C6-8068-DCF39E08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邪仙 · 神灵庙的四面Boss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4C554AB-3846-4A96-85FB-2F582001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1CE80F0-1BAA-42C8-9DB0-AAD41496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D31A0F6-BFBE-4660-ABAC-15C77214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4AB873F-15A4-4E6C-886C-520E966C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15D01F2-187D-4CEC-B51B-314CF9F8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15C09A8-092B-4D26-8089-034AE703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穿越墙壁程度的能力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22BA36B-7E41-4CAE-83FF-79F9D18D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BD68F9B-CE7F-45E9-AB3B-EA781495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94E97D8-2839-4474-BD29-07D1528E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E08D093-F9DE-4792-92E9-D1FA004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BB1BC57-2179-42B1-B3AE-A2F4271A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620C9E5-DF4E-4A8C-9D65-925CA870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C56282F-A22B-4140-B0DE-C2D9FC1F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01C762D-CF11-41EF-97D1-762676B7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078</a:t>
            </a:r>
          </a:p>
        </p:txBody>
      </p:sp>
    </p:spTree>
    <p:extLst>
      <p:ext uri="{BB962C8B-B14F-4D97-AF65-F5344CB8AC3E}">
        <p14:creationId xmlns:p14="http://schemas.microsoft.com/office/powerpoint/2010/main" val="24910177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35387-79D3-4D16-B9AE-ED35871192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42c8ae230449e"/>
          <a:srcRect xmlns:a="http://schemas.openxmlformats.org/drawingml/2006/main" l="6037" t="0" r="60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C5B0E50-26F9-4C0B-89C4-BCF11227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D2EA154-DEC9-424C-8067-FA1ED459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71AF848-E2CB-46BF-9C9B-6B0F6CCB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5AF86E-C92B-47DD-BCCF-8795B640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苏我屠自古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1F7857D-D23D-4ECE-8AD4-050C1C15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蘇我 屠自古（そが の とじこ） / Soga no Toziko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CD0A150-FFD9-494A-B673-E37FFED6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943769-1C56-4790-9947-31B045B9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她是亡灵，因为抱有怨恨，性质是怨灵，她的能力也与此有关。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E8CB14E-25D3-4076-A01C-B51C9EB0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6AE4A63-A928-407A-8CCD-719C3FC5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亡灵 · 神灵庙的五面道中Boss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C50A544-70D5-4D8F-9C3B-8F05A8D5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4CFD6A8-2298-42E9-A9EA-F7D8D95B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7A11322-D2C6-4408-8F36-7720FDEC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59B4478-5DA9-4F23-84FB-74BE473A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5207905-B9BC-4E01-A60F-90FA98C3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020EC72-7342-48D7-A0C3-F4042893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引发雷电程度的能力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ECF6183-7061-43CD-A1F0-A6FBD352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37E656B-C109-4252-82F8-D4F4D1C7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24647F4-376F-4CE9-AF06-B3D4ECE9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D7DCB21-5C36-437E-8686-7304F210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A36EB75-AC15-4CD5-9001-8217C15B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D2F1B48-0183-46F0-9865-54C2F726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2375B53-C048-410E-8440-4F480A54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D352254-C0AD-4C5E-A6BB-FD7E981C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079</a:t>
            </a:r>
          </a:p>
        </p:txBody>
      </p:sp>
    </p:spTree>
    <p:extLst>
      <p:ext uri="{BB962C8B-B14F-4D97-AF65-F5344CB8AC3E}">
        <p14:creationId xmlns:p14="http://schemas.microsoft.com/office/powerpoint/2010/main" val="1541211417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F10123-8A26-4114-A597-7A29D74BB5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97cca5f80419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3350" y="228600"/>
            <a:ext cx="4476750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D83FF66-A896-43EA-9131-A56F3902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D8A1EC4-C545-43E0-930F-FD6CBB98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12495F8-E12B-4D3F-9589-A9C683B8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B0C3B1D-51FC-4398-9C4D-D38B8F56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物部布都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D563C81-14AA-4E55-A973-CD502C94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物部 布都 / Mononobe no Futo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64FAF9A-E068-4B2D-BE27-CD3B077A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A9435A5-ABFD-4E77-ABC4-B7CDEF0B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她是古代日本豪族物部氏的成员，在苏我氏与物部氏的宗教战争中暗中穿针引线，侍奉圣德太子丰聪耳神子并随神子成为尸解仙。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3E35C89-0FA4-4B51-B770-C28A2D8F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91B8A3C-ABE4-4DF4-92EE-13F1C8E6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人类？（自称尸解仙的道士） · 神灵庙的五面Boss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C32283E-E3B4-4403-911A-8F114A16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458784E-1583-4BC4-99B7-F727452D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5A02612-1D96-4746-B892-873255BC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914E3A7-F4CA-48B1-8B2B-72495AC8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36BED07-A8B6-41CC-8B73-BA6CFFD3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6C3C1F4-FD76-4485-86B0-98696118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操纵风水程度的能力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38A1BD2-E3C9-4EF5-9CF3-6D5124AE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45CFB6A-0165-4513-AF9C-021F3B9B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20B9924-1570-4CDF-A642-428B93A8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2C8B822-10D9-4150-931A-DB76F628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57C06EB-570C-4229-9B0D-5D97DFDC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C0EBF17-68F2-45D7-A3C6-A0495AB6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733B6EC-B4DE-4832-B8E8-0F47243F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827FF31-4BA6-4D2B-BD01-76692F41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080</a:t>
            </a:r>
          </a:p>
        </p:txBody>
      </p:sp>
    </p:spTree>
    <p:extLst>
      <p:ext uri="{BB962C8B-B14F-4D97-AF65-F5344CB8AC3E}">
        <p14:creationId xmlns:p14="http://schemas.microsoft.com/office/powerpoint/2010/main" val="1756710408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28E9E2-B0D4-4F6A-83B0-802FF93977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4775288364317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54E14D2-5C59-48DA-84D2-16BD521F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F1D04F2-3893-472E-9035-499D51A8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A45BEFE-0284-41FA-955B-D9E4ED9B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BE735C-37A2-4BF5-8C8B-19357E9E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丰聪耳神子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D5980E8-AF47-4FDF-AD93-46CCBE05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豊聡耳 神子（とよさとみみ の みこ） / Toyosatomimi no Miko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BBAF212-0AC3-4855-AC42-BE73A2FE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B9BAC7-2709-4BEF-9B39-159995D6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通过尸解与复活成为仙人的圣人，能同时听取十个人的讲话。她在幻想乡代表道教，也擅长笼络人心。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C265F24-D651-40E0-8A8E-0E740A17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57F90A7-58D0-4976-A750-267AEC56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圣人／圣人（※尸解仙） · 神灵庙的六面Boss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4B3D500-7316-4946-A456-EFC3C35F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AD1CCDF-618D-45D4-A7EC-46CDAAF7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DFBEEBC-F25A-466C-B7B3-7736D06A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1AE0B25-7705-44DD-8B0A-00250671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90AB5AA-EE20-43C1-9305-96D5319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1CF7508-2B64-45F6-AA92-C7B80CFF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同时听十人讲话程度的能力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C4BFB46-4B14-46D5-B8F3-1CBF8AF3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33ECF9B-DC84-40EC-93C4-397FC14F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8A5A6BD-692E-4752-A25D-BB41172C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829EF90-F26C-42F0-80F9-159E5762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33CA12B0-E00A-45EB-A15B-3ACB94CF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2215D9F-07E2-459A-9B9A-3BE19065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F39FAA5-FA80-4F67-803F-747E93C0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物部布都／苏我屠自古／霍青娥／圣白莲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9A439530-7D8E-4D3C-8571-2DE3FBC1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3528889-AE46-4685-9605-7B73F661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081</a:t>
            </a:r>
          </a:p>
        </p:txBody>
      </p:sp>
    </p:spTree>
    <p:extLst>
      <p:ext uri="{BB962C8B-B14F-4D97-AF65-F5344CB8AC3E}">
        <p14:creationId xmlns:p14="http://schemas.microsoft.com/office/powerpoint/2010/main" val="1997212555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FCF85-20F9-4389-B197-9894104899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304f389334ba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D8F2A72-58B9-497A-81D0-9CABDEDB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4EE643B-1642-4E1F-820F-9BBC7107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6BDF9C8-98B3-4D43-8DE2-4D125C22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3609382-7565-4E2F-85F3-3D6AF718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二岩猯藏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30A886-F282-472A-A371-B59E5802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二ッ岩 マミゾウ / Hutatsuiwa Mamizou，Futatsuiwa Mamizou，Futatuiwa Mamizou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25890DA-0821-41E7-95CE-B941FA2D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43B6A1-0B00-4AEB-BE7D-C39D83E3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从外面世界的佐渡来到幻想乡的妖怪狸。她擅长变化之术。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1DAC26-E339-435D-B3F7-81C1CA35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C998C91-BD3A-4EDD-BC03-D7AFDA50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妖怪狸 · 神灵庙的EX面Boss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A536896-EF6E-4323-A09F-6910A620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5347EFA-6E5F-4F5A-ACB7-B548914D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2FB4984-46AB-4DA4-973F-FFC9B1A1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801ACDD-7F47-4C63-BA70-93B2274F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3CD3B39-E26B-4971-A940-A33BB0A0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9180F7F-0A8A-49EB-A275-204B82BE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变化事物程度的能力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4372A63-2393-49E9-8C0D-6756B9B9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7CEF2E6-D1B7-4F2F-A51A-132992E0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CB01DAF-78E9-4B94-B540-AF7B39D3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52B0208-5460-46B1-9274-2D6D260B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D5AC5A6-2D91-4156-B4B6-2F006BF6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DB08E62-6460-4E1D-8C5D-E1BC4FFA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3929635-231D-4708-B7F1-D8F8CF8E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07D2303-4B41-4652-AD3D-8A91A575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082</a:t>
            </a:r>
          </a:p>
        </p:txBody>
      </p:sp>
    </p:spTree>
    <p:extLst>
      <p:ext uri="{BB962C8B-B14F-4D97-AF65-F5344CB8AC3E}">
        <p14:creationId xmlns:p14="http://schemas.microsoft.com/office/powerpoint/2010/main" val="480169222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9ED04-B4D2-4042-8082-1789F1E7D4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cce1f7580446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FBAC321-960D-447A-ABD6-FF708B24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09DDA46-2328-49C2-A1B8-88CAA7C7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66FB1E5-1B03-40E9-847E-BB332634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46AB9E-92B1-42BF-BAAA-3C5DFD2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秦心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743793C-E821-4414-99B7-1669BF12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秦 こころ（はた の こころ） / Hata no Kokoro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2E40D5C-DB52-4D7E-87A6-522317B0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A6B5F2C-AE64-4EDD-BD97-8F6AD695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她是面灵气，是秦河胜使用的66个面具被长久放置后化成的付丧神。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B1AFDF9-F8C0-4041-AB83-28695FA1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6EF6619-BFFD-4C3F-8088-6967A403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面灵气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12B12E8-A247-4E74-9BA6-67C71194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131EE7-F959-4663-B822-D63EBC40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2398D09-4542-4E0E-86C5-901EE725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操纵感情程度的能力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9EFEDA7-C0B1-484D-9DFE-2C61CE35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C9F6F3C-EA60-48D0-ABB0-83339000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140F76B-00C8-4DC5-B1E9-A944EED6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东方心绮楼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57C123B-DD37-4E32-B770-838061E2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BF9674F-2B57-4AF3-B4FA-652DA62A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A617E78-82BC-467D-90C7-2D631528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东方心绮楼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74AC16C-35CC-432C-82A8-14B72A80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AD4F7E9-AE01-40CA-92F5-ECB56857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083</a:t>
            </a:r>
          </a:p>
        </p:txBody>
      </p:sp>
    </p:spTree>
    <p:extLst>
      <p:ext uri="{BB962C8B-B14F-4D97-AF65-F5344CB8AC3E}">
        <p14:creationId xmlns:p14="http://schemas.microsoft.com/office/powerpoint/2010/main" val="358255357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5F04B-A225-4FD5-A303-BF6EBFCC50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c06125acd42c7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4894C77-5709-4C50-858C-5CB0FE91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FE1A3E0-F9B5-4CFF-B536-F6BD9A30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DB6160-57C6-4BE6-9E48-D682BFD2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F4882E-DD50-4900-B95C-7DD0027D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若鹭姬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9BB7A2F-34E6-431A-9E1E-FBD0447E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わかさぎ姫（わかさぎひめ） / Wakasagihime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8C95551-C767-470B-9EA5-E5AA4D79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27F3392-9F64-4240-8FE1-65523EE7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她是淡水中的人鱼，性格稳重，对人类也没有任何敌对心理，乃至于今泉影狼评价她“性格软弱到连个虫子都杀不死”。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57DF35-EF1C-4D31-9785-29EE4756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32EC356-29F8-4588-9C6C-2B706F8E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人鱼 · 辉针城的一面Boss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25B067E-241D-4A7F-B1B5-84D7EAFE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07D4430-F250-4092-9D22-E5E086D5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796774A-75AF-4940-B533-08BE65CD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在水中力量会增加程度的能力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C13B77D-B6E3-49D6-BB17-DCC406FA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A223B85-0F57-48CE-9AA7-9120EEBC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4850C6F-AA62-4DD0-8954-FF66EE33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1697BFF-D20A-47A4-AA49-838CE7A7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C2E5AA7-FBD6-4777-AEB8-DF25991B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F675D0E-3C6C-4362-8C0C-E9A31A1D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0B9C47F-52CF-45D5-AAEB-8E3B572E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D053FBB-F888-488B-8C3C-68E80DEF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084</a:t>
            </a:r>
          </a:p>
        </p:txBody>
      </p:sp>
    </p:spTree>
    <p:extLst>
      <p:ext uri="{BB962C8B-B14F-4D97-AF65-F5344CB8AC3E}">
        <p14:creationId xmlns:p14="http://schemas.microsoft.com/office/powerpoint/2010/main" val="1085399954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958B5E-F251-4547-8B02-5194B62C70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7d4135d864c0e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2E7A60A-8AE1-4E51-9FEF-0A0FF2CC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D4ABAB0-11CE-428F-B91F-23C27A3F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D39B658-EF09-4ACC-9335-AD60CAC2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87C6D3-E937-40BA-8ECC-6FEBAD50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赤蛮奇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406586-C2B0-4B3C-9430-B65B6637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赤蛮奇（せきばんき） / Sekibanki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5B8A5F0-55A3-4900-94F5-25AC765F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A3FA978-A43F-4009-A557-E09618C2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她是辘轳首，但是是飞头类型还是伸长脖子类型的辘轳首并不确定，似乎都可以做到。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31741A5-E6EB-42C4-AADB-B8901C39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F4441F8-34D1-4C66-A3EE-8FE36958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辘轳首 · 辉针城的二面Boss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0A433F9-12CB-4C9E-AB39-75AB4970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1780F18-B4A7-41EE-9149-D3CB232C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D361EC4-4B65-4AD7-BEC1-AEBF7B46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ECF820D-5E6E-49BF-911B-7072BD7A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F29D9D5-9A57-4A44-B335-13B4E46A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62F87C0-69DF-407E-9B3C-2CBA4423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让头飞出去程度的能力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96318C1-BA00-49EF-947C-D471B7D6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D0864AC-C033-42B1-AB87-C020EFF3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7327EB8-FCF7-4750-A8E9-79DBC7F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92A2EEB-C495-4BDC-A012-B0C2DB7E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DCE309D-7B29-4168-A3B7-223CE0F9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ADFA472-A199-4E0F-9626-4BB572DC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9E3A6A8-6DCA-4483-9AED-DDEB323F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7CDE874-E846-4C9C-A498-B5532BC5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085</a:t>
            </a:r>
          </a:p>
        </p:txBody>
      </p:sp>
    </p:spTree>
    <p:extLst>
      <p:ext uri="{BB962C8B-B14F-4D97-AF65-F5344CB8AC3E}">
        <p14:creationId xmlns:p14="http://schemas.microsoft.com/office/powerpoint/2010/main" val="182655499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2034D-B8AC-4707-9020-7D48F5091B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e3c7607fe4b5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C0744BA-EBFB-4C61-9CC9-166D3506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81C8850-E0FF-4F49-88A0-BF324EE5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2A92BAB-FFE3-467A-BF46-31ACD436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BBFBAA-3FA1-4041-8C30-60A525BE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今泉影狼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4FFA766-B397-4679-8250-BB70446E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今泉 影狼（いまいずみ かげろう） / Imaizumi Kagerou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59695A9-82CA-43E4-BB0B-32E4D685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11EC9F9-0504-413D-9B7D-5AC82A7C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在迷途竹林独自生活的狼女，其原型是日本狼。她性格沉稳，即使在满月变成狼也能保持冷静。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75B8F77-759A-4543-8FF0-588F547E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99F1F3-CB8D-425B-9EB2-B64AF725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狼女 · 辉针城的三面Boss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40808DB-8F50-4213-8135-F5A6F26C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518B24-3A67-4FF9-B06D-93432A45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1818A98-EC39-47A4-BCCF-B2F03C1B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迷途竹林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FAF7ADF-697D-4BF3-9FFF-EEBD4BC9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7CB34F2-52F7-46D0-BD3D-EF4DA92B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1705E5C-8F75-4091-9A5D-D095A5E2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在满月之夜变身为狼程度的能力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F36DFF0-E43D-4C95-99AF-A846F6C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D837B43-2B1F-49B7-BF26-216B3657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09BE896-D77D-4A11-A08C-C6C22A33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7B6FEAF-DA53-4F94-BED9-0B73BD83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D7DC45A-6A31-4B64-AC27-183384E3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EDEB9E5-7F7F-4BDB-8980-29CE1EA4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8FD6424-64FA-445D-B3A5-BB68DEB1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B4EEC29-E74F-4137-9154-755B22D9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086</a:t>
            </a:r>
          </a:p>
        </p:txBody>
      </p:sp>
    </p:spTree>
    <p:extLst>
      <p:ext uri="{BB962C8B-B14F-4D97-AF65-F5344CB8AC3E}">
        <p14:creationId xmlns:p14="http://schemas.microsoft.com/office/powerpoint/2010/main" val="802858247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A38562-CD54-490D-8C1A-A22DC61802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70fe5a5fb4c0e"/>
          <a:srcRect xmlns:a="http://schemas.openxmlformats.org/drawingml/2006/main" l="6037" t="0" r="60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6C28C03-1FD7-4FF1-B069-DB307C2F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81AA527-4A89-48B7-B9AB-D84A01DD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67A22B5-7A2B-41C0-A3AE-FBF932BA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4226B89-FA57-4B81-90F4-221A3915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九十九弁弁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C9F2863-AB12-4004-B001-34DF96E1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弁々 / Tsukumo Benben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F450DE3-48DD-4379-A88C-814E60BB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7E336C-729F-46AB-A730-7763E564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她是在少名针妙丸万宝槌魔力的影响下新诞生的古琵琶的付丧神。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42CBEBC-D6F6-43AD-B0B6-95E6D893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5A209B-F6CE-49D8-8CBC-6EEDDC34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付丧神 · 辉针城的四面Boss和EX面道中Boss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7F8358D-9B6D-46AE-9825-039817F3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C35C84A-F2AA-4251-9D5C-A4E11019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1175533-49FA-4F1F-8854-B0BC58F5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自己发出声音并演奏程度的能力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FFDDB2F-74A5-4B87-94E1-835CDBAD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668047E-29BA-4577-9882-1FE633BE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A531F94-DFB3-4E32-8F81-F04357B1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BBD95D8-97C1-4CEE-8131-F64E4E08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2BBA849-BA5D-4B64-977F-A672FAFC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B0F738A-C4C2-48CF-BD9A-5DC8BED3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207242B-6721-4278-9EF8-BA6C7BC6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CCD709F-333C-4C5B-B292-C4558DD1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087</a:t>
            </a:r>
          </a:p>
        </p:txBody>
      </p:sp>
    </p:spTree>
    <p:extLst>
      <p:ext uri="{BB962C8B-B14F-4D97-AF65-F5344CB8AC3E}">
        <p14:creationId xmlns:p14="http://schemas.microsoft.com/office/powerpoint/2010/main" val="1915500641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3810C-E967-4D5B-9BCF-CEC19D6FD9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c14ae471f42c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4ECD162-571E-47DC-8010-272695A7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D2AAB2F-2CEF-4BF0-BD22-EA9A4401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84BFBC-789D-465D-9E2B-9ED42CEF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122320-7510-4B0D-B7E7-477EA23D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九十九八桥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F04DC9B-69B5-42DC-9FE1-E2DC14AB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八橋（つくも やつはし） / Tsukumo Yatsuhashi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4185A74-D9C7-4689-8E1B-60FBBAD1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E446CC8-42A0-41AC-BCFA-0BE9989A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她是在少名针妙丸万宝槌魔力的影响下新诞生的古琴的付丧神。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CC8764-ED93-4B96-AE74-75F49FA5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E198ECD-1A75-4256-B44D-63C06839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付丧神 · 辉针城的四面Boss和EX面道中Boss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7CAA392-A453-4C3C-8415-91496DAB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DEC9DFA-6846-4C04-B784-91309B55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B8C55D-A83C-4B62-8D85-8721E5AC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自行发声演奏程度的能力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8BCED66-9606-40DB-A2AA-6A1B10F7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F98F949-3902-4BC6-A371-2879EAF1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6499376-E918-4DF8-8803-57633142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4FA9330-FB50-41E5-8E91-1A8017B3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D8C5F08-EEF6-4E7A-ADD0-70D6A90D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31D3D98-4575-4A07-AC05-508D6CF7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12847CB-B483-41B4-AD10-D3CAF889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D17942D-47F9-4EBC-860F-FB3F3A51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088</a:t>
            </a:r>
          </a:p>
        </p:txBody>
      </p:sp>
    </p:spTree>
    <p:extLst>
      <p:ext uri="{BB962C8B-B14F-4D97-AF65-F5344CB8AC3E}">
        <p14:creationId xmlns:p14="http://schemas.microsoft.com/office/powerpoint/2010/main" val="1835341920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9C2D9-2A26-469D-B22A-59A1DD830C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6e7a3cf75494d"/>
          <a:srcRect xmlns:a="http://schemas.openxmlformats.org/drawingml/2006/main" l="0" t="851" r="0" b="8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247521C-378B-4DDC-AC38-E2DBD6AB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A281870-41B2-4F97-9CA9-39993C3F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EFFC11E-B3B5-4310-9787-1855B19D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17DA93-422E-4706-8011-0B84DD1C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鬼人正邪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3362DDF-6E72-4778-BD29-20FE5BDD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鬼人 正邪（きじん せいじゃ） / Kijin Seija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1A131EC-5228-4774-8719-05EF412A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10B7629-9823-40A8-AFDF-95CE18A7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她是性格扭曲的天邪鬼，有着“为叛逆而叛逆”的天性，总想着和其他人相反的事情。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82D23CD-AC46-47AB-BD86-1E5BD616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46F070-07EB-4DF6-A9B9-CEB889D7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天邪鬼 · 辉针城的五面Boss和六面道中Boss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0539A95-430F-409B-8051-708FC9C7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0A8B4F2-4D7B-4686-BDCE-C61EAA0B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34CD5A8-7F77-4769-8A96-3535E65B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使任何事物翻转程度的能力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90DE0D0-45BD-4DD0-85A8-BF6449AD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23A7F08-AAE7-4C83-932A-24AF2B63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E7441F2-F51F-4613-B334-DD734C77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9631BB4-0045-4B8D-A792-63828572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EC6B9DC-A11B-4C3D-98C4-8DF4A296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CA70BDA-1A10-43C3-B10F-D149570E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56908EE-DB5B-4C5E-8648-E2220084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47E1594-E486-4995-98D2-D3EE325E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089</a:t>
            </a:r>
          </a:p>
        </p:txBody>
      </p:sp>
    </p:spTree>
    <p:extLst>
      <p:ext uri="{BB962C8B-B14F-4D97-AF65-F5344CB8AC3E}">
        <p14:creationId xmlns:p14="http://schemas.microsoft.com/office/powerpoint/2010/main" val="1854157026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697113-8B22-443B-B972-7CD38D18A3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2577add04412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48D065E-B6ED-48BF-8D1D-899C2EE8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03962FF-AFF7-44E9-97A4-22BA3177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2A4CDE-B450-4581-9DD5-EA4FA99E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E2F0B7D-953F-4F0B-B5C4-5D602F10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少名针妙丸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56D5E58-6162-4A80-B307-3B2DB6F8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少名 針妙丸 / Sukuna Shinmyoumaru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61ED963-B287-4692-9F36-7770006E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87D5F3F-D5D7-430F-88D2-C356AF1B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她是小人，是一寸法师的后裔，拥有万宝槌。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0069799-88E3-4398-B7C3-327D4A40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10B3824-7764-457C-9384-7A756E63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小人 · 辉针城的六面Boss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B48CE07-CD56-4571-AD98-E47032AB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84E0B1-FE42-4B31-A192-202779B9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99BBDAC-B709-407D-A01E-9E89D728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辉针城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D7D398B-FA28-4DF8-ACCF-21BB0793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27ECDE6-16D6-4ECE-9C4A-2957AFEF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16FFC23-C781-4634-B18B-71D2E9D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使用万宝槌程度的能力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4C43630-3A19-47F8-B69D-6283DACB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EF18841-8703-415A-AFC6-2763F7D3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B373133-0042-4509-AC3B-FBFD4016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31A16F2-6968-4CFB-BE05-1EED147A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7465FB2-CD2D-4755-A9F6-726F0754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F088A8C-E8C3-4FE3-B8A6-281E1A2F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12383CB-44ED-4CC5-817B-A5933B36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7397B53-9197-42BC-9BA9-3910B236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090</a:t>
            </a:r>
          </a:p>
        </p:txBody>
      </p:sp>
    </p:spTree>
    <p:extLst>
      <p:ext uri="{BB962C8B-B14F-4D97-AF65-F5344CB8AC3E}">
        <p14:creationId xmlns:p14="http://schemas.microsoft.com/office/powerpoint/2010/main" val="1450287530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83C42-F089-472E-B8A0-5739B1E8F5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71456b43f42b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614215F-0209-4273-9F69-B3DFF906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9DE5159-ACA0-4DDD-AB95-7A5EA77B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CADCD1E-6B1E-42A4-86FA-AAC86D06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3F46EE9-96F4-4218-A8E4-DF688BD2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堀川雷鼓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5325CF2-5002-4D1F-9737-2F277CEF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堀川 雷鼓 / Horikawa Raiko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38C9DAF-A7A7-4B53-8E20-DADBBA1A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3C9368A-2D45-48A3-B8CC-69257B7A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她是和太鼓的付丧神，本体是和太鼓，但如今附身在架子鼓上。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E549712-B675-4710-9DDC-79305338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0CE987-D0E0-4F10-AC77-20A121B8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付丧神 · 辉针城的EX面BOSS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C9957D7-2973-40F6-B790-5E908A53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C224A60-7435-469C-B5C5-80C04C12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00FEA2C-7C11-4352-89B5-1C2E483B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使任何事物跟随节奏程度的能力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B01393C-05EE-4381-BFBC-FED84F08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0D50C3A-D2D9-4639-A2AC-8FDC0767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6E9CFCA-9F9A-4329-9680-408DE4DC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3FEF792-3FC1-4809-848C-3C1395C8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8E8271F-855F-4371-B2C4-DD0A1819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D5479A5-4083-40D6-9FAD-C6E3F9E4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376C174-8355-4633-9B6B-141F1AEA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2DE3032-1F68-4304-B1DE-067C95D1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091</a:t>
            </a:r>
          </a:p>
        </p:txBody>
      </p:sp>
    </p:spTree>
    <p:extLst>
      <p:ext uri="{BB962C8B-B14F-4D97-AF65-F5344CB8AC3E}">
        <p14:creationId xmlns:p14="http://schemas.microsoft.com/office/powerpoint/2010/main" val="55134071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FD186E-5F6C-40B3-9C25-58ACA88EF7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a0d9f9aa444c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A185BE6-C770-4A36-A763-667E019A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23A6AFD-244A-4930-B2B4-B0964CD3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49EB766-F73C-4B38-8C9C-E231E72D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214E09-188B-464E-90F6-440E6638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茨木华扇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A34340E-8625-4895-828D-E01FB2E0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茨木 華扇 / Ibaraki Kasen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74126BF-9F98-416B-9C8D-B8874739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7FC0C4-D8C9-40F4-B14E-FF8DF1D2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她是仙人，在东方茨歌仙第四十九话下中明确揭示了她也是鬼的事实。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80BDDA4-6555-4350-BF00-9D62E8BF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7406672-059A-4CA9-865D-8FA62988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鬼（以仙人身份活动） · 以仙人身份活动的鬼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C773F3B-1BA5-437A-A5E8-223AC926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0B26CB1-B6FF-4A6B-B06A-360A02DB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C3FE99E-6D3B-4CF3-B777-77C197D8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1BC1D47-4562-4C3D-A670-45C8CC73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26D78EE-32C6-45C4-B448-60977C4F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42A07F3-262A-41C4-8F7F-6CC7CDAE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引导动物程度的能力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77E8A18-4F8C-473F-BC3E-2AAE4BE9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B8667A6-D63E-44F3-8FBF-F9F22DE7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8F03525-C939-47A1-898F-3AE48FD5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东方茨歌仙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D5B6775-2AB0-47C1-9281-78F63057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1441B4C-BF6C-4113-83FA-2B37081A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2FF04B3-8878-4520-A980-CF3F3EAD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东方茨歌仙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7C6EC60-CD95-45B4-822B-29460CEE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E02B91B-8D6E-4A8E-A9BB-118D92D1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092</a:t>
            </a:r>
          </a:p>
        </p:txBody>
      </p:sp>
    </p:spTree>
    <p:extLst>
      <p:ext uri="{BB962C8B-B14F-4D97-AF65-F5344CB8AC3E}">
        <p14:creationId xmlns:p14="http://schemas.microsoft.com/office/powerpoint/2010/main" val="145538816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aper">
            <a:extLst xmlns:a="http://schemas.openxmlformats.org/drawingml/2006/main">
              <a:ext uri="{FF2B5EF4-FFF2-40B4-BE49-F238E27FC236}">
                <a16:creationId xmlns:a16="http://schemas.microsoft.com/office/drawing/2014/main" id="{3FB916D1-9F6F-427C-BF2E-3AEAD049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797E22A-7420-43C4-9547-E50937A4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6F2FE9D-2D49-45B7-9C01-D9526C8A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BC1C3DD-A6CF-457B-B8BD-6512D134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9568EC6-F184-4B61-9248-DCBB682A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AB6CE340-7DDF-4C68-AF5F-F2D73276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7A853BD-42A9-481C-B75B-C535707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1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F09AFEE-F51A-485A-B888-C04AF65B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ACE6689F-13AB-4042-9D72-6488EBF9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D5A3C44-8E87-4066-9E1D-EDDFE239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093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8F537F5-0E8D-4F0D-888B-825BD2A0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3EF829-A055-4D3E-A7A2-C7406F5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宇佐见堇子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A51E17-350C-434C-AFD4-8B566D1A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菫子（うさみ すみれこ）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08E55EB-1EC9-4F9E-94D2-8DB529AB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BB6F495B-0878-4B6F-AC63-CC61051A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5713B85-3316-47DC-B066-2D6A586C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清兰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B02D27E-73C1-4FF6-821C-CD33A14C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清蘭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09E84C79-CD88-4856-8304-816FFFDD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FF8F6AAD-4A30-4EC5-8A94-64422D2A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DC692DE-46C3-47C5-B949-C514926E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铃瑚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A50C25D-1A76-4395-85F3-409E808B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鈴瑚（りんご）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CC1C9706-112E-49FD-A210-DF08A3E7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19490D6-8347-491E-9E8E-B635DB69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6433A1E-C29D-4B6D-AC97-C962AA92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哆来咪·苏伊特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2A39E46-E35E-404C-8DEC-62367BC9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ドレミー・スイート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59E7A79D-A549-4098-9842-F41AFB24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8E8625B5-3443-465B-9FBF-75026EAF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21651A0-B5A8-4A0E-A659-6CC47200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稀神探女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2D918C4-7602-42D5-8A82-5757C156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稀神 サグメ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F513A8C9-17B3-411A-9952-20A8DF0C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1A09467B-618D-4D1B-B834-B0D00BC4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0AC042D-ACB3-4BBA-9877-2F7EF70B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克劳恩皮丝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951471EA-9D7C-4D77-B8F3-AA9118E1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クラウンピース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FB9BE5EA-4089-4A4E-8C38-33BAB363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7BE923D1-A025-490B-974C-AD5A2D39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E113D35C-1F47-45D4-9825-B6303B24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纯狐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345C61E9-7C3A-4966-AB57-5C77CD2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純狐（じゅんこ）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1B6D928D-BC97-4438-8DFA-AB18980F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FD5813AA-689E-48F9-B2FB-6FEF21CA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3041FC57-A181-4B5A-BCFE-1C7E053A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赫卡提亚·拉碧斯拉祖利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9BCD8807-8616-4169-9CE1-A22E232C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ヘカーティア・ラピスラズリ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8E75854E-D8B3-4B6E-8E60-57C9ADD7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7E672770-AE14-4932-9105-7C7B3451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0C90C463-DA5C-461B-93ED-EE3C5F41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依神女苑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B40624C6-555E-4A8E-81D1-F8A06906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女苑（よりがみ じょおん）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AC1D302F-D6E8-4469-8EAF-7B637A08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85706D-7365-49EE-AB9B-37E1980FE9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4343e2f5a45e6"/>
          <a:srcRect xmlns:a="http://schemas.openxmlformats.org/drawingml/2006/main" l="22000" t="4000" r="25000" b="55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7C3C2D-BA8B-4D97-B6AB-487EB47177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96e8f003f4d1e"/>
          <a:srcRect xmlns:a="http://schemas.openxmlformats.org/drawingml/2006/main" l="25000" t="0" r="17000" b="55000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090DC1-4EAB-4645-90C8-5BF14364FD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73cf32fff4fcd"/>
          <a:srcRect xmlns:a="http://schemas.openxmlformats.org/drawingml/2006/main" l="22000" t="2500" r="23000" b="57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F55F14-D239-4DB3-A44F-BA2B04A1AE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35db61e884915"/>
          <a:srcRect xmlns:a="http://schemas.openxmlformats.org/drawingml/2006/main" l="27000" t="3000" r="16000" b="57000"/>
          <a:stretch xmlns:a="http://schemas.openxmlformats.org/drawingml/2006/main"/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B0EE8F-83A2-44BC-96C0-62E123AE19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92475e3f54d1a"/>
          <a:srcRect xmlns:a="http://schemas.openxmlformats.org/drawingml/2006/main" l="22000" t="4000" r="23000" b="58000"/>
          <a:stretch xmlns:a="http://schemas.openxmlformats.org/drawingml/2006/main"/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560D77-3195-4B03-A985-DFE6E97DE3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0adfb7bd94af7"/>
          <a:srcRect xmlns:a="http://schemas.openxmlformats.org/drawingml/2006/main" l="22000" t="0" r="20000" b="550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5FF6B1-1115-4339-B65F-62333F7C0E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a1ae1b0f0414b"/>
          <a:srcRect xmlns:a="http://schemas.openxmlformats.org/drawingml/2006/main" l="30000" t="0" r="25000" b="57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F6EF2D-30FE-43B3-92FC-B11DB8210D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c25fd872f4f0c"/>
          <a:srcRect xmlns:a="http://schemas.openxmlformats.org/drawingml/2006/main" l="22000" t="2000" r="20000" b="54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EAACB9-8F6C-413B-A7C2-65970357E9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2b65aab864966"/>
          <a:srcRect xmlns:a="http://schemas.openxmlformats.org/drawingml/2006/main" l="22000" t="4000" r="20000" b="55000"/>
          <a:stretch xmlns:a="http://schemas.openxmlformats.org/drawingml/2006/main"/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95196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5C4A8771-1986-48BA-B12F-4DE7B819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70AD11E-0D44-4B8F-847D-9A1CF7B4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B86B29B-4AEF-4F59-A54C-D8A97211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8B1101E-2B07-4198-AF33-C69A0321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9B802AF-4CEF-448A-BB09-3A85A397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EB7EBB3D-7940-46A1-A74D-9937215A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2A16B93-3C90-4DA5-B874-D944EFDD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2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A64B880-A57D-4BC5-82D1-65E66103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8495862C-CC08-4A50-9E90-5635E938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751EC8-3D40-4BA1-9E12-9D2B2472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094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BEBAAEE-1176-42F0-BEF3-6511A5BB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FABD973-A20C-4D51-A02C-E3DD3C2C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依神紫苑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6002661-8C52-4CA8-B877-3396343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紫苑（よりがみ しおん）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7B8F5EA-5D70-479E-B502-168E44D9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0930340B-6CFF-4890-9DB2-721DABB0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E4D942A-E938-4E86-B50C-A3FBB420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爱塔妮缇拉尔瓦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9B49B4F-E79C-4112-A7D6-CFC567F0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エタニティラルバ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ACA501A7-0B9A-43CE-94B8-2EDD3910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7B222F5B-0EFB-4D15-80FB-AB91A422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6CBBB55-5399-45E7-A81E-9A424387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坂田合欢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897815B-C347-4437-B3EA-4A2A57CA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坂田 ネムノ（さかた ねむの）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64B70773-D606-4725-92F4-FB1FF99F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474BBC1-6042-42F8-A246-756B46A6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332F685-D1DE-4FCF-92C5-F773AEDF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高丽野阿吽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AD79713-F92B-4677-9C8B-22D75813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高麗野 あうん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39262C2F-3AC6-4464-AC6C-BAC58F91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614A57B1-D2F0-4EFC-B330-2F6F6D86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F769005-5F35-4051-9AC9-8E4E490F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矢田寺成美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B871D8F-6B69-4B34-9928-99222E61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矢田寺 成美（やたでら なるみ）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64993C40-C8D7-493A-8775-644BB64E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284E822C-2D57-454E-8981-28FBD8D7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7CA3097-71C7-40C9-A2F8-3BC8D2C3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丁礼田舞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CF41D9E-FD7F-4D15-9568-093155D1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丁礼田 舞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15AF92AE-5AB4-466F-A537-CEE1196A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16D183A4-620D-4C2F-8CD5-05A24534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33DA543-AE38-4935-9FAA-D94718FA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尔子田里乃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909307B-8A74-44B6-A150-0E66A118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爾子田 里乃（にしだ さとの）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77392A20-E743-4799-BF8E-36633AD9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49A6CD31-D8C5-48CD-9FE3-5E5ECD50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6BCADA84-5EC8-49D6-A32E-56DF8FF4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摩多罗隐岐奈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E5806E51-75F2-49B4-A741-4ED23BC6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摩多羅 隠岐奈（またら おきな）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8652914A-A596-4658-8FA7-634672A7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434E12-84F2-4BDD-B3E0-093F5DF86A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f5e390d584548"/>
          <a:srcRect xmlns:a="http://schemas.openxmlformats.org/drawingml/2006/main" l="25000" t="3500" r="22000" b="55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6B69C2-85C1-4AA0-97D1-2F4FBADA21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267ad3a104d3f"/>
          <a:srcRect xmlns:a="http://schemas.openxmlformats.org/drawingml/2006/main" l="23000" t="5500" r="29000" b="52000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D532B3-88EA-425F-AE16-846B75DF68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e02485a7e4bd7"/>
          <a:srcRect xmlns:a="http://schemas.openxmlformats.org/drawingml/2006/main" l="25000" t="1500" r="14000" b="55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986424-2AD1-453B-B74E-EC1D53EE58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abdce91cb4397"/>
          <a:srcRect xmlns:a="http://schemas.openxmlformats.org/drawingml/2006/main" l="26000" t="2000" r="18000" b="54000"/>
          <a:stretch xmlns:a="http://schemas.openxmlformats.org/drawingml/2006/main"/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AFB189-E588-4416-ABD4-9BDE481E69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fd78575c34124"/>
          <a:srcRect xmlns:a="http://schemas.openxmlformats.org/drawingml/2006/main" l="9000" t="2500" r="20000" b="570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C03E47-12EA-4C51-B6EA-2C6B85530E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40689c4734533"/>
          <a:srcRect xmlns:a="http://schemas.openxmlformats.org/drawingml/2006/main" l="27000" t="2500" r="28000" b="59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3E758A-95B1-4FC5-8026-DA89673E38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9e2035d7040c6"/>
          <a:srcRect xmlns:a="http://schemas.openxmlformats.org/drawingml/2006/main" l="38000" t="10500" r="13000" b="55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D69E81-C314-4270-82ED-08C2F3BFB4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1641cb6414743"/>
          <a:srcRect xmlns:a="http://schemas.openxmlformats.org/drawingml/2006/main" l="35000" t="10000" r="17000" b="60000"/>
          <a:stretch xmlns:a="http://schemas.openxmlformats.org/drawingml/2006/main"/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03548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39A369F8-30A1-421F-A02D-478B5D3D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506C055-C277-4EEC-9995-745FFD41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5B1B9A6-72B5-42B7-BD13-23649070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B9882D3-34BE-4F5E-A356-754B94D4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925A016-FC78-45BE-AC5B-8A46E89E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1E6D6BC3-74B2-49BE-BBE2-93BA3784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22ACDB4-001C-423E-8DC5-4B615EA6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3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C8018DF-F5EC-4361-86D7-7D0F5366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3/5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9ED4B8E0-1A69-4766-BE04-A4580BCC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1142FAF-1D2C-409B-AD58-F4DB346C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095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995FC85-EF67-4B68-973C-D63FC900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5ED6231-C9DE-4E4B-8F19-493A2034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戎璎花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7A66909-E20A-446C-B114-63B3CE79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戎 瓔花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920C00F-C00E-4A5F-8205-D3E64305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96DA45B7-B4C1-4809-853D-4CDAEE17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5E165BD-1632-46E4-9389-DC57DA16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牛崎润美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1935F06-645B-4C79-866E-E23F7340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牛崎 潤美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99C6D410-B920-4F84-BE5A-3DFAE5F9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6E06DFFC-40BA-4944-B2BC-9A46136B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6F89C6D-DED6-4FDD-A2F9-67AE4C45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庭渡久侘歌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DB53C08-D7BA-4913-B4CC-3D058CA2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庭渡 久侘歌（にわたり くたか）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E9ADC744-C308-4175-9DF7-89D3D244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A6C22C3-FDF2-4484-8D83-341AA358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C8EFA0D-16E3-45ED-B3C5-E166CFFA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吉吊八千慧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4751573-4105-445C-ADF0-20A57698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吉弔 八千慧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D24F66D9-C94D-4A7B-A785-6DB79122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C1F8995C-71DD-4209-8929-123283A0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63D8F40-805A-4D07-9387-07732339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杖刀偶磨弓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3A500A1-572C-41F0-A12C-F4C06472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杖刀偶 磨弓（じょうとうぐう まゆみ）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2DB4DB65-2598-4BE2-9744-7EC287D1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6B326690-B136-45C1-B8A0-1BF22CE6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5F606E5-68CE-4FE5-8DFE-BF7FACC5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埴安神袿姬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AE4D72D-C8AA-4291-AEB7-32989D46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埴安神 袿姫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55E3A68C-1BAA-4245-8047-94FBC6FE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4B58A35A-586B-441E-BB08-0A828871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E8C6846A-E175-4CF7-8E8A-A5E37D73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骊驹早鬼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BABD583C-08CF-44D1-AA32-FFBACFB8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驪駒 早鬼（くろこま さき）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7B2C04C7-93FF-43EF-9A96-0C65FB2E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00353A17-A2A8-424A-B197-A2D381C8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454B3F8D-030F-4088-8364-B56E2580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饕餮尤魔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D6F2DF89-B796-4B6A-87A0-69001705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饕餮 尤魔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F503B042-4BB4-47BE-8800-42ADF36F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58C40F-B95C-4159-8668-02B16570A6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79c4052e742db"/>
          <a:srcRect xmlns:a="http://schemas.openxmlformats.org/drawingml/2006/main" l="34000" t="6500" r="19000" b="54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E2D070-E2F8-43D1-B9AA-51F25B441D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1f3be5eec483e"/>
          <a:srcRect xmlns:a="http://schemas.openxmlformats.org/drawingml/2006/main" l="19000" t="8500" r="39000" b="52000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82619A-936D-4E99-B438-1F3F9F2779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ec848a71d442e"/>
          <a:srcRect xmlns:a="http://schemas.openxmlformats.org/drawingml/2006/main" l="38000" t="3500" r="19000" b="58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4C40F5-9546-4EBD-A474-FFD18E7AE8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e6b0d58b145ef"/>
          <a:srcRect xmlns:a="http://schemas.openxmlformats.org/drawingml/2006/main" l="32000" t="1500" r="25000" b="57000"/>
          <a:stretch xmlns:a="http://schemas.openxmlformats.org/drawingml/2006/main"/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BFE950-624B-4511-92ED-6083415341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7ed091e014a65"/>
          <a:srcRect xmlns:a="http://schemas.openxmlformats.org/drawingml/2006/main" l="32000" t="1500" r="25000" b="560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4ED244-EB43-4835-84C6-341B3C8B81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8d529ff164687"/>
          <a:srcRect xmlns:a="http://schemas.openxmlformats.org/drawingml/2006/main" l="25000" t="6500" r="30000" b="55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26609F-E5F3-4501-B9C8-DDDDB328B4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3904981c344ae"/>
          <a:srcRect xmlns:a="http://schemas.openxmlformats.org/drawingml/2006/main" l="28075" t="2853" r="32709" b="65763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7A7D28-0A30-478A-876A-A2E28674C7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05812716e4b1d"/>
          <a:srcRect xmlns:a="http://schemas.openxmlformats.org/drawingml/2006/main" l="34000" t="7000" r="15000" b="55000"/>
          <a:stretch xmlns:a="http://schemas.openxmlformats.org/drawingml/2006/main"/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9771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38086F9D-FE1C-43EC-8DDC-488A9187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189E55D-7B42-4576-9366-87826099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753DCFC-E80E-4FFF-9CE0-88335897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4F8E52-2C85-46F3-B797-C36AAC6E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22F7F7-099A-4373-A95B-2A7273C1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6FBF3802-4767-4959-ADF7-7CFE4C2E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F51143-317D-4321-BB41-348402BD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4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E141179-80DE-4846-B904-78410252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4/5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EC0F0C4E-12EA-4031-90F0-8AFBD6BB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D0F8E0-941E-45DE-9EF0-8F464841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096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F4D16B0-3B4F-4372-9207-1101AAAF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8A016CC-4BB6-46A7-80A6-ABE7DEAF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豪德寺三花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96337F2-51B6-4437-96D8-A6573DBB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豪徳寺 ミケ（ごうとくじ みけ）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D1837AF-3E52-4ED3-94B9-81E38192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2F68C5AA-830E-426A-A68F-689D0C09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C263C2A-07C7-4752-BE3A-253A8650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山城高岭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6044FF3-9269-49C9-8219-D75BD980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山城 たかね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61325357-BD65-433A-ABB5-1BCE3092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33B01960-A522-4EB8-A3C0-6D400755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E61E510-3017-4808-8022-95AECD8E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驹草山如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9EE05F3-4F35-4D67-A3F7-E950FA0C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駒草 山如（こまくさ さんにょ）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8B32E783-5CBD-4128-92D5-E2624EB7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8635DC1-6ACB-49D1-AE15-FAB203F8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1E91F61-FFCE-453D-BE0D-AD43AB52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玉造魅须丸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48B4B57-AC70-411C-86A0-EBBFE99E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玉造 魅須丸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DABE25D6-CAEE-4ABF-95F6-58D628C5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2B701154-907C-4606-91E4-EE65A7B9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4120BD1-94B2-4680-BCDB-8EA8CB7B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菅牧典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CB1C731-8618-4AC6-ADAF-B5426C84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菅牧 典（くだまき つかさ）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89B8E87D-57C8-4722-BF48-CE352343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349C752E-FD06-4A22-ADE0-EC9E3B9F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16D8FFF1-C094-4186-82CB-17E7B4A1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饭纲丸龙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428AEDB-DD75-4F5A-B4AF-4B4AC70D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飯綱丸 龍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22960BBC-73AE-41E1-824E-82DF605A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5A3DE821-BD4F-452E-B6DA-54459BE3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7599345E-6143-403F-916B-DEE5C075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天弓千亦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19000742-AD1D-42B0-8E36-98D1EE08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天弓 千亦（てんきゅう ちまた）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DBFEFD46-CA04-4966-A2DB-359E1634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23EBC4AE-B4AD-4B11-92B9-B20D72D0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A81CC02D-7587-4641-AE47-B46CE5A7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姬虫百百世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FBE6D284-B05B-4A49-BD5C-6AAC6897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姫虫 百々世（ひめむし ももよ）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88DAE424-ECBB-4A28-AC3F-BE7323D9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EAC619-ED41-40BD-AE32-C5A325F585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68abbb4144cbd"/>
          <a:srcRect xmlns:a="http://schemas.openxmlformats.org/drawingml/2006/main" l="26000" t="5500" r="29000" b="56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DB3AA6-0DC9-4098-8251-62E4B67A3A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27e7d8a564678"/>
          <a:srcRect xmlns:a="http://schemas.openxmlformats.org/drawingml/2006/main" l="30000" t="3000" r="26000" b="56000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A608D9-732D-4964-8223-827AFE5B83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608003eae4bd5"/>
          <a:srcRect xmlns:a="http://schemas.openxmlformats.org/drawingml/2006/main" l="29000" t="3500" r="18000" b="55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37FF58-5194-438C-AA65-56F17A0C42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b01260b7848bf"/>
          <a:srcRect xmlns:a="http://schemas.openxmlformats.org/drawingml/2006/main" l="28000" t="500" r="24000" b="55000"/>
          <a:stretch xmlns:a="http://schemas.openxmlformats.org/drawingml/2006/main"/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47ECC6-27C7-4199-B8DF-12A68BD899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07539edb84fa4"/>
          <a:srcRect xmlns:a="http://schemas.openxmlformats.org/drawingml/2006/main" l="25000" t="1000" r="32000" b="560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DCD5AC-ED28-4695-B54C-1A7A97F21D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9462d5cb14d2f"/>
          <a:srcRect xmlns:a="http://schemas.openxmlformats.org/drawingml/2006/main" l="34991" t="1727" r="22652" b="66506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A52B4D-8933-4EC3-8384-75FFBB5654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b788daca34adf"/>
          <a:srcRect xmlns:a="http://schemas.openxmlformats.org/drawingml/2006/main" l="28000" t="8000" r="26000" b="54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D00B5F-5F34-438E-8422-0A07A3A70E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6195c6c5f4500"/>
          <a:srcRect xmlns:a="http://schemas.openxmlformats.org/drawingml/2006/main" l="27000" t="6500" r="28000" b="60000"/>
          <a:stretch xmlns:a="http://schemas.openxmlformats.org/drawingml/2006/main"/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60078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B9D131C5-D6BE-4150-A853-2F6E9ECA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E980E82-564F-4F8C-9AC1-70962DCD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0A18AA7-B13C-4456-B9E3-EEBDACD8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5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0AD4B06-9CD5-4EDA-86B5-3BD765C1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54A108D-DECB-4A83-ADD6-430385C5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1A110C5D-60F7-4D8A-B206-DE9520B8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F274EB4-5D53-4C35-B4A8-5154BFC6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5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8B3B46-2DDD-435A-B10B-674CBD24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5/5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F4D03060-7471-49C6-AED6-920C6CC0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A7AFC25-C0DB-4313-A3D7-519114A5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097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9C7458E-503C-4188-B451-509C677F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DC105BA-F154-49AA-B916-6B0A0979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孙美天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68CAFF8-7B3E-49E4-AB26-82BD0AF7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孫 美天（そん びてん）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2F5D5C2-59CD-4545-9D6D-458CF968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D8D7DF99-0EBC-48D0-94C4-05AACB28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89BB064-9D47-40E3-837C-7E8A34B7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三头慧之子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F0ADA22-171F-48D4-9A1D-9A802FB1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三頭 慧ノ子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9AC0DD3F-ABB7-4867-9356-95CCECA0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95780203-4BA5-4E0D-86A9-9426B071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EECCA3E-5263-4D5D-9C3B-124E7467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天火人血枪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BA7A78E-4768-461B-B9FE-750666B7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天火人 ちやり（テンカジン ちやり）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F785769A-1CDD-45DC-9718-3E8138E6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8BBEA66-D748-456E-A8BD-E1DE2D50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9893A5F-5825-4718-8830-17B0DB26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豫母都日狭美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FF66CF4-61AB-4B7C-A3BC-258E6876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豫母都 日狭美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86629E9E-DD13-4EDF-A63B-5189B921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FB61DC78-CD98-49CE-9D85-E7A25A3F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7C762D2-C7F5-41D5-AF56-48CB36D0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日白残无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9C915EA-9B09-4239-9159-62053647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日白 残無（にっぱく ざんむ）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B0A2CFC8-F83A-4A53-8DBF-BEF3FCDA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9D71675D-0502-4D52-9118-A52D890D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1DE2EE3-4F1F-47C9-A9AF-2CB2096E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绵月丰姬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6BCB051A-2EEB-44AE-B7B1-1C06B581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豊姫（わたつき の とよひめ）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EEDAA518-6D53-41C8-9EE0-F1EE35B7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40D16EB2-2E6D-4F5F-ADFB-FE9F748B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7F5205BE-74FB-48D6-AEB8-0102B289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绵月依姬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8E97E39-4329-4093-9D92-FAB6E89D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依姫（わたつき の よりひめ）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F46B76A7-9E12-4152-89CC-5B0FB7F3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0FA856A6-34B7-41E1-BD6E-F237E17F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11064734-1F36-4111-B043-9B458720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本居小铃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3B879186-79AE-48F0-BC2D-AAAB706E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本居 小鈴（もとおり こすず）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6A0C60D2-AEB6-427D-A5F7-586C4D66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DB7642-3098-433D-84E3-ED4569335A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eac55370f4ff5"/>
          <a:srcRect xmlns:a="http://schemas.openxmlformats.org/drawingml/2006/main" l="25000" t="7500" r="29000" b="55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840A32-9B6A-468B-A96E-4B3B470A1B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d24fb92d841f2"/>
          <a:srcRect xmlns:a="http://schemas.openxmlformats.org/drawingml/2006/main" l="28000" t="7500" r="22000" b="54000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9131A1-355B-4158-B350-0293CBC5C0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7f22d85fb44d3"/>
          <a:srcRect xmlns:a="http://schemas.openxmlformats.org/drawingml/2006/main" l="31000" t="500" r="23000" b="57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5E82D6-2327-4536-9D93-AB9C26FF20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c67338bc444fe"/>
          <a:srcRect xmlns:a="http://schemas.openxmlformats.org/drawingml/2006/main" l="24000" t="0" r="21000" b="59000"/>
          <a:stretch xmlns:a="http://schemas.openxmlformats.org/drawingml/2006/main"/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B4F48D-682D-41F6-A7D8-D27861B0DE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18b95c2da48d4"/>
          <a:srcRect xmlns:a="http://schemas.openxmlformats.org/drawingml/2006/main" l="27000" t="1000" r="28000" b="560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B821B4-B5FB-4333-930B-A646FC6B6C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2fc365eb9462d"/>
          <a:srcRect xmlns:a="http://schemas.openxmlformats.org/drawingml/2006/main" l="25000" t="1500" r="17000" b="59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D10FF3-A103-4E5E-8ED3-A43929B5A8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486e0d6ea407d"/>
          <a:srcRect xmlns:a="http://schemas.openxmlformats.org/drawingml/2006/main" l="23189" t="1500" r="9189" b="49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770BAB-C01B-4F84-B602-FBB933D0B4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540c4671a4a00"/>
          <a:srcRect xmlns:a="http://schemas.openxmlformats.org/drawingml/2006/main" l="20000" t="5290" r="20000" b="50790"/>
          <a:stretch xmlns:a="http://schemas.openxmlformats.org/drawingml/2006/main"/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87203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4B74B-50A6-4F17-A5C7-CE63C57653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3c0e716cb4da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F733092-05D5-4017-AF9C-4DFEE74A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826CAE3-8AC9-417A-BDB9-0FFB6F9A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36B0C15-1A2E-4218-8C71-7104D389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5EFA828-1772-465D-B727-9D55E77B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宇佐见堇子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7AD404-D697-4081-81EB-5A499CB3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菫子（うさみ すみれこ） / Usami Sumireko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3C93B4F-DB25-4533-AEB0-999B24B6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994D9E1-310D-44B1-A910-0D526DC5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她是外面世界的女高中生，深信自己和其他人类不是同一种族，也确实是真正的超能力者。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19C3B24-6637-446A-9736-92D436E7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88927D-F1F5-4A46-B2A4-CD5EDE10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女高中生／人类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87F2FC3-E83C-4F4B-BBB2-DBAC9C5E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E35D34E-B283-4FA1-9AAF-22B21AA9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590D2FB-1997-4424-88DE-6CA97D6C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外面世界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F8B68F2-5F62-49C8-A6A3-C8D3027E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9690842-821B-4884-B036-BEFBD2A0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682740A-769C-4111-95F3-6B7A40B6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操纵超能力程度的能力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1E91837-BC32-4C96-BDCB-D3E09354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FD560C6-FEA5-4C43-A703-1A02A3F9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26C25A1-0C6B-48D6-BA67-68A93E10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东方深秘录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C391B01-7DB6-4945-9823-33FB1793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020DF1D-D0FA-42A8-8526-5DFF2FF9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37D7492-5186-49E0-9EDA-507B225B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东方深秘录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1839925-4353-4D4B-9A9E-BF7DD0E7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B929252-2CEB-4360-A91A-1EF3377D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098</a:t>
            </a:r>
          </a:p>
        </p:txBody>
      </p:sp>
    </p:spTree>
    <p:extLst>
      <p:ext uri="{BB962C8B-B14F-4D97-AF65-F5344CB8AC3E}">
        <p14:creationId xmlns:p14="http://schemas.microsoft.com/office/powerpoint/2010/main" val="1752458936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437D1F-0049-487C-A2A4-2B8EC8B080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0501da0ea44e5"/>
          <a:srcRect xmlns:a="http://schemas.openxmlformats.org/drawingml/2006/main" l="6037" t="0" r="60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8620B60-52E5-4826-A6D0-5AFF6AC5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C4C82B8-8ACC-4C3D-9189-A9091B0A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95AAEA4-ADDD-48BF-9903-4C4AAC6E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4AE9F80-4F61-4C60-8BC2-7F65AE7B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清兰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29B544-C194-46A9-AB6C-6297E331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清蘭 / Seiran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F13DB89-AC1E-4FFF-849A-3E07DC62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C34B756-3EF9-4B9A-B35D-794083F0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她是月兔，曾是月之都的月兔士兵，现在则已叛逃至幻想乡并爱上了地上。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78F0957-EEE2-4D15-9809-91685838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4DBA658-D94C-4875-A301-019B6C02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 · 绀珠传的一面Boss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914523C-84A9-44CD-8459-9391CA1C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8A30791-0DB7-43CF-AE61-4DBEB551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E5DA264-D958-4A2B-9834-73912CD3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41CB361-113F-43E4-97BF-0A018E43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8AB42CC-5232-4147-B18F-5638C646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E62D7CA-2487-4080-8BF0-812CA64D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从异次元发射子弹程度的能力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F055F03-B820-4E18-9970-20F1229B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74796A0-0DF6-427E-B078-7C3775FE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136FF2D-3D83-4196-B0F3-04C2EB62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6B39E95-4BE7-4E59-B41A-6AFEFFDF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9AF11D6-24D4-4EBC-AFE6-C23C07A9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0DCB952-1FDD-4DC3-8E79-8B198414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E1AF20A-1EF9-494F-9CA9-9D6742C4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8D4E166-5949-46C8-AE5E-EC329E5F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099</a:t>
            </a:r>
          </a:p>
        </p:txBody>
      </p:sp>
    </p:spTree>
    <p:extLst>
      <p:ext uri="{BB962C8B-B14F-4D97-AF65-F5344CB8AC3E}">
        <p14:creationId xmlns:p14="http://schemas.microsoft.com/office/powerpoint/2010/main" val="235623935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CB6A14-5656-4EC7-BDEE-B9838AF38F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bbe1eef8f47a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DEB0FA6-E0CC-4F1A-B178-2E4AA001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2729581-253C-4A0D-B1A6-E9A92CBD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50DCAB3-862C-48F7-9360-FFAA38ED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25F97E-7D42-4303-9FDA-E9E1B7C9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铃瑚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D250798-FD4A-412C-B4E8-277400A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鈴瑚（りんご） / Ringo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503971A-C825-4315-AEB1-FFE3CFAA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FF9680B-B9BC-48F9-A70F-2EB5DF98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她是月兔，曾是月之都的月兔士兵，现在则已叛逃至幻想乡。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6F36A7-C128-4799-977A-DB0AFED5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5995D33-1D0E-42FA-A877-D12E2ACE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月兔／妖兽 · 绀珠传的二面Boss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6EBB494-6F80-48AC-A1CC-2C8236B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098F03E-FA69-4CBE-89ED-10078119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6CFF177-6455-4FC1-81CC-22CAA492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B2B843F-BD20-40EB-A017-C035D458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EC6B680-56F9-4419-94A6-B6C4C546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8831761-E246-41C5-887E-AF21E6F5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吃团子越多变得越强程度的能力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B77AA87-1162-4939-BB1F-6789371B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A3ADC4C-47A5-47EE-ACE5-249A43E7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72D7602-2F8D-4D96-AE91-52CFBB4D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6209B65-3928-44DD-ACDC-0F98EF05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C816A01-12AC-4FBC-9A89-73448BED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6AF36C6-D275-4BF3-A6B5-C3630F7C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AA68423-5B04-45A0-9E6E-13E06CEC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3E43D34-23C0-4883-AEC4-CFB9E972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769740694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86316-719E-45DE-A4EE-40704DBBDF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e68128539453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A94A94D-3B78-404C-8FDE-C1D3A26E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81BBD26-A031-4472-98B5-C37A738D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DC46FBC-338F-4822-8901-7C2B2BC4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498BABB-6DE6-44DC-A175-ED075235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哆来咪·苏伊特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C7F4216-17F4-48A4-A550-9C58525E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ドレミー・スイート / Doremy Sweet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ED5295E-2477-47BD-9D6D-4D6D6217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D44EF12-5646-49A1-A1D5-A74A26BB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她是貘妖怪，爱做白日梦并支配着梦境世界的妖怪。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15A16D5-FF02-4A48-8D4B-06526CA0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72A3D56-953A-4A6C-A88D-961CA361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貘 · 绀珠传的三面Boss和EX面道中Boss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6E78B80-3C0A-4013-9392-25655FA4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FE79F3A-4A56-4404-840F-5F260325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115498B-17CC-4F36-A415-AB170173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梦境世界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E6F2A02-DAA2-4CB1-A376-2CE62FD9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1012837-3489-4236-A5B5-0B13664A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0BFC4FE-2143-44DD-B7F5-5C0D0F43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支配梦境程度的能力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E44E95B-35F3-4B14-B586-A10370BE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80A583E-DBDD-4AB1-AB73-5F2F49D0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C5F46FB-86A6-4A4A-8C54-0D7E9A8F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3042B30-BFDD-4108-A023-7BF8B174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F6693C0-4DE5-4919-9998-FDA37EC6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2173AB6-A12D-47C5-9A3F-6AF710EF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64593C6-E2C0-46A7-A0D7-FC8EF881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5EF66F6-FC0D-4118-9579-B7039A0E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1579924730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0950CD-B214-49C9-8A37-A475114BFB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d8f47848649b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5465BC8-7F97-4088-BEB6-53174E52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2B8389B-A48F-4269-B6D4-433CF56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FD23ACD-1350-4580-B10E-148647A2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E21A7D-4869-4CE0-9AD1-A9C8C588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稀神探女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BE2C773-BC1E-4854-85BE-609008A2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稀神 サグメ / Kishin Sagume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0120883-1BFF-425A-9C8A-14BA4E76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028BA36-0CFB-43E1-BC44-25E62661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她是月之民，虽然算是神灵，但是其性质非鬼非神亦非精灵，是天邪鬼的一种，也是位居天邪鬼之上的神灵。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C3A65BD-4FAF-4453-A5C1-7194B670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1E50272-A55B-42A8-9B1F-5921A4AE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月之民 · 绀珠传的四面Boss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B7B38F8-3C47-48D3-A0D9-6801ECAF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D12C4D4-62CB-4916-A84B-4C22D000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A2A305D-4CBD-404E-81F9-ABEC20FC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D3782EC-A13E-4D5C-A4B9-052AFAD1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7934A08-4D28-431D-A81E-DEA0EB3D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B47C543-FD86-4CCF-8D69-9B47A1E8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从口中说出便可使事态逆转程度的能力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3C99667-81CA-41A0-BB4B-F7560049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11F0509-815E-440F-B856-AFB55988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4ACC69B-49D8-4AB1-A23A-61032CC2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86CB383-AD29-4AD9-AB82-29CB3D63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9F24EB6-DA0B-485F-9A9C-638AF11B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5CC53FC-2825-4450-A964-26B2492C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47CC7EB-1D5B-45A7-95EB-3043F38C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3943FC2-C266-4C82-9F71-EB18BC31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2044584467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297BAB-9E9D-4E4B-A6D0-1F84BE1FBD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ab832c78a449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3350" y="228600"/>
            <a:ext cx="4476750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C60B9DF-82CC-4B52-B4A8-AF25F2DB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BC31D94-5805-421D-89C8-47139F24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E28C887-5669-4E03-A522-683CF7C3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7DB3B8F-843A-445A-867B-B77F03F4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克劳恩皮丝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2144115-389A-4C0E-B5F4-B1F7771B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クラウンピース / Clownpiece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3954915-939A-4D37-BD4C-1F892BC4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80F72B9-CDFD-474E-A06F-D0414508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来自地狱的妖精，能用火把使人陷入疯狂。后来到幻想乡生活，与光之三妖精一起行动。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8607049-E73F-4D26-A49F-58AD7415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3690318-F3B3-4377-829D-03091670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绀珠传的五面Boss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CD43E9F-E715-4277-B73A-79449F2B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DB47133-3982-4CE5-8125-32BA46B1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49B8224-DA6B-43D4-9F9B-E431751F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F4BC38F-F474-4B10-B1FC-29563BF9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DBB1157-43BC-4698-922E-C86FC3D7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9813276-DBD7-46BA-A370-155EC8E9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使人发狂程度的能力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B2AD52D-1356-4427-9B78-D09002C2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807CCF0-49C9-4723-9115-EB4D303C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6472070-D7C6-43CC-BC32-0B1C23FF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33CB7A1-3A24-4E10-95FD-009E8B80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CC8DAD8-7D6F-41D2-A477-4113AE7E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1AEDAE5-8FD0-425B-8D9C-2A2471B3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8B4953F-7AAE-487B-91FC-1DC8D998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2758C63-20D3-49FB-BD8B-DD13E9FC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342246895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FCAE7-E6E4-49E1-BF85-DB403E2F9F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949aed58c435e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A5916F1-8075-48B3-BFC7-5A73FB1C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3FF6389-701A-408A-B214-9201F889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65B639E-84ED-4B58-8DF2-17EA089A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25D0E4D-9BA7-46AD-ADA8-F538B03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纯狐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BA297FD-D356-4F9F-B506-88C43867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純狐（じゅんこ） / Junko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51CFD15-C508-4A6B-9507-52A6D255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178EC06-BED6-4E9C-AA86-F49E4C0E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她是神灵，自称“仙灵”，是被怨恨纯化的灵，彻底纯化的复仇化身。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E1238A-6816-44A6-8D87-A0611C95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9AF5A2E-06FD-459B-BBF1-9234B443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 · 绀珠传的六、EX面Boss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A4C879F-DDEF-4E4B-8FEB-65E4AC3C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C88BE2A-3962-42D2-8084-6820AB5F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6DBD9B7-EB8D-49E1-847E-F9981034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纯化程度的能力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6CD511C-3FC5-42B3-83B5-06BF503C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26AB171-FA92-456E-8E03-E3E6B517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91A844E-A6D9-4153-A091-DE44D696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D90DA85-D884-4CB3-9016-22C8D3FD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2D11F1C-3D03-4C6E-8F77-2D2F0539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33C1B3F-CD7C-4B66-A404-03C45FEC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808B0AC-3BE6-4F8D-853C-4F0CB754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F44D3C6-1E5A-43F0-9EF5-BF423129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1472779003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EA8874-0D8C-4C18-9390-0A6399973B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99aa3a0a84007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F3AAE1D-E218-43CF-B02B-C33D735D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1FFA7C6-D4E5-4DF1-B81E-46079BBF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FD7AD46-D974-4A82-B4E9-360FB2AC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F855A55-2DC6-4DF1-97D6-CC47C905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赫卡提亚·拉碧斯拉祖利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93FF09-C94E-428E-AF02-4A0E818C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ヘカーティア・ラピスラズリ / Hecatia Lapislazuli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6BC6D0D-C4B9-4340-8402-BBC9971A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6D96C97-FF5E-4D21-9298-1E814307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她是拥有三副身体，司掌月球、地球、异界三界地狱的神明。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C39FD1D-A024-4459-A9F9-9AC62C25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14061EF-A2C8-4ACF-82BE-BC3FAB64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绀珠传的EX面BOSS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5FC420F-FE47-45F3-B248-7DE1732A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DB2FCD1-64C7-429E-9AB4-9912FD11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C553389-B07B-41A4-A215-7470595B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月球／地球／异界的地狱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BEA67CA-7AA9-448C-B211-06250833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DB8DA90-C25F-45EE-A738-41E8CA2A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726BBF4-75D7-4223-A781-A18B2B10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拥有三个身体程度的能力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FBE29CB-0644-4DB5-BC2B-9A84499D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247F673-355B-4165-8273-BC0BC8B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DC721E7-EF21-40CB-85AA-D1F400FD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3FCE6B4-B733-4838-A79F-5C745DBD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ACA9F65-73B5-4247-8427-7A18482A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42A6180-46C8-43FA-8D7F-9B8CC44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B217F83-7382-4180-96B3-05980ACB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71C299E-0CDC-44DA-BAB4-1DE1FF23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240612627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B02780-8574-4F08-8195-97BE5BADD7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6965cc29f443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8764FAD-C95A-48F7-A4EE-5540F670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56D7FFC-1EEB-410D-A639-76F2CCEA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C64621-C64B-40E6-9424-105617D7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DE5D5B0-61DC-49CD-9D44-3FE42A3F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依神女苑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CA7FA80-120F-4819-9BB3-8D52CA4D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女苑（よりがみ じょおん） / Yorigami Jyoon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7430743-FCB6-4948-A986-2F4B92FA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03989F3-B2B8-4392-9088-B94E244A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她是疫病神，很容易被人喜欢上，但结果往往会给周遭招来不幸和怨恨。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825B6C-FD95-44D8-A471-AB911F57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D07AA2C-3272-44E4-A784-C412EC8C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疫病神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6D029B9-6929-48D3-BA00-5C26220C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730BAF0-7F77-4522-B0B2-0A8C847C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63BC717-664B-43A4-9A67-B0A998FE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使人消耗财产程度的能力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78E62BE-3101-4744-96DA-0F261138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E9506B0-DCF7-4657-AF77-E04811CB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5FDBC7C-632F-4459-B70C-F90043CF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B1024E9-4971-4EB5-8AD0-09315F39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CB0438D-9BF9-4C91-88B5-66ED1DFD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D631CA3-7131-40D7-97BA-06939C04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CA09BFC-EF54-40CD-A1EF-F8108FCA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4F53898-15FC-422B-9251-B9B4575A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2006855003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FC9FB-83BE-48E1-92CE-9B3885C4EA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814a75d7c484e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1601B23-E10A-440F-B895-C5F033E2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726392B-87C2-4386-A31E-13736BB0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B0123B-5376-409A-ADBC-3B16157A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29048B2-B872-4B22-96EE-9960E782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依神紫苑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8AEC771-369F-4EFC-97E8-47D215FB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紫苑（よりがみ しおん） / Yorigami Shion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64D16CF-BB83-4DCC-9FE3-780FCFE0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7A39CF7-3686-42AE-80DB-6BB7B03E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她是贫穷神，因此被所有人讨厌，但实际上她是借由让他人陷入贫穷，来保护他人免受财祸之苦的守护神。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5F283E1-09D1-445C-91D9-8778986E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50C060E-DFF7-4B4E-98AD-39C4E1B0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贫穷神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BB3E8A9-D0BB-46BC-A236-C3D4C604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324F907-C02B-4F41-AC7F-40E325DB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15DBAC-5604-4B54-8E90-3FD37195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向包含自己的一切对象降下不幸程度的能力 让一切陷入不幸程度的能力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3A024F1-BE13-4A5F-A36B-AE0FE557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A05CA5D-A1E0-4FC7-9B96-719B7A48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0F19F58-53A1-4ADD-9327-0D1541A8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C2E3D60-90FF-44D3-B705-848D5592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058B7B6-E41A-4749-8902-34CF6C11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146962E-993B-4360-AE09-E33BDEFA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F0D1D02-18E4-41E9-B08D-6552E177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6EEDE25-7646-4536-BBA6-E99E55FB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2098569480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4915A-C4BB-403E-BDA6-EA8455F47B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66e6d50a74bf8"/>
          <a:srcRect xmlns:a="http://schemas.openxmlformats.org/drawingml/2006/main" l="6037" t="0" r="60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6797620-9ABF-4CAA-B882-07F13F64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E6D817A-1CAF-4378-B3C9-28C5D79F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404FF1-FA4F-459C-B8F7-9E031A95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8DFFDCE-4541-4BAA-8BD5-C4549B3D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爱塔妮缇拉尔瓦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621D34D-5E6C-4A46-81EE-9FDB118A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エタニティラルバ / Eternity Larva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64E6B95-FA18-464C-8F72-4E2EC080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FB4259-3B7E-4195-992A-AF362099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她是凤蝶的妖精，但摩多罗隐岐奈认为她也许不是凤蝶的妖精而是常夜神。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ACB2093-2DD6-41A2-AE7D-E7B3E99A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4A45C04-33B4-44A5-8897-20D325B7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天空璋的一面Boss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E308AFA-438D-4793-A80D-4C67C64F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54EF33E-7812-4DA5-B958-930525E9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FC04643-C700-43EA-8D4C-279CC3D6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散播鳞粉程度的能力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6D18387-D960-4094-8340-9B36E6BE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2BDF51F-DCAE-4AEA-B16D-1C0DE7B4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B9F4E52-4E5C-4456-98E9-C22EF11F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9C57224-4B57-453E-AB73-31412CF9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521664F-4B4B-49D9-900A-302E6982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A7F9CFD-54FE-453F-A139-52F6591A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23847C8-834C-4AEF-BB14-EE3E3192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028169F-161A-44B8-98C5-A6C787D7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446872864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08F851-F8E5-4069-AAFF-5321C9985E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f03e6907247c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B77A4AD-29F5-430A-BF48-C04D768D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66A8294-8925-4066-857B-62035230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7F18000-9A24-4148-9124-CFD2D9CF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3653998-53C0-476F-A32B-E998E750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坂田合欢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7C5681-3FB4-4828-9226-CE844944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坂田 ネムノ（さかた ねむの） / Sakata Nemuno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89E5F58-5ADA-4222-83DD-F8DFE9CE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B57880F-8526-4E37-98E1-25F1248A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她是山姥，这一种族与其他种族达成互不侵犯的约定，独自生活在各自的圣域里。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394A4EB-FDF2-4A88-9421-10D13FFC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63D04AE-8799-40F4-9A2F-C72C1DC1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山姥 · 天空璋的二面Boss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D294AAD-7590-44C5-860A-5C8A37AA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33ABF67-9F25-44EC-9B28-9297E7BF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140F683-13EA-41A7-BE33-46CBB0A0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41CC18D-8E06-40DD-89A5-963E1262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916009A-771C-46E4-8CE0-BF4B478D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B7BC385-2858-430E-85AC-147905AD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制作圣域程度的能力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A3CD3B8-DD56-4817-AB8B-43BD6C12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C5898B1-B524-4CA3-BF50-8AD6CF23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055ADE7-5A7E-4BB5-9FD8-60FD0353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5E00814-7E97-4421-A322-7CDD3C47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CB08634-E610-4829-B1A5-118E3AD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D635612-C302-4EC7-9C45-61FBC708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6FEFB45-8A26-41BE-A095-1313562C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7B1A5F8-D501-46EA-9098-32F6BC1B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487789813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B1252-D18F-4227-BE45-CB8658FA83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435036700454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5E2B581-3767-4AE0-BB7D-7DDD65FD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B8D9C4E-B143-4D54-9B94-B389D98F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D5ECF45-3034-436D-8795-12869AC3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F8A1F4D-3777-4677-ACB5-EC14DF17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高丽野阿吽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07B312B-A743-41A6-AC59-28C432D3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高麗野 あうん / Komano Aunn，Komano Aun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6D8CA5B-A126-4108-8F2B-A08C6D67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67EDD82-1144-4513-82A2-31E3698D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她是狛犬，不过其实她同时拥有狮子和狛犬两种性质，是二位一体的神兽。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1D907A-3E33-48E2-AF9B-C9A57D4F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3C465EF-7AEC-41E0-AEAD-D7927FBD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狛犬 · 天空璋的三面Boss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B000790-D041-42A0-A7D4-D3A53334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AFB2CE9-7042-461C-A61F-22B76312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B9D5C7F-0DA1-445C-9ECC-E4499F7D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65083C8-1240-4CA4-835E-34C13EE2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135B48B-DCD6-46E0-8A6F-2492E784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BBE3C74-3C3E-4B60-B502-623BE51B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发现神佛程度的能力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E5B29A0-05D5-47AD-B519-F05127C5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C40C8FF-0B29-4CF7-9C81-8661688F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14F9138-315A-46F4-9421-E927587F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3092DCA-325C-448B-9AEE-D8F12778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C5BE349-9D90-4819-A0DF-EA4EFAA1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5A7B5A6-A642-4CFE-B655-587773AE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2272633-2271-4CA8-BF7B-AFAEB27F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6174380-93D2-476A-BEC3-07A00295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195151128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62EC7-7D7F-4C26-9F6B-8410160E5D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d8744cfce4d7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C5F80AA-CE3E-4FD2-9532-9945333D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7924EF6-59EE-4BB0-8210-163E1153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4222BBE-B750-4276-BB4D-F117ABAF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A7452CC-9D43-4CB4-AAED-8D865CCE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矢田寺成美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80DFAFC-2F87-4DFF-B79B-C39399B5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矢田寺 成美（やたでら なるみ） / Yatadera Narumi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58E2649-1E8F-4C8C-8766-C1727E46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82E493-E19B-4093-AC28-6DF94623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她是在魔法森林的魔力驱动下得到生命的地藏像，属于一种魔法使。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96E6DE1-1347-4E97-9113-A213478E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92B35E1-23F7-4B4A-A43E-DF157C4F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魔法使（地藏） · 天空璋的四面Boss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F6012AB-7B94-44A0-8AE0-0DD8374E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88FE9F9-5F00-4324-935C-99699287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E33630B-B6CC-40EB-80A3-043C5E61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375A328-FD9F-4D43-A84F-77823B54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BBD9E36-0265-419A-8828-2C916E28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841C72F-204F-46B2-B591-69F909D1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使用魔法程度的能力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E5EC3F7-21C8-43F8-84F8-ADF036F4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5AA25F7-C34B-4826-B993-4C2460CA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840FC46-82A9-4A12-A1FB-3F0F2E00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BDF276A-97EC-411C-AF87-F574FB99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2D7C94B-0548-4DA6-9E15-C355C157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F135012-EC7B-44AA-B53C-41815E00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485413B-E634-4EC7-89C6-5FDE72A0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85F8E4F-4CB3-431A-BED1-A46AACDD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1215151037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3F6068-3EB8-40F9-8AE1-8CEE775E88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8d109c23c431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16B6520-D9A0-480D-95E0-A62673F3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E58D5DF-EFB6-43D1-BB9D-6E9112F6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7DB7913-090F-46E1-8C60-7CFB8683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DB7D9B3-D32A-4EC4-A86B-46A9C650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丁礼田舞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27D4C44-A980-4DB9-A414-8ACAFFE4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丁礼田 舞 / Teireida Mai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0FD0E09-6490-4505-97CC-26E03084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171EDAB-C93D-42DC-BBA2-1D464A8A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她原先是普通人类的孩子，现已不算是人类。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CC40A05-D291-4711-A36D-9D441807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D482703-DAD8-43AD-B46B-032E010B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人类（？） · 天空璋的四面、EX面道中Boss和五面Boss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BF13AD8-9B6F-4223-8758-DB8225B5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DAE2426-E7F7-4010-8063-A965E938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C65F754-5E15-4E15-9327-95A0C5D9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后户之国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61DA949-AACE-4589-9B2C-25E91F9B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7C4FB13-3701-45FC-8F5E-A6F66151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58B35AD-D45F-4EA3-8D26-D933842E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诱导生命力程度的能力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5EFA695-FB25-4A9E-A4D2-4B90B97B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DAF6352-CDEE-4BD8-9C6A-E699FCDD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09D86B3-B640-4DA0-BE74-5F4D0A69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4470D69-B718-45B4-8FEA-F231FEB8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F4E8B16-0D35-41AB-AC05-A266CAF9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E273EFD-18D1-45A2-A91D-7780096E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4962F25-7C5B-460B-BBC0-E2ABCB8B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BC5215D-D420-4E5B-9543-BE166D3D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1768272468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91AEC-DC2E-4181-AC73-BD3C219FDC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7c2ad7111486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367AF25-45B1-48F9-BD6F-2C4C1E12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BC4D09B-3FA8-45C6-AA44-37BA7D7D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3F52AAC-6706-4B02-B117-0EC97B46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1A62547-8227-410E-906F-E08F47C9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尔子田里乃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EE67AF-3AFA-4151-9A76-63FA3A6B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爾子田 里乃（にしだ さとの） / Nishida Satono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7C20269-EAA8-4046-A857-885514B5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3636E5E-85B8-41D7-AF18-4F2D6FF1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她原先是普通人类的孩子，现已不算是人类。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5F53A3E-5594-431D-9011-FC418CD7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019C0CF-DB62-409A-B7D5-AE080A7C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人类（？） · 天空璋的五面Boss和EX面道中Boss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B89635F-A1D6-4B4A-A4F0-11BF4AF0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D5F523D-F5E1-46BB-AC07-E7CFF782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ECA267C-46A6-4D8A-BE57-48894952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后户之国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0BEE90E-344E-4DDF-8B36-4D12BD4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B8EC593-8A23-43D9-AABC-C230209E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EF4A636-A6A5-49E6-BF32-07C6B1CE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通过在背后起舞来诱导出精神力程度的能力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D1DD317-58A8-4A67-9C7A-EEDFA7FA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641EAB0-A0FB-49CE-AAC4-6CBC39A0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C0FA3A6-223E-4792-B6DE-3DC59778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0C3669B-67EF-4B5B-A282-5A0B7914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603E906-B311-4FDA-A68A-800638C8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B09896A-C3F5-4C1F-AFDF-A86D1D77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7F83E55-A6B1-417C-B18D-33BC9B3F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5A00519-7975-48DE-B90E-86F6B65F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1875746460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3D328-E96B-4CC5-B52B-F04C77C60F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2962f9a2d49c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28B6D93-94DA-46DA-9169-CD9EB776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A2241F2-5E4B-49D8-8874-55F2BE92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17770E2-D9E4-48EF-B4D8-AFBBD066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274E663-DA19-49DA-B0B7-8FEA7334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摩多罗隐岐奈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94C5CA0-84CC-4616-8040-73727AF4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摩多羅 隠岐奈（またら おきな） / Matara Okina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9FCA945-309D-4811-8174-7AFDB853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138B9FC-3291-473A-848E-16FB5499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拥有多重神格的秘神，也是幻想乡的贤者之一。她通过背后的门与后户之国行动。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BF18735-DBDF-465E-985D-D2513691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B79DFF7-0AB4-4FD9-AD52-628FCA14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秘神 · 天空璋的六、EX面Boss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5B569B5-AC9B-4242-9B0B-4EA83C17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BEE8775-9916-4242-837A-D1AD0B49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FC8C4F1-D7B1-43CB-8181-8F0D2119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后户之国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75E73F0-94D6-4C63-A059-9C967DE5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9AF9674-5D3E-447F-808E-52FAB4D6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A6CA419-5E90-443D-A17D-04EC15EE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在万物背上制作门扉程度的能力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9DA6E36-EC38-4BBB-A6C9-AA4051EE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7CA3C39-8FE3-4A68-BCE9-462270F6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F101128-0513-43C5-B320-7C32CD33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313E7C4-2984-44BD-8374-9B03F6B9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90E4273-79CE-47C5-B395-F09F9EA0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BD75E2E-1683-4F22-92B2-D5293092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5792FA2-EBC7-4BF0-94B6-B0D8BF2D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A1CBF5E-BC2C-4D77-871A-60B3C812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1015412595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7514BD-1BEA-4B82-8F64-F6EC0D33D0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fb5b0ef0546a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9EEAC49-CA4B-48EF-A286-96127499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50EB616-74EF-4A4F-9332-703A9E7F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6D3E6A-A488-4AEB-AD95-FE391875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293A206-5166-4A27-BE6F-B943D382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戎璎花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FD91B8B-665D-4785-86B1-D31309C2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戎 瓔花 / Ebisu Eika / Ebisu Youka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7FB7396-0BE1-451D-A396-20F496AF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C0531DD-FA49-4D28-9784-F34C1606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她是水子之灵，是赛之河原水子们的领袖与偶像，也是一位福神。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B3311B9-BC8A-421C-A3C4-623A9E4C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42D8527-059C-4817-AA52-FFC74542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水子之灵 · 鬼形兽的一面Boss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30C8271-5917-4B86-A02F-B5A36486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329FF22-CD8F-4E02-BEB0-2352EB6E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980B762-E213-499E-B889-0D71F0B3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赛之河原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3597029-53F3-4849-8DF5-210BA61F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C8778C3-EAEC-4410-BBAD-BDF116A5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2F711F6-ED59-46FF-9FEB-F1CB8A26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擅长垒石程度的能力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3E49AB0-CCD4-4611-8C31-D5504B8E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0B453D1-E27D-4581-BF20-3ABFD901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3733919-13FA-4C20-B0CD-AA4006DF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161E838-72A7-4B22-92CE-2B04A264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2D5E943-CB76-4F46-9CA2-3BDDF167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61C5EB1-883F-4249-ACFC-61CAFA54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DA1BA10-EA02-43A2-812D-99FC2C9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7DFC2EA-F7BB-4098-9456-68AF9C7D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115</a:t>
            </a:r>
          </a:p>
        </p:txBody>
      </p:sp>
    </p:spTree>
    <p:extLst>
      <p:ext uri="{BB962C8B-B14F-4D97-AF65-F5344CB8AC3E}">
        <p14:creationId xmlns:p14="http://schemas.microsoft.com/office/powerpoint/2010/main" val="1400066303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8548B-3BE7-43C0-AE34-59C39E6F95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3bf1fc37e4c8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A89236A-A4A2-4957-87F2-4C5A6E2A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429E45C-E011-49DC-98AC-583865CB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54A777E-0E8D-4300-B764-6CC2DA4E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BC57F9-86E5-438E-911B-CF7C78E9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牛崎润美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45C8E46-5099-42C4-B9B6-84532684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牛崎 潤美 / Ushizaki Urumi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2900573-BB56-4860-AF35-1D70FCE8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DA25996-4ABB-44C4-9A22-1C8DEBC6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她是牛鬼，本是一种利用人类的善意袭击人类的可怕的鬼，但如今她已不再袭击人类。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1AE12F4-71AD-433A-8E0D-08D42022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84F6E78-5C3E-4822-AC24-E5097F74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牛鬼 · 鬼形兽的二面Boss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1748C79-9C8A-4ADF-8BF9-EDB56880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6ECAABC-77C7-45EC-AB49-E6C0C435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7E8572B-CEBA-4595-AEFA-861E590A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三途河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43ECF09-67DF-4DA4-943B-BAE69AB6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F3B3995-D878-43D4-8917-0D1BF569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9F9458D-54D5-4473-BEC5-1C1BE1D9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改变身边物品重量程度的能力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82BBD6B-67EC-4C56-ABCE-FC505C4F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77595DB-9773-40F8-ACE8-14C6A434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06EC517-8DF1-4B7A-ADA1-A6314B7D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0B729D9-2A43-485E-BC8E-8712338B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7E7BC3E-E1A6-487F-9211-A1AA8A1E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EF17338-9276-4820-91F2-03C5E835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30F1FAD-22CC-48B6-AFD4-A316FC59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1619077-7905-4E19-ABF8-9AA6C194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503084259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88B05-897C-433C-B1C4-A1EDE0CAB1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b3c9c191a491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89B4F45-7CDE-4E67-8FBF-EE4BCEEC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8C288BB-54D3-48A1-9D47-DCFD9163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A530879-F126-435A-91DA-A6C1D0B6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1495575-A9A4-4F9C-92F0-604ADED6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庭渡久侘歌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9C67D3-FD25-4532-BC3F-868722E8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庭渡 久侘歌（にわたり くたか） / Niwatari Kutaka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0B21EC1-12A2-4C35-AFC4-55F7484F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947B768-FE68-4FF0-8643-D38032F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她是野生鸡的神明——二羽渡神，是一位彬彬有礼、为人公正、优先平等与利他精神的神明。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7AF80B6-BFC3-4877-9B97-FCEF9EB0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500A35-D8D9-4822-8324-E81CB210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神明／八百万之神 · 鬼形兽的三面Boss和EX面道中Boss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EAD3F99-D23C-4ECF-AEC3-D884389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7889022-B8F5-46E6-B87A-68DAA7AF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A54A655-0DA2-4BA1-B987-CFFCE584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治愈喉疾程度的能力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C9B03FD-2E9C-4864-9A9D-4DCF6F6E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1C6D653-3A69-4E89-8301-5043874A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60513C8-720E-4EDF-A2A5-B826FA85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513DC84-9A6F-4FDC-9553-28F5FEDE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14D2E41-4AD2-4B0A-8CC1-7248D2E2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5C19B2B-B0F6-4A2E-B3A8-97EC1272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2779E5B-14B3-4E00-9722-1E0B9589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95408D7-0DDB-4E0D-B061-3934F94B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117</a:t>
            </a:r>
          </a:p>
        </p:txBody>
      </p:sp>
    </p:spTree>
    <p:extLst>
      <p:ext uri="{BB962C8B-B14F-4D97-AF65-F5344CB8AC3E}">
        <p14:creationId xmlns:p14="http://schemas.microsoft.com/office/powerpoint/2010/main" val="1605480737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A3233-B515-4BEF-9B6D-F195ED7131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aacd2f49a4817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3D3E0C8-403C-4088-8169-DEA063F1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1988663-3D8F-4843-A932-EFDC80C6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F894B63-E890-4402-96C7-0E6F69D2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5373589-67B8-4321-AB4F-331C9CC1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吉吊八千慧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22756AE-3F3F-4F8F-B286-9C51469A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吉弔 八千慧 / Kitcho Yachie，Kitchou Yachie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C6C25FB-4F85-467C-92F8-D758419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4CECF0-2C0A-4124-8B3D-B3FFAF55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她是吉吊的动物灵，是擅长奇袭作战的动物灵组织“鬼杰组”的组长。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EFCC4FA-19C4-478C-83C4-AE0887C2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672E1A3-7C6D-494B-B849-05A9AF94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吉吊 · 鬼杰组组长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C64BF23-0F88-4F72-ADCE-DA13DF42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19DBFD6-ACEB-4981-AD73-64EB1C42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6E1A4BF-C4D2-4B41-B8BB-32266D6E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鬼杰组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1029ADF-6DEB-4263-8CBD-22312A2F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813F5CB-1F11-4CA8-BD89-59530EF1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9F51E8F-6459-44A1-8245-3E33EDB0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令对手失去反抗意志程度的能力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5D4BA8C-A7C9-48D1-B5A2-8BB3E4B2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1651D74-B6A1-4D7A-8D0A-FCEBDA49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0E91C2D-1777-4D85-927A-D6F6253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FB7337B-35BB-4CC6-860E-56FF268B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CC1A940-D0D6-4639-BB3C-58FC5298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CA40233-D7C6-402C-A474-E293D214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0AC934F-7D0B-4522-AB6C-2F3B755D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963AFD6-CE4D-4BD1-9561-93C48A2D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966818295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EB741-9C85-4E3A-89DC-D2004EA36A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c8c2006c54433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91F4785-118E-4D59-98C0-7E07B9B7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DCDB052-8361-42EA-A379-822559AC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AE5CCA4-D65D-423F-B3A4-7E7D2387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F96B4AB-EBBF-47AD-914D-B5DA2B5E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杖刀偶磨弓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4A52336-20CD-4194-BFFD-774E017A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杖刀偶 磨弓（じょうとうぐう まゆみ） / Joutougu Mayumi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5BE0B56-6800-421C-9DCB-06DD7F03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48AD3C-E74D-45B8-A769-C5FC00E8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她是埴安神袿姬制造的埴轮之一，是袿姬制作的埴轮兵团的首长。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7DEC335-0527-4030-9614-BD850313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519BE54-774D-4006-A82E-951C140C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埴轮 · 埴轮兵团首长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9CAD29F-76CD-4F46-8AC1-3DD094A7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7FC17EB-24BF-406A-8AA6-2C9570F8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239F5DA-21EA-48EC-A504-AF199B12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灵长园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93E15EC-A4F9-41D3-A62C-46A4A6AD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467D9DA-56F9-43CA-B821-24463349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F358C90-1A50-4DC3-84C7-73B9D08D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让忠心直接化为实力程度的能力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3EF5DAC-C456-4FA6-A05F-DD9A34B2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24F99BA-86B0-44E2-84C0-CE7E90E2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27B541A-636B-4C87-A5ED-0AC9A599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7639DA8-6929-4F43-A048-7C54BB4B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CB6DD6C-60A4-46F8-878D-41394986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410A7BB-1627-40AA-8284-5B13924F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29B2DF5-980B-465A-B15D-1442994B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E5A7F96-14E2-479E-B0BC-60D8A596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119</a:t>
            </a:r>
          </a:p>
        </p:txBody>
      </p:sp>
    </p:spTree>
    <p:extLst>
      <p:ext uri="{BB962C8B-B14F-4D97-AF65-F5344CB8AC3E}">
        <p14:creationId xmlns:p14="http://schemas.microsoft.com/office/powerpoint/2010/main" val="900099751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D5937-AC4D-41AF-A907-4E3A8C8A08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e8c539f26415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8B60493-E314-4AFF-ABC4-C84E7D8F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FE443D3-6529-45B0-96A9-3E057213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2631F8-FEA4-4DD2-A367-BB52DCB6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D68188-051B-4234-8344-940263D5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埴安神袿姬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0D40815-B1D9-45A0-A613-E4553196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埴安神 袿姫 / Haniyasushin Keiki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4991E68-A96E-4C45-B9B0-23626296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B277F0-9190-4CDE-9CF9-5A80EC04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她是畜生界灵长园人类灵抱着起死回生之念召唤来的神明。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E68A29F-48C7-4004-9C18-2BA57241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450F6E6-6919-4F3F-812D-5D95FE2B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C5EE37B-33B1-4DF0-946F-008D69DC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086DB8D-472F-4B42-B488-5995F25A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69BD09B-B7EA-463E-86F2-8EE8F296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灵长园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FFBBA8B-B26A-4DCB-B487-95B8CE8B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7AA2F4D-BF00-4256-97F3-6B537E1B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C488818-C008-418A-92D3-85FBE42B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创造偶像程度的能力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8B9F0BF-46BB-4AB3-9458-90E1EC62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BD47E39-546D-4C70-B066-63E21B7E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70129E8-9AAB-48FF-A116-2BF133DA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07CDC4A-F7C9-4293-8AD4-A5A1D74E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BFE13BC-3C3D-498E-A717-766002FC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8862009-03B8-4451-8505-37050F58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0A382C7-DB0D-4723-A920-AFAAC018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51DF8AD-5139-4ED9-9F12-F074877A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700867403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8D4FB5-1BE8-450E-92A2-E194E9C252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e9b224ee1445a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E82B564-9662-4A92-89CC-C40DCCE2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6A4A562-0F09-46C3-8998-181206A5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11EAC53-11CB-4BB8-B239-CE187A05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A4503D9-C4AC-4D5C-B678-860246A0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骊驹早鬼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D405C97-185E-4866-972F-2B002B6E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驪駒 早鬼（くろこま さき） / Kurokoma Saki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CA45C83-2E21-4B53-9B1C-CC251FEC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FA8C56-1FD6-45C1-8203-6F675BBF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畜生界组织劲牙组的组长，是骊驹的动物灵。她拥有强健的脚力，尊重强者，也希望自己变得更强。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B2007C5-0649-4ABF-9F6B-B03ABFB4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1F1BD66-491F-40EE-8A5F-828F4B20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骊驹／妖兽（骊驹） · 劲牙组组长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46C949E-488D-439A-927B-4B3AD12A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486E4C5-EF69-4F6B-B196-DCB1F6E7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97F8C40-2AA6-41E4-8F1A-98CFDA78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劲牙组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D476624-A8C2-4C01-8BCC-42E81F31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12882E2-E624-4601-B934-521E9BD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8B16457-77D7-40EB-A983-FECE25D1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拥有无双脚力程度的能力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C9EA020-2C10-47BA-ACC8-748D3B0C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8333FBD-F79D-4160-B9CE-A4879DDE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5051652-88CE-426F-AE7F-0F0B2340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038437F-AE67-461C-BF75-5A1D1677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CC723B0-32D6-476D-ABE7-7A42F8AF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E4033C9-707B-4C60-B7AF-E102539C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599D1D3-7EAA-4AA0-B54D-83E60AA0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43854EC-6FBC-41F7-AEBF-5E1C7FC8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121</a:t>
            </a:r>
          </a:p>
        </p:txBody>
      </p:sp>
    </p:spTree>
    <p:extLst>
      <p:ext uri="{BB962C8B-B14F-4D97-AF65-F5344CB8AC3E}">
        <p14:creationId xmlns:p14="http://schemas.microsoft.com/office/powerpoint/2010/main" val="551869816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D104DB-56B2-436D-A490-444D39E27F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9e28e0d8e40f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CFD09D9-3B28-450C-9BC9-798497C0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CAD547B-9B53-495E-B832-06840397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C7253AC-573C-419A-81A2-EB7075ED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66C79B0-13A9-4380-B7ED-4D3A7F2A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饕餮尤魔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E7FE33C-B9C7-46AA-844D-BF5C755A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饕餮 尤魔 / Toutetsu Yuma，Toutetu Yuma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739AA7E-4D21-427E-81F1-A79729E6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9CC3635-4836-4842-B6BB-82CF0937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形似小羊的神兽，担任畜生界组织刚欲同盟的盟主。她能吸收各种事物，并将其化为自己的力量。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D473FE-A506-449D-8FA8-2D49F5AA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E5EB41E-D124-4718-B17D-5D1C2882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饕餮 · 刚欲同盟盟主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6EC3AD0-8E44-464C-9B78-EBDEAE69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701D2C-C730-4790-A097-22236B7D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2CD685A-094D-4B05-A2E1-480D13FB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刚欲同盟／旧血池地狱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4A033D2-E341-4719-B805-E25F2AC9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10F82BA-36EA-4054-B602-BE76B43C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C2D5E11-CB46-4536-9197-68D2BB53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什么都能吸收程度的能力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97B2BA2-20D3-429C-BF5A-88D31ED2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8B988F2-D471-445E-B793-5832BF1D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C889D60-6821-4E38-B473-A69172F6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东方刚欲异闻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4A92486-7960-42A1-A14A-8350099A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883B891-FA3A-49D2-87E9-DC58AAC3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22300C4-E9A4-4426-8E81-5B068F34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东方刚欲异闻 · 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94629F9-A457-45DF-8699-3B94A7DE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164FAA5-67EE-49D1-BB71-E98CE1BF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729950020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309E1D-2227-431A-9EAA-7C60E64453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f80613e6b407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04DDFCF-F016-4B21-B16C-B056C1B8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67FA2A1-FF67-4D6C-8C1F-86E9A31F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691D285-FBFE-492B-98C6-84E0D561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992313-11F8-485B-B425-9D881DF8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豪德寺三花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85D840-25A3-44EA-BDB4-D2B3A2B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豪徳寺 ミケ（ごうとくじ みけ） / Goutokuzi Mike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3CE304E-108B-4FCD-98CC-A5D834F0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533E90-57AC-4CAB-BF76-A87D255C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离开招财猫社会的三花猫。她因毛色受到排挤，后来在妖怪之山开始了悠然自得的生活。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6D8614E-EEFC-4FB1-8A9D-5642DBE3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52EE36C-227E-4326-8BE7-9300462F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招财猫 · 虹龙洞的一面Boss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DD458EE-D1D8-4ADD-88E2-5EBBEB7A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9F2EC11-8724-4795-B6BB-DED8A89D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CB7ACDF-A271-4B08-B9CA-699F6A7F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854B896-2CAE-4DEE-BBC9-DA3E210A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B74C2A5-F854-4849-91D2-209EC22D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9FC3C83-F0B6-40C4-A232-AB69E565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招财或揽客程度的能力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A1E6F1A-4BFC-4493-AC2E-506BFD57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7A89940-9B70-4D49-998B-C0FF94E7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3CB18BA-4F4D-46F9-9202-E1A05085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6E83798-531B-4264-946D-547A9EF3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8962C13-19B1-4C40-A628-C2A4C9DA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781D186-6AEC-4A2C-AF39-A4BAB755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3A12ADB-8D4E-4452-AD2E-7DE6F842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F41C05A-59EA-4F6A-AA14-174811FB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666745177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D0B518-BCED-4082-A7BE-AED4A4050B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d934da77f440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33A8CD0-CF30-4B25-B45C-45A81F9E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DB97EA7-F4E5-416D-A2C0-E4275AD7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8BC102E-E33B-40F1-8435-97353D28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CB26C6-C54D-47D5-9FF2-58402FE1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山城高岭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83E0061-0D67-4162-9482-F1C4A7C8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山城 たかね / Yamashiro Takane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2BC8B3F-BE01-48FE-8C11-0426D30D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355A4AB-29A7-4694-AFB6-23228DF5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山童中的领袖人物，头脑灵活，说话方式比其他山童更文明。她与同族研究经济，构筑了复杂的金钱系统。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E58DB0-6585-4A7B-BA56-D7943721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702C9E-7D9B-4DE1-B03D-D4AFEAAF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山童 · 山童的领袖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FC7167E-1B49-4ECB-86C3-90FDC476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8907B1E-7C00-40A9-B4DA-33625D0B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C098523-E17A-48D7-B961-B4809192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秘天崖／山童社会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63BE425-7CD2-424B-861E-058246C1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3489080-E1B9-4B06-84EA-BB8B9CB5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BD5274B-634D-4895-A34C-EDBD0949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操纵森林之气程度的能力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59E357E-6309-4A27-9146-055A981D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3C09260-AA8D-4FAF-8146-C186639D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A10729B-CF2D-4B7F-B023-3EC84891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D347833-B2A3-46EE-9FA2-63C2A7BB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6FFD701-5517-42DC-8D7E-3B76533B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31F73EF-0C78-4082-9A78-8EE58969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9EE495F-8195-4EC9-8397-C7721924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C476EA6-87E2-40D3-891D-F9E40878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1597216421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14CDA-7F82-4ED8-9757-C65B22AD56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5f011dd21436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9073DCF-995E-44BD-B512-CE4CB794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7DF797D-9BC7-4045-8FE7-50654756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1179D8-A783-45CB-B2A5-2365485A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A71A8F3-A0F2-4ACC-B3A7-2BD4DEF7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驹草山如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D135B95-8706-431D-838A-9C81777F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駒草 山如（こまくさ さんにょ） / Komakusa Sannyo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67DC7D8-97C7-404A-BC03-547687BF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802CACC-3779-4289-8A1C-331A37A1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栖居山中高地的山女郎，为天狗、山童和河童开办赌场，以烟草烟雾平息赌客情绪。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A431251-9683-4C9B-B99C-1B5D901B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0495FFC-4C4B-4F49-8065-61B3E5CD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山女郎 · 赌场经营者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2856506-213F-4C73-B382-DD61D796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99CC96E-F61B-469D-922D-1A2EF591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B3B266B-2527-46C0-ADA0-390D3097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以烟草之烟操纵精神程度的能力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E7B068E-1B2D-48E1-AF3D-FFF4CF48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6BD6B8E-CCF8-4DF8-85D1-115D6C17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CE52CB0-203A-410A-BAA4-0F681B7B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4767918-0852-4BE3-AA50-4E75CFC5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B934D34-18AA-4F3D-A2C2-F297DA3B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E58D4FE-14F9-4AB5-87A5-E9A9B00A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6B77B65-A0ED-4C55-94D1-461C5E53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F7C4348-5C67-48D1-813F-7C13B058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276349649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4B91C4-2568-45B4-A9FC-24D5430673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70fb85d1a47d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F2D995D-6F7B-4A35-A1E8-EF434EE2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6FD4ACD-DF54-4AEC-973D-1E07690D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73C9DF0-9114-4132-9A1D-E7B1F909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A3DE84-536B-431B-A8C0-4F82C003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玉造魅须丸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B5A1F54-097D-4241-8028-B198646B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玉造 魅須丸 / Tamatsukuri Misumaru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CA26604-E193-434A-B5E9-86F4D7EB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0F53821-A1AC-4516-AB9E-027C901F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从古代矿物制造勾玉的神明。为调查龙珠的开采来到虹龙洞，也关心山体开采对环境的破坏。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29E6E5C-7F49-4917-A4FF-2659982E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33966F7-2534-4823-BB01-8B4D58D6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虹龙洞的四面Boss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FE4B199-8335-4D14-B53C-58215C97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FAF0492-9DA8-4130-88F2-1B9E32E7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93E07D7-826A-4E92-90A8-66483AE8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制作勾玉程度的能力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4D64120-8036-48B7-A8DD-ECED7C5F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F55DD0A-5C82-40A1-B1E0-B81E19B6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EF65D66-9230-441C-BD6E-04052FDC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905D5B5-F693-45BF-9ECF-A9743213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73DD773-7036-4D4B-97D5-30BF63D9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515CFCF-DAA7-4536-8DD9-90B1DB2D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5366F34-213B-457A-8806-F8F183E3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C7645ED-CA83-4555-8EBB-5A861B84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706044362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F61CE6-1A94-4544-9E47-05EAC029B3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d580877694af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C1D64DE-5A6D-43D0-A336-688C1BA3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162F2C9-D49F-4B5F-8625-6F80B261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4D81746-973F-4DDA-8C59-029A506A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87BB554-8DC7-4699-83C8-C0399CD9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菅牧典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254EEFB-F781-4627-8CDB-D1A63C56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菅牧 典（くだまき つかさ） / Kudamaki Tsukasa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3FD8DAD-8127-43EB-8108-7C4A82E9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B28973B-158F-42E4-A22F-31F563BD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她是管狐，是八面玲珑的狡猾妖怪，能使听从她的建议的人得到一时金钱上的恩惠和最终的毁灭性结局。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0AE15A1-7BF8-4E5C-8814-DA075280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06EABCB-ACA7-46C2-91E4-53B0B359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管狐 · 虹龙洞的五面、六面、EX面道中Boss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E5D5D40-4EF0-4794-9C74-724E7FCA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81B9C57-9EA6-419C-B503-819F8746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7EA7593-0702-4A80-AD37-8A8989C8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抓住灵魂弱点乘虚而入程度的能力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035F731-3E5A-4AC2-8AB1-A32B448A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84986B6-A4E0-46A9-8A3F-2C0A1050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F12C8EB-ABC0-42FC-A048-4CF0F186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0CA5DB2-6815-4D13-80F9-49B7D933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7039D21-5A09-48B5-A73E-8A07EDC1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2D6112E-572E-4693-8063-9A24CFA2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1B82846-4614-4BB6-B6DF-E9755B50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6F3B4AF-634E-4DF4-A945-2200BCF5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127</a:t>
            </a:r>
          </a:p>
        </p:txBody>
      </p:sp>
    </p:spTree>
    <p:extLst>
      <p:ext uri="{BB962C8B-B14F-4D97-AF65-F5344CB8AC3E}">
        <p14:creationId xmlns:p14="http://schemas.microsoft.com/office/powerpoint/2010/main" val="1695422653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586C9A-528C-4B88-97A9-1C6FB46912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cc74dbb554b0a"/>
          <a:srcRect xmlns:a="http://schemas.openxmlformats.org/drawingml/2006/main" l="0" t="0" r="0" b="3936"/>
          <a:stretch xmlns:a="http://schemas.openxmlformats.org/drawingml/2006/main"/>
        </p:blipFill>
        <p:spPr>
          <a:xfrm xmlns:a="http://schemas.openxmlformats.org/drawingml/2006/main">
            <a:off x="133350" y="228600"/>
            <a:ext cx="4476750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5C97B00-80B2-4D8F-A98C-220818A1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C49194F-0F25-4773-8825-F34D8776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1DB88F2-F9B6-461C-A4DC-B632EE67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37E7758-1EDC-42EB-9DC0-E1A6B7CD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饭纲丸龙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C6BC4F-0A8B-49AD-864F-58C7409E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飯綱丸 龍 / Iizunamaru Megumu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B3B63C9-493D-4DE7-9204-92858FA2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A246CFC-7879-42F6-A0E7-CDD5FEF8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居住在妖怪之山山顶附近的大天狗之一，也是鸦天狗的首领。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D91FC25-C9CA-4962-9C82-5FB0C910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97968B4-50C4-4643-B5D4-23C3A60A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大天狗 · 天狗社会的管理者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0042480-479D-4D7F-9FB1-CBE18FFD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062E4AA-7689-474A-B698-10FD6B43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9D06BEA-30E0-4E9A-A950-27B3BA4A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天狗社会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73C9B62-A02D-49D2-88D1-AAE6630A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16A0450-7BEA-43CD-904F-C905BD12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DBC2C4B-3523-4F62-A021-A17F8E9F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操纵星空程度的能力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FC2CDE1-2C27-4C7C-B1FD-B82FEE72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AA63B74-2F29-44A2-8669-5AB296F4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D7DD384-C367-4045-871D-145E95AC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87F9DE0-21E5-414D-959A-ACC0A6AA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F4DB66B-957F-4879-B8D9-D8623BAF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5717240-EF6C-4BCA-BAA1-C4B41430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B0909DE-7972-4FF7-8DA1-B5F3E10B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8934642-7970-4D95-B4A9-AAD83DAF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1692299606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77091-1833-44F8-A132-B6EBC1D001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8916f5e1846c5"/>
          <a:srcRect xmlns:a="http://schemas.openxmlformats.org/drawingml/2006/main" l="0" t="2036" r="0" b="2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23FAF25-8BB2-4F45-BA75-C67C9650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1E4AC72-1CCB-41EE-8F27-4B79924A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D7A6A23-F946-4CC7-A2DC-D2605F78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7C3DEBE-D8DE-4F14-BCB8-218F422C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天弓千亦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88715F5-5F4F-4594-A67B-5EED88C5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天弓 千亦（てんきゅう ちまた） / Tenkyu Chimata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AC6C8F1-B0EA-4588-A617-72F37AE5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C0EADBC-DA86-4447-AEEA-CBC8A41D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她是司掌集市交易的神明，是集市之神和交易之神。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E43BDD3-31F3-423E-919C-1FCC5F05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A47A01A-C00B-4884-BE84-446A5782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虹龙洞的六面Boss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AF8991B-51E2-449B-8949-A2217595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E15D8FC-1961-4C42-8846-51174104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B9B27FC-57A0-4E55-90ED-B899C442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集市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99B5A92-379A-4B39-8C9E-831308B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7DA84F2-10B9-4FBB-A224-5D7779BC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A597B3E-B686-478F-BA70-6759238B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使人丧失所有权程度的能力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EC8438A-B335-4B74-906D-44B3860B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A5878A4-1476-4BB3-828A-43E891F9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EC6D1B6-B797-410C-A9CC-C35019A5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7E73327-33F4-4741-B804-9C7D2E27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5D9BB39-4396-47CE-A868-34AC6842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EC865AB-5AE4-40F7-B356-53D727B8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6A065FB-9599-4D94-942D-4D53FF43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1654564-8C47-489E-BFC7-86BBF6B6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129</a:t>
            </a:r>
          </a:p>
        </p:txBody>
      </p:sp>
    </p:spTree>
    <p:extLst>
      <p:ext uri="{BB962C8B-B14F-4D97-AF65-F5344CB8AC3E}">
        <p14:creationId xmlns:p14="http://schemas.microsoft.com/office/powerpoint/2010/main" val="103229455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214080-734E-4074-A205-57E5671A44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ee54b250c49f5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E05F5BB-0FED-4324-A407-0E504A46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4845E37-58E4-42DC-8C43-6376075F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BA26159-135B-4559-8AE9-8E0EF1F3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1414107-ACC4-4D12-B594-E7017321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姬虫百百世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1962EC-3B57-4BBD-A439-CFD52F80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姫虫 百々世（ひめむし ももよ） / Himemushi Momoyo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7C7059B-4B49-45EA-BD10-DD85E65D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CF7EF1-E957-4135-B31A-15A0FDFD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在虹龙洞采掘龙珠的大蜈蚣，与饭纲丸龙合作。能否真的噬龙，无人知晓。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353045-81AD-4DEE-9EE0-88DF07BE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CAE39E-132A-4345-9B97-62977177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大蜈蚣 · 虹龙洞的EX面Boss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5ED54FE-5394-4438-94BB-191FBF52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518DC66-5C2B-4574-951C-C7D8A3BD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6964319-5F37-4D57-8FCF-F5202388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虹龙洞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8B83A3A-57C5-4F0C-B115-E4A2751F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C03FF89-0F2C-4B53-899D-F7D0C286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6649AEC-E538-4BE9-B8A4-5C64DE3A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噬龙程度的能力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DF3387C-0D86-4B35-BC89-4F5E6E7C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DF9BB7A-B1A8-4486-BB8A-27D99ABE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C2E347A-5DDE-483A-9B8E-2A4B07AE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D16D5F2-177C-41A5-AE53-423D60C2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4D6C571-4D0D-442A-BA17-8E9D317D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B745508-1D8C-4205-97FC-B41E87C5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8C3F35D-2F66-4ED2-A7C2-ECA54555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BFFEA88-3E39-4C94-BDC2-3976DC63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198511314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C113E-18BE-43AC-8E20-B6110FE03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23be035fb44e3"/>
          <a:srcRect xmlns:a="http://schemas.openxmlformats.org/drawingml/2006/main" l="0" t="2036" r="0" b="2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ADACEDC-B0EB-4C38-852D-E25CC079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173C533-79C2-4160-A38F-09E0E728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052C21B-42D2-4340-80C0-99655BCE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B4DFE8C-BA65-4D04-B5D0-DA8F468A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孙美天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B9EE36E-2C65-45F6-9839-4547CFB9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孫 美天（そん びてん） / Son Biten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3CA4DA1-AEC9-45E4-ABD5-8A247905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4D6F60D-01ED-4988-9770-74A12995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原本是被猴山驱逐的孤猴，后来成为猿神。她在《东方兽王园》中加入吉吊八千慧领导的鬼杰组。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6A5C783-D3BA-4A1D-8D29-B848D507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5DACC0-B319-49DF-BAAB-7A7EB439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猿神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91DB719-FD92-47A1-B465-A0C9ECAF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21AF3F5-9CDC-4BC6-AC08-E530DB07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BDD46F5-F614-416B-BA3B-98F43326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鬼杰组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D15CFF0-0E9D-4084-9930-9C0EFB2D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555614C-1328-4849-A2B7-C4DC72F8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B1A7A3C-4A2E-44FA-BF01-52B5A4A9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操纵野生猿猴程度的能力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6C321C9-1C0E-41D7-ACF1-D78F99E7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F1CFC19-4E23-4D80-95A9-11678B5D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CD31CEC-70B2-46B6-8D65-0327CAE8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9AFBAA1-7D90-43C6-BDCB-96E3BB89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DF5F94F-1330-4ED7-BC3D-47A85CF3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E0DEC78-46CD-4A2D-B8AB-57E1C790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BDFED03-5672-4AAE-B57B-1CC0C252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2961FF4-FBF0-422C-A98B-1A2FC417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131</a:t>
            </a:r>
          </a:p>
        </p:txBody>
      </p:sp>
    </p:spTree>
    <p:extLst>
      <p:ext uri="{BB962C8B-B14F-4D97-AF65-F5344CB8AC3E}">
        <p14:creationId xmlns:p14="http://schemas.microsoft.com/office/powerpoint/2010/main" val="160255752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03868-1DC4-4C54-87A0-E667DCE541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040343beb466c"/>
          <a:srcRect xmlns:a="http://schemas.openxmlformats.org/drawingml/2006/main" l="0" t="2036" r="0" b="2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D5F8335-05B1-4863-A09E-D648DA20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675D50F-3557-4ECA-A2B9-FA36732B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F7A3020-2218-44B5-B380-F6CC68D2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552EF29-9703-4141-A386-E877E069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三头慧之子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6027AAE-0F90-4BA3-A86F-E795C6A3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三頭 慧ノ子 / Mitsugashira Enoko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E6B512A-4089-47E8-B5BE-F76D723D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803342E-0B2C-4A16-97DF-A85CCB46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不死的山犬，因吞食日白残无的血肉而获得不老不死。后来在残无宝珠的作用下成为妖兽。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09F913-924C-4273-894A-AE1D0095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7B4B530-EC56-406D-B56A-E6627E07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不死的山犬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A24C917-66CC-4E41-B1C9-FF72474D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A517239-2232-4D9E-959E-EF099729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7CE99F9-FC66-433F-B156-EF02485E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劲牙组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70254F7-8A94-4207-819D-055A2C86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5BF21CB-9E2B-4A7E-A312-814697B7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C3A1E2E-04F7-465A-9423-466CFA3D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操纵陷阱程度的能力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401AB30-C942-4884-BBB2-33AD5BFD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078A3C1-7869-4093-B564-A9A89867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53D59C1-7F18-44FA-8256-1BB58F3B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B53F6E1-9298-4886-9844-37376A82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523246F-3DCE-4A46-AC2B-0A253B98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F72F24B-97E4-4CCC-BA40-BDE2368E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A11E1A1-0FA2-429B-A765-E78101A7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2360FD3-CF9C-4BBC-8D40-D4488A51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132</a:t>
            </a:r>
          </a:p>
        </p:txBody>
      </p:sp>
    </p:spTree>
    <p:extLst>
      <p:ext uri="{BB962C8B-B14F-4D97-AF65-F5344CB8AC3E}">
        <p14:creationId xmlns:p14="http://schemas.microsoft.com/office/powerpoint/2010/main" val="2022996468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502A1-277B-4825-954B-D6B4F019BD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f8c381c824c7e"/>
          <a:srcRect xmlns:a="http://schemas.openxmlformats.org/drawingml/2006/main" l="0" t="0" r="0" b="6251"/>
          <a:stretch xmlns:a="http://schemas.openxmlformats.org/drawingml/2006/main"/>
        </p:blipFill>
        <p:spPr>
          <a:xfrm xmlns:a="http://schemas.openxmlformats.org/drawingml/2006/main">
            <a:off x="133350" y="228600"/>
            <a:ext cx="4476750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927FD34-68E3-4652-A953-83307BD4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CBA92A3-4B62-4E76-BBAC-151397D4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52BA2E5-FD6D-4E1A-9C01-86173EB2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41CB26B-D452-4C96-8168-BE1DE268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天火人血枪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F752276-9620-4F01-AE95-0411D95E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天火人 ちやり（テンカジン ちやり） / Tenkajin Chiyari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7BB1E1C-742A-4051-BE62-9EEFDB96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D075CA2-78BC-4269-B54D-EFEF3E7F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她是天火人，身缠火焰与血液、原形不明的被诅咒的妖怪。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2C5F178-3DC1-4FD9-86E9-6D5ED293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6382462-2AF0-442F-86EC-A1FF7645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天火人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42A3359-83E3-462E-897D-5B367E68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945B658-D6D4-4474-897B-9B77383F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4C19C81-9BB1-49DF-BC41-E78C95BA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刚欲同盟／旧血池地狱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7070552-2CBD-4815-B34B-544929C1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2B16623-AE0C-49AD-82EE-A568C6C9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F9162A9-859D-421C-BC3C-8CD302FE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操纵血与火程度的能力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FEAFE88-92F8-4EDC-9E65-49381FE4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2B0F7E2-8E92-47E6-A94F-374CF05C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C78C3A8-8110-4185-85F8-1C3E0566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D06F80B-0BA4-4519-8954-D287A4DF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9708617-1240-4778-AC5C-4E8B53F9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CE52395-E59F-4040-AB0B-BE4198E3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2BA21D3-C93F-492F-97D9-513E15D7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2A2D2AB-710B-4988-8C39-DD731B77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133</a:t>
            </a:r>
          </a:p>
        </p:txBody>
      </p:sp>
    </p:spTree>
    <p:extLst>
      <p:ext uri="{BB962C8B-B14F-4D97-AF65-F5344CB8AC3E}">
        <p14:creationId xmlns:p14="http://schemas.microsoft.com/office/powerpoint/2010/main" val="920267919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B5E60-DFF8-471F-95B2-C1F6BDF1EB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f89c4e0f44422"/>
          <a:srcRect xmlns:a="http://schemas.openxmlformats.org/drawingml/2006/main" l="0" t="0" r="0" b="6251"/>
          <a:stretch xmlns:a="http://schemas.openxmlformats.org/drawingml/2006/main"/>
        </p:blipFill>
        <p:spPr>
          <a:xfrm xmlns:a="http://schemas.openxmlformats.org/drawingml/2006/main">
            <a:off x="133350" y="228600"/>
            <a:ext cx="4476750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095327B-625F-4ABC-90FA-43949CBD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FB458FF-C92A-4E8D-9CC6-204282AF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7BF27D-0BB1-4D6A-AFFB-253EEEDA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987272B-EF2F-4C60-BFF4-C08DF7E0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豫母都日狭美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D5CF6D5-1656-4907-A9BA-C8DA6AA8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豫母都 日狭美 / Yomotsu Hisami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EAAEF19-04B8-4DAE-977F-C1D4C842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D576755-536A-49AA-852C-9CFA52E1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她是黄泉丑女，会用甜言蜜语将不慎接近地狱的倒霉蛋拖入地狱，以此获得报酬。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B16554B-C781-4EE3-BD57-A7A9CFE2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356818-255D-4D16-BE7A-B6AE3A0A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黄泉丑女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69CDA84-08C5-46FA-9EC1-DD976F41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0253277-AB86-4D13-ACAD-C8922F5D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D4C1221-D7A2-4948-9412-517E487B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4480946-D608-439F-8D45-8EC62867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7394EE5-0861-419C-9051-D5AACD0D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C0723EB-06D6-4F09-9C85-78045CAA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绝不放走目标程度的能力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448072D-FB3C-447F-9B0A-8A8E481B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37FBBAD-94DD-4E8B-8C12-1834A21A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37E1AFC-69F1-42AC-9E82-CF278FB7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A2EA2A4-490B-439A-8F30-0099CA2A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E0CAE55-5D92-4BDA-8F54-87837B00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D726C2F-9862-4D69-AF6C-EDAC6707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AE23241-44C2-49D6-B296-96D8350F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72BDADF-DB37-4757-B053-3BB24187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134</a:t>
            </a:r>
          </a:p>
        </p:txBody>
      </p:sp>
    </p:spTree>
    <p:extLst>
      <p:ext uri="{BB962C8B-B14F-4D97-AF65-F5344CB8AC3E}">
        <p14:creationId xmlns:p14="http://schemas.microsoft.com/office/powerpoint/2010/main" val="1280547843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318C6-1929-4231-BD6B-37D18631CC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53fc2a1154c1f"/>
          <a:srcRect xmlns:a="http://schemas.openxmlformats.org/drawingml/2006/main" l="0" t="0" r="0" b="6251"/>
          <a:stretch xmlns:a="http://schemas.openxmlformats.org/drawingml/2006/main"/>
        </p:blipFill>
        <p:spPr>
          <a:xfrm xmlns:a="http://schemas.openxmlformats.org/drawingml/2006/main">
            <a:off x="133350" y="228600"/>
            <a:ext cx="4476750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7C236FF-1BF5-40ED-BA20-C558F157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B189745-8482-4D41-98DB-C0EF4844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696BB18-D94A-47FA-BF0A-FBC9AECA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32187E-F91E-4B14-8C04-711C1130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日白残无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407048D-E73F-4AFA-B207-BEC05EC1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日白 残無（にっぱく ざんむ） / Nippaku Zanmu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51D092A-52CC-4758-9B80-415DE58D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0FBAC75-96CE-42C2-9491-F222AFA9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她曾经是背离了世间一切道义的破戒僧，因为吸收了妖兽的灵，她失去了人类之身。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3A95B33-A6C5-4AA9-BB95-0FE8E4AF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665C55C-49A5-4962-B95E-A04692E8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905B4F8-20C2-454A-9835-E978AD09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39D6E82-5CB2-4D35-BBDC-D6FBA87A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69C7769-8362-4C6F-B1BF-4FFFCC40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27FADB7-FC64-4363-9BB2-36AB7124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61B148A-6D05-418E-8B45-D1777E69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C2DFD9D-E27F-4824-A81B-9C6370E0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操纵虚无程度的能力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CF51080-6050-4541-BC07-4D506A58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EF29F80-078C-4C0D-B7E1-E5C1E04C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A8204D1-779C-407E-A9EF-DCAE0A9E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98A00E9-27C6-47D8-A5E7-F853BD4B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0889F48-B922-46AA-B45D-62F3CFC9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1AA3E94-1941-4937-BA7E-5F6E2899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0C1556B-0380-40FA-B050-12C4BC90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C913DA0-C5DD-468C-BEF2-A7B57C67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135</a:t>
            </a:r>
          </a:p>
        </p:txBody>
      </p:sp>
    </p:spTree>
    <p:extLst>
      <p:ext uri="{BB962C8B-B14F-4D97-AF65-F5344CB8AC3E}">
        <p14:creationId xmlns:p14="http://schemas.microsoft.com/office/powerpoint/2010/main" val="58435059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2EF58-D355-4B48-AA40-8D2946370D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30ff2169c47fe"/>
          <a:srcRect xmlns:a="http://schemas.openxmlformats.org/drawingml/2006/main" l="0" t="0" r="0" b="6251"/>
          <a:stretch xmlns:a="http://schemas.openxmlformats.org/drawingml/2006/main"/>
        </p:blipFill>
        <p:spPr>
          <a:xfrm xmlns:a="http://schemas.openxmlformats.org/drawingml/2006/main">
            <a:off x="133350" y="228600"/>
            <a:ext cx="4476750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358E6ED-EC78-469E-B9D9-79DC69DE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C133DDA-C3C6-4FE4-B516-C8BA028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3B9F02D-9047-4FEE-BAC6-5229FE21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F808516-BCDF-4BBD-B694-65381D73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绵月丰姬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FA3E6E3-46C1-4519-9EE6-D755EE82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豊姫（わたつき の とよひめ） / Watatsuki no Toyohime，Watatsuki Toyohime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B14A11E-F21C-438E-86C1-87B4ED3E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36769D-F791-467A-918C-25D4EFF3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她与妹妹绵月依姬同为月之公主和月球的防卫队的首领，该防卫队由不到十只月兔组成，被称呼为“月之使者”。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2E0B5D8-FA2A-453E-B4D3-077D7D43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DC1D878-8125-44FD-91EB-B9256A64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月人／月之民 · 月之公主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A754F0D-08AD-41A5-B5D3-7337DD6C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283B748-8AAE-48AD-A205-D3234B4B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D6EE483-45D7-4AAD-ACCD-15DF4027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1516CAC-DD74-4F68-91FC-D7E7C0AD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D542552-D6AB-4579-8BD6-7F52C8E6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9F64F58-46F9-4400-80DE-6E5F717E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连接山海程度的能力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F703C95-E656-4EAE-AD60-8F1A11A0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42F8CED-B630-4AFC-9A25-260A6FCB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4F56471-63E2-40B4-80DE-2E6841D7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713C4F3-F147-42A0-BED0-6DEC598F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D28184F-2416-4308-9489-2B30F4EB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92BCD28-479A-408D-897A-B4B970AC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 · 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1F17E96-DD04-44E1-A21D-35277BBC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3CC9D80-E93A-49F5-A714-94E0CBA8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136</a:t>
            </a:r>
          </a:p>
        </p:txBody>
      </p:sp>
    </p:spTree>
    <p:extLst>
      <p:ext uri="{BB962C8B-B14F-4D97-AF65-F5344CB8AC3E}">
        <p14:creationId xmlns:p14="http://schemas.microsoft.com/office/powerpoint/2010/main" val="2110469220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328E9E-E54F-48B5-91EA-1D38721643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6100bbc5d4bca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43B0987-B102-4B4C-9F48-B524662A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D44B307-B2BC-4D79-8EAC-FD2A2111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471033F-FDA8-4C3D-BA33-E126C374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8C7475-50CF-4A5D-BDBD-4BF1D177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绵月依姬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55D6A4-202D-4382-8D71-0F516959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依姫（わたつき の よりひめ） / Watatsuki no Yorihime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01B77FE-FD65-47BB-AB24-BD2EC267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7A78A65-EE27-465A-BA30-8F4D7518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她与姐姐绵月丰姬同为月之公主和月球的防卫队的首领，该防卫队由不到十只月兔组成，被称呼为“月之使者”。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BB7AF15-46DC-44B3-93F5-DD45391F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E7D30B7-5FBD-4791-BC8B-900D3714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 · 月之公主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ACF6943-595A-4ADA-AC56-AF11E44D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60993A9-9883-48A5-B014-AFD1ECF8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1EE7B1A-629A-40A6-B91F-8CE06CCD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7F01238-4498-41A3-9BB0-DBB8EBBE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7D89226-B9E8-4449-8A0C-F128ED54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9F54BEE-A98D-4258-9A47-B2ECD3AF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能够召唤神灵程度的能力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C29682D-8342-4046-8462-8130B990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0AB16BA-40C4-4367-A990-3C2B49F5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8BAAD88-3DCC-474A-8190-D0600D0D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FB1A38C-89CD-4E89-AD44-063C36EB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60071EB-E5C4-4012-986B-FE85A499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31964F1-244D-41E8-8D2B-DC9281B9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FFB4E7C-7E14-418E-A203-A80797A2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6B6016A-23C8-4A92-83CE-D1C8F79A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137</a:t>
            </a:r>
          </a:p>
        </p:txBody>
      </p:sp>
    </p:spTree>
    <p:extLst>
      <p:ext uri="{BB962C8B-B14F-4D97-AF65-F5344CB8AC3E}">
        <p14:creationId xmlns:p14="http://schemas.microsoft.com/office/powerpoint/2010/main" val="1681579572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DFE95-B2A3-449B-9C34-1244E2837B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6aba1808f4036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B6AEF1E-71B6-4849-AD4E-4ABF0C9A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9581CAB-AD90-4700-A01F-3ED2D117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1BC1C9C-8C6D-4051-A572-9208CEC2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BF0109D-F948-4B94-ADB5-39A9F9E5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本居小铃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8BA7DC-6AAB-4662-9FD2-F87C1BC4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本居 小鈴（もとおり こすず） / Motoori Kosuzu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3974D29-59E2-40A1-BBA7-26CE70AC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62721E7-5830-4D9E-89F5-C8B5621E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她是人类村落中的借书屋铃奈庵的店主女儿兼店员，主要负责书籍的出租和贩售工作。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4824F5B-C77E-4727-9505-C916A7BB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5182F3-09B5-4F45-8103-1EF0AAA9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铃奈庵店员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313EF44-5ED9-4FD0-A37B-0DBC9F6E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22C414B-4CA5-4106-AF6B-18C3B661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EB5C02E-1762-4ED6-B5F5-C6087A7A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铃奈庵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C36671E-EA37-4491-A3C5-A46941E4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C16F3FC-CDEB-4B7D-80D5-0E2ED2D4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57BEBA8-9571-437E-B696-2BB18316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读懂任何文字程度的能力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5F3A42B-89E8-42F4-BA1D-C264C33E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CACB65C-DD3A-4556-AE9D-5C5BC93A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9583CE8-A9E4-49EB-AA8B-035CBC24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东方铃奈庵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D8597E9-5063-4E27-8314-638EC2DE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0971F81-0E5F-497D-ADBE-1078ACBF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90D810D-FA7A-4FA7-A545-DE424656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东方铃奈庵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C6D1992-DA06-45AC-B199-1A29798E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138D2A9-33E1-441F-8D31-0C761859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138</a:t>
            </a:r>
          </a:p>
        </p:txBody>
      </p:sp>
    </p:spTree>
    <p:extLst>
      <p:ext uri="{BB962C8B-B14F-4D97-AF65-F5344CB8AC3E}">
        <p14:creationId xmlns:p14="http://schemas.microsoft.com/office/powerpoint/2010/main" val="1991371741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982A8B3A-E76A-4EF4-AB7A-AF587E7E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6887C2D-E835-4E87-85CF-C4FBF94D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EBAD273-A5F1-445F-A213-8FC2835E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VIII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1071D81-F457-4F1B-BF17-B601A670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D931BC-2646-4644-AC22-03E7DE82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出版物核心角色 · 锦上京 · 幻想乡内外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12817ED1-FF9C-4967-93B6-17B2A411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B6FA699-9246-4E02-B7DA-1D87EFDD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15名角色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DF262D-DD3E-4D63-838E-D76DA968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32D41D3F-BF49-499E-A416-C862492B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B550519-47E4-45EA-B5E9-2FB32E24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139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9085F48-2D46-4962-9B4F-44673C28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85335DD-3D66-46D3-8844-772DE6BB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奥野田美宵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A356C35-E984-43F4-ABBF-EE73CE49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奥野田 美宵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82376CE-8073-4923-A724-5A7B98D9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2BB1724B-A04F-40E4-8641-43B315C4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027E795-101B-4AAA-9596-81C62D5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宫出口瑞灵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C08263A-3963-4170-8C52-20CDD5FD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宮出口 瑞霊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2026D627-04D9-47B3-8151-8F31E469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D3C2DCA3-ECD3-429D-8637-1DE6F53A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AB2F2EC-2B6F-4E8C-9905-C527C494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森近霖之助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0BD7E49-9A0E-4D5F-B501-C05FF4BC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森近 霖之助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B501C9B1-CA62-4222-9085-01E3E00F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5B6CAC0-7B3C-4F5C-99F7-7852014B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FFBA6FF-B5EF-4992-A496-F928DD8D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稗田阿求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D3FD7D2-F619-4F18-9912-A6DF491B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稗田 阿求（ひえだ の あきゅう）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91D48BE5-BD6B-4BA1-B413-30C662FE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7C6C562A-F503-44A5-8C93-8CC5988E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E55E04C-F22C-4E47-8A10-9A26168F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雾雨魔理沙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1A3B901-011E-4F55-9CC1-59CB3D9C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霧雨 魔理沙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98AEC38D-AD23-4558-8EA1-2D7A7A26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D60C4A8B-30E6-43EE-998C-1E9BED29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B751B3B-FD38-4AE7-9E21-0526CDF0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博丽灵梦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C7518F4-7B39-4740-94CB-EF7975CA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博麗 霊夢（はくれい れいむ）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935F33DD-03C6-453A-B186-79AB096E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C6F9A437-F631-424B-8646-6F5D2FC4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F35C64E1-776A-4834-9F49-C93D3AB0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尘塚姥芽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879981F4-6C79-48CC-B8F0-3B1B7178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塵塚 ウバメ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A14D118B-7D0A-468C-9328-A33FB0EB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A797F79A-C447-4E17-A40D-A4EAC637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3BFC8EDC-FA5F-4B9C-BE84-4AFB4ADB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封兽魑魅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253FBAFB-2352-4401-9529-99F6C918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チミ（ほうじゅう ちみ）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DAAB7E55-8E68-498A-A2A9-E0929A0B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D69588-C040-44CB-B1B7-5C454C076B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08f93db604256"/>
          <a:srcRect xmlns:a="http://schemas.openxmlformats.org/drawingml/2006/main" l="20000" t="0" r="3000" b="43636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971EA7-4DD6-4AC9-BBE2-F99A958541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0010839ee44ec"/>
          <a:srcRect xmlns:a="http://schemas.openxmlformats.org/drawingml/2006/main" l="21738" t="2500" r="14738" b="51000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EE4FBF-86B3-4C9D-A532-81185DFE23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7851e777d42c7"/>
          <a:srcRect xmlns:a="http://schemas.openxmlformats.org/drawingml/2006/main" l="21213" t="1000" r="13213" b="51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DBCC3B-0698-4D16-9B92-F62762D268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01fc3dcce426a"/>
          <a:srcRect xmlns:a="http://schemas.openxmlformats.org/drawingml/2006/main" l="23762" t="4000" r="14762" b="51000"/>
          <a:stretch xmlns:a="http://schemas.openxmlformats.org/drawingml/2006/main"/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28844A-3591-4B97-B9D8-9B1D8F0451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37f1a7f6f4a79"/>
          <a:srcRect xmlns:a="http://schemas.openxmlformats.org/drawingml/2006/main" l="35892" t="11480" r="6281" b="51531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77C7B0-0D62-409A-960B-58068FDDF5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9e732f8304ef1"/>
          <a:srcRect xmlns:a="http://schemas.openxmlformats.org/drawingml/2006/main" l="31639" t="9000" r="0" b="50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80570E-EA1F-44D2-AC74-BC4CD7971B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4f6f1fb65438b"/>
          <a:srcRect xmlns:a="http://schemas.openxmlformats.org/drawingml/2006/main" l="29000" t="1000" r="29000" b="72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D6C465-A645-46D6-96A7-56D0617AF9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392ec64f14b30"/>
          <a:srcRect xmlns:a="http://schemas.openxmlformats.org/drawingml/2006/main" l="25000" t="1000" r="26000" b="67000"/>
          <a:stretch xmlns:a="http://schemas.openxmlformats.org/drawingml/2006/main"/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65001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C5759DBC-C557-4C27-A933-1164D5D0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732024A-AF8C-498B-8E60-DE7D23F4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AEB2DF1-D03F-4039-9900-EFB39415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VIII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F5E5B76-5765-4933-B9B1-2E642660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D7879F6-7EEB-460A-B72F-449C9D86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出版物核心角色 · 锦上京 · 幻想乡内外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90AAF5A9-200B-4163-858A-163ED5A0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D36E9E9-91D7-4ACA-863B-62CA9565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15名角色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6A5F74-FA32-4C7D-AF74-93B94D5C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EBB645E0-ACA5-425E-87CF-D87A3045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7E25642-2AFA-4B54-B6E1-BA1BB580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140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FF923C7-43C4-42BB-9A9C-57860AD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4C08BE6-96EC-44FC-89DE-308B6007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道神驯子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3D54401-2121-468D-96A3-D0820796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道神 馴子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D3753AB-8E20-4E0D-BD32-A7AC89C7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A6BB3605-5CC8-47B3-9A6D-855E4BE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199EBB8-2D6C-48D7-9D94-73319CBE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维缦·浅间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09EB1A9-8693-46C6-AAC0-C8797B9F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ユイマン・浅間（ゆいまん あさま）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788EC34A-D49A-4FE4-94D7-845C12F2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C3BA8C46-D379-46D3-A39A-2251CBE7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2699E4F-2522-40B5-A5B2-AB455BD2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磐永阿梨夜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93BBD8A-4B6E-4634-84AA-F565F81D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磐永 阿梨夜（いわなが ありや）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6003F21D-4D95-4103-B23E-E26F801E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52208BE-212C-4B2E-A941-F562A342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30ED342-2949-4754-ABF6-377EFF4E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渡里贝子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C2BCD74-1E60-4A78-9C43-E164C461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渡里 ニナ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36EBA431-5C67-41B3-9C36-6ED2F214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ED60DDD6-31F4-4ECD-B080-3287E967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5E61235-3A9B-4DE2-94CA-BCB0B2A3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宇佐见莲子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C36F490-8DB9-4BAE-82F1-798816AC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蓮子（うさみ れんこ）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5D32BD01-9691-4C18-A84E-375497F0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14FF0895-E8C3-431B-BCC2-4D0DCF7E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CB5E5A1-6812-4D9E-AACF-69545D09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玛艾露贝莉·赫恩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6BFAC8C-7A5D-4B28-89A7-58899E00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マエリベリー・ハーン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502BD4BA-62AA-4943-8B68-AC6027CD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610D5414-CCD9-4575-BB64-38284FC6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755C4F26-987F-4897-8C35-448FC3C2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Reisen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89725A2B-DE1F-4D70-B004-C015D496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レイセン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7C6848F0-7CC5-4A7D-8315-DD0D6828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A37F24-5D8F-4A87-8E61-616DD60DE9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38e1936bf44f7"/>
          <a:srcRect xmlns:a="http://schemas.openxmlformats.org/drawingml/2006/main" l="38000" t="2000" r="23000" b="57000"/>
          <a:stretch xmlns:a="http://schemas.openxmlformats.org/drawingml/2006/main"/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4FAFA9-D458-4C2B-BDCC-82119A9773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90c825c924c52"/>
          <a:srcRect xmlns:a="http://schemas.openxmlformats.org/drawingml/2006/main" l="33000" t="3500" r="26000" b="63000"/>
          <a:stretch xmlns:a="http://schemas.openxmlformats.org/drawingml/2006/main"/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3D9F67-0293-4AF4-A9D8-FA38944EEC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7247c5908492b"/>
          <a:srcRect xmlns:a="http://schemas.openxmlformats.org/drawingml/2006/main" l="29000" t="4500" r="30000" b="60000"/>
          <a:stretch xmlns:a="http://schemas.openxmlformats.org/drawingml/2006/main"/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AD1567-BFD4-439B-96D2-E74ECD894C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1b2abb8594359"/>
          <a:srcRect xmlns:a="http://schemas.openxmlformats.org/drawingml/2006/main" l="25000" t="2000" r="39000" b="70000"/>
          <a:stretch xmlns:a="http://schemas.openxmlformats.org/drawingml/2006/main"/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6D8E1D-E728-4C84-BCEE-9C4A57F57D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5dc33a0624fee"/>
          <a:srcRect xmlns:a="http://schemas.openxmlformats.org/drawingml/2006/main" l="29205" t="5000" r="21205" b="520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BC6436-A0A0-4194-8830-7CA1E20E3C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a81a353a24def"/>
          <a:srcRect xmlns:a="http://schemas.openxmlformats.org/drawingml/2006/main" l="26417" t="3500" r="23417" b="530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47E9E5-0412-40CA-8A97-3CCA499D3B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ee87c3b3548ab"/>
          <a:srcRect xmlns:a="http://schemas.openxmlformats.org/drawingml/2006/main" l="15245" t="3000" r="28245" b="48000"/>
          <a:stretch xmlns:a="http://schemas.openxmlformats.org/drawingml/2006/main"/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79060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8C461-6A47-4885-B5AE-7FA7DA625F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481689f924fd1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E4A6CC3-AFE6-4F16-AA57-BA8FE1AF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436EE68-0056-4B93-8368-99314EC7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A6BE7B6-0892-401C-9A8D-9A472873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D1289CA-E9C1-44F2-98AE-EC9658AE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奥野田美宵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C826D1-90BE-4990-9A32-D4850024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奥野田 美宵 / Okunoda Miyoi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4739D45-F1F9-464A-BE49-DCB1568B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522678D-72A4-47E8-AE17-F6A60BC6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她是人类村落的酒馆“鲵吞亭”的店花，自称住在店内、实际上也正是如此的座敷童子，但她自认为所住的家在伊吹瓢里。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7E5B659-DCDB-413B-AD6B-F2DC2CE5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99A1C9B-BCBE-406D-BAB6-4750B716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座敷童子 · 鲵吞亭的店员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923C81E-F020-4CFC-917B-75E3FE07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FE45768-0A61-4767-8B6E-F1BCD1DC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39E4E87-21EE-41AA-8B37-558CBF68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鲵吞亭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E665E55-F788-4AB8-93E2-982AF90E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E9D3128-002B-435C-97F5-6BC7F078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4E8D8DB-BE6C-40F1-85A9-DA84FF9B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操纵记忆程度的能力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A3EF285-7EE8-4C27-8E98-F8E33D31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B859529-45BA-42E4-8297-14E6B545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089C071-72AB-4198-BB2B-2D5A25F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东方醉蝶华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B18B033-0230-4F83-8312-A0795986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A255B96-B5AA-4AEB-97D1-7A14392D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C4C82FB-B36A-4E35-81FA-9A944FF1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东方醉蝶华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A6E4FBD-2FF5-4D05-91E0-DD5E96C5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C4EC9DC-0DFC-4F88-9291-E7990635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141</a:t>
            </a:r>
          </a:p>
        </p:txBody>
      </p:sp>
    </p:spTree>
    <p:extLst>
      <p:ext uri="{BB962C8B-B14F-4D97-AF65-F5344CB8AC3E}">
        <p14:creationId xmlns:p14="http://schemas.microsoft.com/office/powerpoint/2010/main" val="1483650313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C9BB9-D53C-44BC-8096-9900A17167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a85bb054042fb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E99095C-BF22-4F13-B058-DC5CC67F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ACA4079-F2CF-4DFE-BF64-B3FED4B0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6D2D6EF-99BC-47C1-9D04-69E89B30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468706-0645-4730-91AC-106BB77A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宫出口瑞灵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1F8F577-A14B-4E62-B24A-34E6DDDC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宮出口 瑞霊 / Miyadeguchi Mizuchi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549E28B-6CAB-4CBB-973E-5A91F295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C57F198-CEC4-48F7-83EE-006AF5E3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与《东方智灵奇传》的怨灵事件有关的复仇者。サンサーラ篇开始后，由博丽神社管理。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AA8E06C-EF3C-4A2B-B344-7D59092A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DC92875-8779-4CF1-B522-1CC5A845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怨灵 · 《智灵奇传》的怨灵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CEDC3AB-819F-4E01-8F3C-94DBFF93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4D703AC-C849-477C-97B5-6CD91623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E5FB2EA-10DB-41A5-82C1-EA0DC9DB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博丽神社（サンサーラ篇）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5494EA6-1A9D-42D6-9D4D-ECB5A52E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C7115AA-715F-496D-AF44-84CD118B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D5928A9-4285-45F2-A2BE-FA6C075E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附身程度的能力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BB6FDCA-4BDF-4A97-AAE9-2BC5AC81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C23FE36-4429-44EE-B12D-6B5A753A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F4E0C6C-E340-41FB-B20B-E6E086F5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东方智灵奇传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E043ED0-89A6-47FE-9EC2-CAD80DA4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A65414A-3281-4760-94D1-7C7CD0CC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FA25620-4195-4C93-B068-38B1D7B1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东方智灵奇传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7EC1031-97FB-46A5-BF2C-84A9F5E0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BF57786-8352-4BD8-A3D6-C3E2907E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142</a:t>
            </a:r>
          </a:p>
        </p:txBody>
      </p:sp>
    </p:spTree>
    <p:extLst>
      <p:ext uri="{BB962C8B-B14F-4D97-AF65-F5344CB8AC3E}">
        <p14:creationId xmlns:p14="http://schemas.microsoft.com/office/powerpoint/2010/main" val="688489172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82D8A3-7586-4E80-9523-47FC28A1CC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67e7784f64ebe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BF50575-2F06-4BF7-8354-832FB74A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C3166D5-FDFC-48AF-8336-784F40A4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4C817B6-FB22-4077-879B-28B243AA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EE9F117-0C73-4F4F-806F-A9D033F4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森近霖之助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CEBD33-D9B9-4E21-A81A-43CE8B93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森近 霖之助 / Morichika Rinnosuke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67B08E7-CC54-4C78-80BB-EFE09FE2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1C6E127-AFFA-40F9-A1A6-C1A17B4C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香霖堂的店主，是人类与妖怪的混血。能够知道道具的名称与用途，却不一定知道正确使用方法。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E83FBBC-6A6A-420F-864E-E073CF46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FB7DFC4-1176-4711-8F38-5FBB62D5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半人半妖 · 香霖堂店主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050C830-0CF3-4963-989D-996FF0EE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5A52AB0-1696-4887-A9BC-528D3806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18ABCE3-0673-4952-A1E8-6CCCD22C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香霖堂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09F9D45-FD5F-46B5-AC97-DED7FD06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2934682-B5FC-4579-9F51-9E9C0D84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E068A6B-C23E-46BF-8B8D-1870629B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知晓道具名称与用途程度的能力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1DE170E-FB1F-4601-AC24-364D33B1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74FCB15-B03B-466D-A6E3-1DC553E6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8ED81D9-85CC-4E55-A862-E396F544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东方香霖堂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41BA66D-1566-4020-8786-52AB822B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281C5CA8-C459-47C3-8B86-09EB7FA7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9AD05A2-8BAF-47A4-A0B1-0A8B19BE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88C9AFA-F7EA-466D-A775-F5F28F07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雾雨魔理沙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F2361F18-3946-4F1D-B222-45A7053C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B940E4A-DB08-4355-A277-C6061673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143</a:t>
            </a:r>
          </a:p>
        </p:txBody>
      </p:sp>
    </p:spTree>
    <p:extLst>
      <p:ext uri="{BB962C8B-B14F-4D97-AF65-F5344CB8AC3E}">
        <p14:creationId xmlns:p14="http://schemas.microsoft.com/office/powerpoint/2010/main" val="939760530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C314B-4D91-45F5-BE90-456D71747C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12d2159384490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68D6F7D-B3A2-424E-9C54-76755954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5E3DDEC-6FF0-45D3-B9D4-A1148747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0EECBE8-8C86-4D66-AC2E-B61FB1FF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33F8D8-C3D2-4917-BA09-D2600691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稗田阿求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54794F-5486-4C91-94C3-FDBC9DB0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稗田 阿求（ひえだ の あきゅう） / Hieda no Akyuu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D2FA865-848B-4BF1-8576-BB2F14B3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25E24BE-9988-4AF7-873D-B8FA6819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第九代御阿礼之子，也是《幻想乡缘起》的编纂者。她居住在人类村落，拥有过目不忘的能力。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568ACFA-01E0-4273-A8CC-6C1833A8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DB044F5-A1D8-4A46-854D-8EF086C2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《幻想乡缘起》编纂者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CC98405-1B7D-4102-89CF-74A85071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C0737AC-FAA8-493C-8FC0-0B7A9F1F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A5B0425-3182-4376-A750-89B9CDCF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稗田邸／人类村落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E6C4BEF-EF6D-4712-A01C-B318863E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0E0B99F-9314-463E-A6A5-364D17CC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D050048-6963-4CE0-AF9B-865B343E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过目不忘程度的能力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B9C704A-DBE8-4505-9078-5ACF61AF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9E3D3A2-A345-453A-913C-A52279FC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3402875-57C4-45B7-947C-FED89C46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82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幺乐团的历史1（封面及附带文档）；东方求闻史纪（正式人物介绍）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D59B01F-3056-4156-957C-8E246027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EC14FC0-A4B4-43F2-99D4-1CAB465F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7CBA82D-D206-432E-B83C-B07075B5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幺乐团的历史1 · 东方求闻史纪 · 东方求闻口授 · 东方铃奈庵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DC53E80-D201-4DA9-9BAF-2FD9A709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D5838AB-6EC7-4F19-B379-1D938CF2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144</a:t>
            </a:r>
          </a:p>
        </p:txBody>
      </p:sp>
    </p:spTree>
    <p:extLst>
      <p:ext uri="{BB962C8B-B14F-4D97-AF65-F5344CB8AC3E}">
        <p14:creationId xmlns:p14="http://schemas.microsoft.com/office/powerpoint/2010/main" val="1644936249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D90ADE-6A0E-48B1-AD50-22C1298CDB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3bf528fbe4eee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9E0C4C6-3565-457E-8D2E-3774BEED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01EB15B-4166-4772-9127-F8BA5446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978FBB7-3298-4767-AF84-8783D31D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702F82D-6C3E-4AC8-A814-51E85BE3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雾雨魔理沙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EED031D-F56E-4289-92A6-73F6C688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霧雨 魔理沙 / Kirisame Marisa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2AD2524-0FF4-41CD-A71A-47091113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48D3D8B-EA65-4AF4-BC92-6CA2003A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生活在魔法森林的人类魔法使。她容易亲近、富有人情味，也有争强好胜、不愿服输的一面。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81173A3-2701-42BC-99F1-2C0BE33B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543516A-2CC2-4ACB-B4FB-77520B20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魔法使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7BFDB0B-05A1-428D-9661-CE619B63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4F14660-593B-43B5-BEC5-95DC1119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E44133D-B426-4681-B0CC-E513CDDE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104F51D-4BF7-4060-9F4D-41E87E50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74882D9-21DC-463B-89C5-7E70E118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E4F47C9-6E44-4243-BE1B-E0524697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使用魔法程度的能力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A478691-5882-45ED-BB72-D89B56AA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568D659-B99F-4150-9115-24886042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F3BE93A-5742-4791-B12C-0E93275C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东方封魔录（系列）；东方红魔乡（Windows）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3E57849-392E-4EBA-B25D-6068768E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A1CE8DEE-199D-47AD-A921-4349B33E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7F62146-35C1-4F70-8166-00F07357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EB964E6-E9C1-4349-A3DC-7660F222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博丽灵梦／爱丽丝／帕秋莉／森近霖之助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27882F80-BB16-4F25-83FA-DEECEB9C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B2F7DBF-A353-4AF3-A377-0E3575BE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1754132449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CAC82-F6EF-4B59-B454-C38D1BCB9C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3227e43694168"/>
          <a:srcRect xmlns:a="http://schemas.openxmlformats.org/drawingml/2006/main" l="0" t="0" r="0" b="23181"/>
          <a:stretch xmlns:a="http://schemas.openxmlformats.org/drawingml/2006/main"/>
        </p:blipFill>
        <p:spPr>
          <a:xfrm xmlns:a="http://schemas.openxmlformats.org/drawingml/2006/main">
            <a:off x="133350" y="228600"/>
            <a:ext cx="4476750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3A8853C-F5AD-4B3A-A111-68011360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A169D96-E34F-47EE-9D89-E1FB3801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8578E9C-4DFA-4D95-8108-5D418CE9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0905ED3-4A7D-4441-BD7F-B6AB3BDB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博丽灵梦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C2451E4-E578-400C-A2FD-2B29E3F9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博麗 霊夢（はくれい れいむ） / Hakurei Reimu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7BEA64C-A0FD-42E3-AB13-625602C2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DD7332-2155-4C6C-B8A1-F6117846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博丽神社的巫女，负责退治妖怪与解决异变。她凭借直觉行动，与幻想乡的许多人类和妖怪保持往来。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10B8E20-33AD-460E-AFAB-DEDBCE4E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29728A0-635B-4A19-8F90-D7ADF662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博丽巫女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4B36932-1565-4901-8CF8-8B425FC9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51C64F4-15F6-45E9-B8E1-76D91E0B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268D639-69CE-4726-9296-3EB9F3D9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82BDCD9-14F5-4C0D-83D6-4A623967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AC3D487-C563-4C4D-9F76-CCE5BF38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0C5B298-6481-45FA-B865-BD417F1B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主要是在空中飞翔程度的能力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C835F41-3754-4BB5-959B-CD838330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9CA5A52-FE21-4A75-A17B-9B94D354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D08945E-F8D3-4876-9774-A26DCCDC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东方灵异传（系列）；东方红魔乡（Windows）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737AE35-B3EB-4174-91F3-04D2EB4B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E009F319-15E6-4A8F-806E-206F9E21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B145FBF-8680-4A88-8A7E-E97A208F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5AA963E-2EBA-4CA1-95D7-154858C5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雾雨魔理沙／八云紫／历代异变发起者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0E60D6A7-7963-4665-A155-82DC7329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129B8E4-26DD-41F7-941F-E25770F3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1141929372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C399CC-4E8E-4E64-B9FA-1C29CD328F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33b272a5449f7"/>
          <a:srcRect xmlns:a="http://schemas.openxmlformats.org/drawingml/2006/main" l="0" t="0" r="0" b="6251"/>
          <a:stretch xmlns:a="http://schemas.openxmlformats.org/drawingml/2006/main"/>
        </p:blipFill>
        <p:spPr>
          <a:xfrm xmlns:a="http://schemas.openxmlformats.org/drawingml/2006/main">
            <a:off x="133350" y="228600"/>
            <a:ext cx="4476750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BB695F6-867A-43C9-BAC2-3948C693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A77B0E3-CEF8-4BBB-9EB0-6080308D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C93A9E7-301A-4A2F-9A94-43611AB5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994CBE3-63C5-498A-86A5-B7234FC2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尘塚姥芽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554225E-5A1D-4885-9F5B-BE2FBBF8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塵塚 ウバメ / Chirizuka Ubame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5A99BC6-0029-4FB6-B895-1C6A1CFD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7E13840-BD77-4E71-A0DE-2784F33D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她是山姥，作为山姥之王管理和守护着圣域。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0DCF188-E8E4-44E1-B26C-C3E0388B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564526A-DB6E-481A-8D10-82D04263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山姥 · 守护圣域的山姥之长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D069C60-9AAF-4914-B7C7-22CAB64B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18E8862-3D7F-4786-B3B9-27830388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76B0058-75B5-42E1-8FA0-B3E0CF1F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圣域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A791732-4D80-4DEE-A2EA-856D4EF1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6ED0488-DE90-4E6C-A9E7-E29CB5AE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FFCEB2-544D-48AB-A426-0F6601D6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破坏圣域程度的能力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155791C-ED24-4BB0-993F-B642F59C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7070A25-6CF2-4BCF-834F-3ADCE29B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DB6F2E5-981C-42ED-B11A-32C24140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8CCB572-442A-4236-84B2-A09398C4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1FC2221-B1E3-47FA-B98D-FF3E7343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DCC7525-EA96-4D69-A0DA-57CCE606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67A04EE-93D1-4850-BA57-419F62D1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096E278-9168-4A5B-8D58-27162246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147</a:t>
            </a:r>
          </a:p>
        </p:txBody>
      </p:sp>
    </p:spTree>
    <p:extLst>
      <p:ext uri="{BB962C8B-B14F-4D97-AF65-F5344CB8AC3E}">
        <p14:creationId xmlns:p14="http://schemas.microsoft.com/office/powerpoint/2010/main" val="1554684383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83836-902E-4E5D-B915-DA13DF1F44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ca81e81d34415"/>
          <a:srcRect xmlns:a="http://schemas.openxmlformats.org/drawingml/2006/main" l="0" t="0" r="0" b="6251"/>
          <a:stretch xmlns:a="http://schemas.openxmlformats.org/drawingml/2006/main"/>
        </p:blipFill>
        <p:spPr>
          <a:xfrm xmlns:a="http://schemas.openxmlformats.org/drawingml/2006/main">
            <a:off x="133350" y="228600"/>
            <a:ext cx="4476750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7C96945-F08C-467B-867F-FAE1B1A9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D56226C-8B8A-499C-8BDC-821C6158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DE84B6-F0A5-4A6C-A783-AD23DDF3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99B2BE-4AA4-43F0-BB1C-ADABC5D0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封兽魑魅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A7A8227-7912-4C97-B557-8B536B69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チミ（ほうじゅう ちみ） / Houju Chimi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D649D33-96BB-46C6-94A6-04632B41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1CB29B-B03F-4804-9397-4D2E517F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她是魑魅，通常被认为是某种长耳妖兽的原形不明的妖怪，但她实际上是名为妖怪的概念诞生之前便已存在的古老物怪。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1B57612-5A64-4D77-B0B3-9F144BD2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1DDCB4A-0744-4184-B948-7178025D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魑魅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4851CF9-EF21-4E2B-BB0D-E57A17A6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FB6803D-ADBB-40C6-B727-39422C2B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BA50E46-B42C-4199-BF01-FF815E09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圣域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FCF9C47-8903-4B29-8B55-327A283F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83C2B62-BA41-4718-91C4-09CDB44F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9D20659-1C96-48F1-B15F-F9FBD23B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操纵山河之气程度的能力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081E6E1-D596-4E49-B968-88A61DC6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5A69273-DCEF-45E1-B64E-4554CC71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4CA6161-655C-450C-A814-CC642F49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D8FE9CB-7693-4DF9-90EF-8862FDD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D304B08-8D8A-4612-B8A7-F90F804B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60B55F7-E7C0-4E4B-8227-160595EE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E857011-CAB9-4108-BE0B-F100AA1F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4BA5CB6-0AFD-4FE1-A6E6-7B729D2E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148</a:t>
            </a:r>
          </a:p>
        </p:txBody>
      </p:sp>
    </p:spTree>
    <p:extLst>
      <p:ext uri="{BB962C8B-B14F-4D97-AF65-F5344CB8AC3E}">
        <p14:creationId xmlns:p14="http://schemas.microsoft.com/office/powerpoint/2010/main" val="272984081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D71B42-39BB-46F6-9A4C-624688EDA7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2cbe266074cf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5799001-03F8-45F6-AE5A-932C6D4A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C72BE3E-ACD8-4BB6-9D3E-D043D9B4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04FB10A-72EB-4641-9BB1-074E67E0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E3D625E-B88B-4282-BAC9-A73A0267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道神驯子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531334-3AE1-44F5-86D9-B152FDEA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道神 馴子 / Michigami Nareko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D9EA8A3-C326-4863-BA69-0D7E67BE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C7B813F-F084-4FD4-8331-86443700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她是道祖神，道祖神是以守护人类为使命的民间信仰的神明，能阻碍恶神和疫病的进入途径，此外还司掌亲事和出产。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24A2BD3-E9FC-4886-91CE-CBFCF2D6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C5883EF-2B7F-4052-888A-FBF65F44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道祖神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BDCAEFB-F849-4251-9A7E-8F981516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CB47A3D-E52D-4E9F-8A04-BC3B72D6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4FDC4F8-9062-4069-98D8-27826FA1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圣域地下的祭坛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65413F4-5552-4194-858F-B6457A94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6FF317E-B5E1-482A-952C-0CDFCAE3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B9E4E9A-0E8A-4D90-B763-16800334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挡道拦路程度的能力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9664DEE-7666-4879-A672-22830C8C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D8C16E6-BA1B-4B62-AA00-C6289F0E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1D0FD7D-2AEE-42DA-BA5C-1D6C0D98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9095BE6-4F46-4060-B9C1-92D373CC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891C70C-24D9-4982-9405-1AD2981F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DF53811-67B3-4369-872D-488B9520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682C6E0-B4D6-40A7-A048-1EB3D3F5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D98CBF2-C363-4913-85E1-1BDA1F93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149</a:t>
            </a:r>
          </a:p>
        </p:txBody>
      </p:sp>
    </p:spTree>
    <p:extLst>
      <p:ext uri="{BB962C8B-B14F-4D97-AF65-F5344CB8AC3E}">
        <p14:creationId xmlns:p14="http://schemas.microsoft.com/office/powerpoint/2010/main" val="848930812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2CC771-5E53-473D-BCDD-0245410C0E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067800cb14e53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FA238AE-8439-4006-99C0-0B975651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9AF40EF-84E7-464F-94ED-D31E2ED6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8CEEEC1-345E-4ED4-9374-C75F878C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267908F-8FA5-403B-951F-D0272CA2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维缦·浅间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46188F-4A90-4DE1-8415-3B20436A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ユイマン・浅間（ゆいまん あさま） / Yuiman Asama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48FD65A-D7C9-494D-A261-5E9E574D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19399E-73F0-4069-A67B-1A16A203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她是古神人，曾是名为维缦的国度的公主，被赋予了与月之民同等的神格，如今则被束缚在浅间净秽山中为月之民工作。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F753FAD-698B-4873-9E01-CC6AAB84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9F53E88-B65C-48E8-93A1-FD941D80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古神人 · 锦上京的四面Boss和EX面道中Boss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189C1EB-59A9-4544-932E-D566E50C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22069EC-E257-4A4D-AD1A-EC992EC0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84129B6-DDA1-4D86-9A29-71C5DA95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浅间净秽山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8309C5C-0436-4AB3-8B42-CE811196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BC665C4-103E-4EC0-BCC5-6BE82D7A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BE3AECF-8393-471C-8EE3-A68412D0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驱蛇噬物并使其转生程度的能力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D59EB18-EBC7-4462-9D28-3154959F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F467A5C-EBED-46E9-9DB5-9A806C0E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EE5D8F7-DB12-4B2A-8BAB-D2F22918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C4EE67A-0058-4556-86C1-368F133F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5EF71FE-107A-4C37-BC45-311664DC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149F5E7-1C9D-4F2D-9146-AED9E4C6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B54FE44-3FC8-44F1-B7B7-FDD05108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35DCE7E-3ADD-4ED5-9C40-E28E2850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1301606877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8E64B1-1A76-410B-B6DD-40A4F3BFDC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b223bed5f4761"/>
          <a:srcRect xmlns:a="http://schemas.openxmlformats.org/drawingml/2006/main" l="6037" t="0" r="60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8D4A736-342B-438F-8468-1C25AEBE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F92F60F-57AB-412B-9149-5C2514A5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176F45-F67E-4EB7-974C-CB66232B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4F94AB6-98D9-416C-AD0D-CFC887BD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磐永阿梨夜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CDB3DE7-9001-4472-9CA5-3E84D187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磐永 阿梨夜（いわなが ありや） / Iwanaga Ariya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5F230A8-95D1-4F3C-AFDC-C50615C5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C959245-B55B-4D34-B10C-669F4338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她是石之女神，被月之民连带着浅间净秽山封印在地底深处。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61671DF-AD82-439C-8CE4-F1918AF7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87192B0-8C36-45E3-A17C-5090CAAE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石之女神 · 锦上京的六面Boss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F9B3837-7AC1-467F-924B-3D6E9AD9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CEC63C4-3D6D-4EB5-B709-162B8AC8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F356EB1-4DD9-4891-BED1-A13256E9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浅间净秽山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5F03AE6-4EEB-4AD9-9772-CE77EC84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58F3D3E-591B-454F-B2ED-1C2A863A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BD086B6-8C0E-4CF3-95B0-3D106EF1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阻止变化程度的能力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4DF36E1-F24D-4CB7-A874-88C9D362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A00537D-0052-4860-8142-D8ED74C7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62F57C6-C882-459A-BCF5-1A4F13EB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E706F0D-10E9-439B-BDC1-4356E942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3B5C9CA-501A-4BF0-88FD-8481CCF0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DD38D16-24F2-4175-A555-F4A4F827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53610B4-6DD2-4612-8BA4-A88E4909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B60E923-B3F3-4EB7-BC23-C6ECBAB8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151</a:t>
            </a:r>
          </a:p>
        </p:txBody>
      </p:sp>
    </p:spTree>
    <p:extLst>
      <p:ext uri="{BB962C8B-B14F-4D97-AF65-F5344CB8AC3E}">
        <p14:creationId xmlns:p14="http://schemas.microsoft.com/office/powerpoint/2010/main" val="1535051080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093F3-A077-4D5B-99EB-D82ABED477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f7585c5e146f3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E1F34D4-FDF8-4690-8FA2-5A077E88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F89109C-D591-45DB-A1EF-A516EB87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3F94AA1-66CA-41C0-9FA7-5E590F27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47DE9D-58F1-4CAD-B273-D03BD156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渡里贝子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5947C85-1BD8-4E13-9035-73562FE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渡里 ニナ / Watari Nina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4957063-813F-4747-BD55-06BFAC81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943D35F-E2BC-429A-A298-E8106AEA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她是蜃，是在信息海洋中呱呱坠地的、新生的贝类妖怪。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B88A226-BB69-4489-A68F-A1800D7F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D894674-8A11-4033-B85F-4639FFC6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蜃 · 锦上京的EX面Boss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2DD2864-884D-4946-8831-B4DB46B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9AD1CFB-4428-4F17-8FE1-905713CC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B088A4F-2DEA-4A8B-BD6A-CFD5CC3C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化石森林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E90A17A-8CE2-4902-AA8A-088EC785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ADA0016-3538-466F-9109-8E33B9A1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EBD3AAB-2651-45DA-A2A6-CF5499A1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展现海市蜃楼程度的能力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1EBD7C8-9052-4697-9E67-53E34761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6F6FE20-16E5-40F8-8A2D-B23518FD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E5AC9D1-5468-437C-8128-C231794A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38E6EC9-9904-4C3D-9B42-5BC9C49E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0A31E15-502F-4AA3-A891-61135258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B4A1F1A-6E77-4943-8660-9A3BE0B6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10810CD-2C94-4D63-968F-0E673AD4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B45FFC8-E1BF-4BE8-99DC-0453025F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152</a:t>
            </a:r>
          </a:p>
        </p:txBody>
      </p:sp>
    </p:spTree>
    <p:extLst>
      <p:ext uri="{BB962C8B-B14F-4D97-AF65-F5344CB8AC3E}">
        <p14:creationId xmlns:p14="http://schemas.microsoft.com/office/powerpoint/2010/main" val="1163518374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EE308-008C-4211-9704-3F2AE4F21B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6aeaae714493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5BFFC6B-88C5-46F7-8525-596512A8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3850491-20C8-46CD-8FB2-72434DF6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10B3002-A6C8-4C6A-82F5-E7AB146E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3DD790D-9D48-4337-9508-6E4C5AA6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宇佐见莲子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300F6CE-0724-4032-B896-E76F5A8A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蓮子（うさみ れんこ） / Usami Renko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CACD0F8-0AB4-4CCD-9247-EAEAAE8E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1775F8-F02C-47A1-BD52-0E6310D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她是近未来的女大学生，是灵异社团“秘封俱乐部”的成员之一。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5AD1981-AFA1-4E27-8141-BA94513F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0661950-E16A-46EB-B77F-A1A8A3D9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秘封俱乐部成员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A93F1FD-1CDE-4F54-A958-5D9AA57A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4C8FF9C-3018-410F-A105-4B09CDBD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97C76F-D494-4128-A639-EE73950E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外面世界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3C2BAED-A10D-4BB4-BD34-9381F4D4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A4A26EC-27A6-40A9-AAC9-F07631C0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4001014-90A1-4C38-BDB6-87CEFA1F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82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看见星星便知晓目前的时间，看见月亮便知晓目前的所在地的能力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7524249-6BBA-41AC-8C9C-A326434C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20C352E-BBF9-423F-A3D2-B884FDA2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47A9139-7CD0-4498-B485-458CA50B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E7FF930-7142-4BA4-BAB1-2E1CA863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F7B36E0-3904-49A2-A630-1395493B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D13EA84-A780-4135-8615-600556E5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 · 灵长新益京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F91A4F5-9DFD-43F6-92FE-09FFE63F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7444EDA-9124-4891-9A41-E96CA437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153</a:t>
            </a:r>
          </a:p>
        </p:txBody>
      </p:sp>
    </p:spTree>
    <p:extLst>
      <p:ext uri="{BB962C8B-B14F-4D97-AF65-F5344CB8AC3E}">
        <p14:creationId xmlns:p14="http://schemas.microsoft.com/office/powerpoint/2010/main" val="273743388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EA5A55-1CFC-499C-A5A4-EE7E59BC21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3f96fba17491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BA8D148-8585-4D6B-931B-A60B976D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7EF5D2E-40D5-4455-BA01-3D067C03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70F61FB-F49C-464D-84F3-A4B13D54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22E4C60-6CBA-4102-B1F3-E0C6CCDD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玛艾露贝莉·赫恩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467A854-A7B7-4ACE-A3D7-70843BA8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マエリベリー・ハーン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35EC6A7-A0A1-4D12-8FAF-B9DD8EFE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3A531C3-9AB9-4128-9300-F62AEA15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她是近未来的女大学生，是灵异社团“秘封俱乐部”的成员之一。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4E23CF-46CB-4F90-9CCF-49C0BDAF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52CF3F-A3DD-4A3F-BB43-6D50BD6F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秘封俱乐部成员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9269FA0-2408-46AA-81BB-FB8244F1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44B143-B58D-4D2F-BB16-901022DD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065B704-3BD7-4989-8172-A2B2D4A5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外面世界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D4B6165-26E8-4354-9FDF-0C41FAC9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792ECEF-B681-4252-BF60-14AE95BF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8029FAC-832E-4A05-B48C-5C2A2EDF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814CEAF-AAAA-4AE7-8FCA-72D233BD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5C81046-4810-4F32-9FDA-01DDDEE7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B7DCEC9-ABC2-42DC-AA03-A97075ED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 · 灵长新益京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86F6A17-F80D-4CBD-8CA0-D9465E2E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922F364-E454-4135-A969-A83ECB92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154</a:t>
            </a:r>
          </a:p>
        </p:txBody>
      </p:sp>
    </p:spTree>
    <p:extLst>
      <p:ext uri="{BB962C8B-B14F-4D97-AF65-F5344CB8AC3E}">
        <p14:creationId xmlns:p14="http://schemas.microsoft.com/office/powerpoint/2010/main" val="405663642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E0C69-79D1-4A9C-9D41-F6B6069650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09c5af5c943b3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A004095-73A2-41B8-9663-A9154701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0405615-BD41-47E3-AB54-1E2D3C75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2B5310D-E6C3-4197-A25F-6A9D1FEB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0B87F33-BA1A-420A-B525-BE1F9280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Reisen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907FC28-943F-4C14-91BE-6F0C89DA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レイセン / Reisen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1807C4D-C341-4810-B9C1-32275DF1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BF64996-3C0C-4BAB-9EBE-4D2E6F01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她是月兔，曾经以捣年糕为工作，现在则成为了月球的防卫队“月之使者”的一员。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DE7835E-937A-4E15-A866-898CFF87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3F594CA-5920-477A-8A89-0EF885DC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月兔／妖兽 · 月之使者的一员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05415D5-7FB3-47B1-838B-F09E97ED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454DF62-34FA-4FAD-9BBE-D223BC00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D486C2F-DF92-4554-A615-66288BFD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月之都／绵月家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A6CFF06-8AD3-469B-9D75-A8A44D0D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0B92A7E-57B6-4A67-B979-D5CCD3FC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8AC21ED-718A-4B24-8F6F-C7B5419D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D203EA8-1F4B-4FCE-B135-853C855A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343C390-437F-4211-95E4-550160DF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2881175-D026-47FC-8221-63949EE2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B11D20A-C0B1-43A4-B4AA-45135899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6E641F2-FB62-4F3D-BBB6-0B374169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155</a:t>
            </a:r>
          </a:p>
        </p:txBody>
      </p:sp>
    </p:spTree>
    <p:extLst>
      <p:ext uri="{BB962C8B-B14F-4D97-AF65-F5344CB8AC3E}">
        <p14:creationId xmlns:p14="http://schemas.microsoft.com/office/powerpoint/2010/main" val="1112336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2026-10-21T12:05:32.9670000Z</dcterms:created>
  <dcterms:modified xsi:type="dcterms:W3CDTF">2026-10-21T12:05:32.9670000Z</dcterms:modified>
</coreProperties>
</file>